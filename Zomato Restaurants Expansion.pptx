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2.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theme/theme3.xml" ContentType="application/vnd.openxmlformats-officedocument.theme+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1.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089" r:id="rId1"/>
    <p:sldMasterId id="2147484106" r:id="rId2"/>
    <p:sldMasterId id="2147484145" r:id="rId3"/>
    <p:sldMasterId id="2147484174" r:id="rId4"/>
  </p:sldMasterIdLst>
  <p:notesMasterIdLst>
    <p:notesMasterId r:id="rId22"/>
  </p:notesMasterIdLst>
  <p:sldIdLst>
    <p:sldId id="256" r:id="rId5"/>
    <p:sldId id="257" r:id="rId6"/>
    <p:sldId id="258" r:id="rId7"/>
    <p:sldId id="259" r:id="rId8"/>
    <p:sldId id="260" r:id="rId9"/>
    <p:sldId id="263" r:id="rId10"/>
    <p:sldId id="265" r:id="rId11"/>
    <p:sldId id="266" r:id="rId12"/>
    <p:sldId id="275" r:id="rId13"/>
    <p:sldId id="274" r:id="rId14"/>
    <p:sldId id="268" r:id="rId15"/>
    <p:sldId id="276" r:id="rId16"/>
    <p:sldId id="270" r:id="rId17"/>
    <p:sldId id="271" r:id="rId18"/>
    <p:sldId id="272" r:id="rId19"/>
    <p:sldId id="273" r:id="rId20"/>
    <p:sldId id="277" r:id="rId21"/>
  </p:sldIdLst>
  <p:sldSz cx="12192000" cy="6858000"/>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94660"/>
  </p:normalViewPr>
  <p:slideViewPr>
    <p:cSldViewPr snapToGrid="0">
      <p:cViewPr varScale="1">
        <p:scale>
          <a:sx n="78" d="100"/>
          <a:sy n="78" d="100"/>
        </p:scale>
        <p:origin x="878" y="77"/>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tableStyles" Target="tableStyles.xml"/><Relationship Id="rId3" Type="http://schemas.openxmlformats.org/officeDocument/2006/relationships/slideMaster" Target="slideMasters/slideMaster3.xml"/><Relationship Id="rId21" Type="http://schemas.openxmlformats.org/officeDocument/2006/relationships/slide" Target="slides/slide17.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2.xml"/><Relationship Id="rId20" Type="http://schemas.openxmlformats.org/officeDocument/2006/relationships/slide" Target="slides/slide16.xml"/><Relationship Id="rId1" Type="http://schemas.openxmlformats.org/officeDocument/2006/relationships/slideMaster" Target="slideMasters/slideMaster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viewProps" Target="view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presProps" Target="presProps.xml"/><Relationship Id="rId10" Type="http://schemas.openxmlformats.org/officeDocument/2006/relationships/slide" Target="slides/slide6.xml"/><Relationship Id="rId19" Type="http://schemas.openxmlformats.org/officeDocument/2006/relationships/slide" Target="slides/slide15.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notesMaster" Target="notesMasters/notesMaster1.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lgn="r">
              <a:defRPr sz="3200" b="0" i="0" u="none" strike="noStrike" kern="1200" spc="0" baseline="0">
                <a:solidFill>
                  <a:schemeClr val="tx1"/>
                </a:solidFill>
                <a:latin typeface="+mj-lt"/>
                <a:ea typeface="+mn-ea"/>
                <a:cs typeface="+mn-cs"/>
              </a:defRPr>
            </a:pPr>
            <a:r>
              <a:rPr lang="en-US" sz="4000" b="0" dirty="0">
                <a:latin typeface="+mj-lt"/>
              </a:rPr>
              <a:t>               Count of Restaurant Name</a:t>
            </a:r>
          </a:p>
        </c:rich>
      </c:tx>
      <c:overlay val="0"/>
      <c:spPr>
        <a:noFill/>
        <a:ln>
          <a:noFill/>
        </a:ln>
        <a:effectLst/>
      </c:spPr>
      <c:txPr>
        <a:bodyPr rot="0" spcFirstLastPara="1" vertOverflow="ellipsis" vert="horz" wrap="square" anchor="ctr" anchorCtr="1"/>
        <a:lstStyle/>
        <a:p>
          <a:pPr algn="r">
            <a:defRPr sz="3200" b="0" i="0" u="none" strike="noStrike" kern="1200" spc="0" baseline="0">
              <a:solidFill>
                <a:schemeClr val="tx1"/>
              </a:solidFill>
              <a:latin typeface="+mj-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Count of RestaurantName</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Sheet1!$A$2:$A$17</c:f>
              <c:strCache>
                <c:ptCount val="15"/>
                <c:pt idx="0">
                  <c:v>Australia</c:v>
                </c:pt>
                <c:pt idx="1">
                  <c:v>Brazil</c:v>
                </c:pt>
                <c:pt idx="2">
                  <c:v>Canada</c:v>
                </c:pt>
                <c:pt idx="3">
                  <c:v>India</c:v>
                </c:pt>
                <c:pt idx="4">
                  <c:v>Indonesia</c:v>
                </c:pt>
                <c:pt idx="5">
                  <c:v>New Zealand</c:v>
                </c:pt>
                <c:pt idx="6">
                  <c:v>Philippines</c:v>
                </c:pt>
                <c:pt idx="7">
                  <c:v>Qatar</c:v>
                </c:pt>
                <c:pt idx="8">
                  <c:v>Singapore</c:v>
                </c:pt>
                <c:pt idx="9">
                  <c:v>South Africa</c:v>
                </c:pt>
                <c:pt idx="10">
                  <c:v>Sri Lanka</c:v>
                </c:pt>
                <c:pt idx="11">
                  <c:v>Turkey</c:v>
                </c:pt>
                <c:pt idx="12">
                  <c:v>United Arab Emirates</c:v>
                </c:pt>
                <c:pt idx="13">
                  <c:v>United Kingdom</c:v>
                </c:pt>
                <c:pt idx="14">
                  <c:v>United States of America</c:v>
                </c:pt>
              </c:strCache>
              <c:extLst/>
            </c:strRef>
          </c:cat>
          <c:val>
            <c:numRef>
              <c:f>Sheet1!$B$2:$B$17</c:f>
              <c:numCache>
                <c:formatCode>General</c:formatCode>
                <c:ptCount val="15"/>
                <c:pt idx="0">
                  <c:v>24</c:v>
                </c:pt>
                <c:pt idx="1">
                  <c:v>60</c:v>
                </c:pt>
                <c:pt idx="2">
                  <c:v>4</c:v>
                </c:pt>
                <c:pt idx="3">
                  <c:v>8643</c:v>
                </c:pt>
                <c:pt idx="4">
                  <c:v>21</c:v>
                </c:pt>
                <c:pt idx="5">
                  <c:v>40</c:v>
                </c:pt>
                <c:pt idx="6">
                  <c:v>22</c:v>
                </c:pt>
                <c:pt idx="7">
                  <c:v>20</c:v>
                </c:pt>
                <c:pt idx="8">
                  <c:v>20</c:v>
                </c:pt>
                <c:pt idx="9">
                  <c:v>60</c:v>
                </c:pt>
                <c:pt idx="10">
                  <c:v>20</c:v>
                </c:pt>
                <c:pt idx="11">
                  <c:v>34</c:v>
                </c:pt>
                <c:pt idx="12">
                  <c:v>60</c:v>
                </c:pt>
                <c:pt idx="13">
                  <c:v>80</c:v>
                </c:pt>
                <c:pt idx="14">
                  <c:v>419</c:v>
                </c:pt>
              </c:numCache>
              <c:extLst/>
            </c:numRef>
          </c:val>
          <c:extLst>
            <c:ext xmlns:c16="http://schemas.microsoft.com/office/drawing/2014/chart" uri="{C3380CC4-5D6E-409C-BE32-E72D297353CC}">
              <c16:uniqueId val="{00000000-A24E-4C59-B790-45EA84E35439}"/>
            </c:ext>
          </c:extLst>
        </c:ser>
        <c:dLbls>
          <c:dLblPos val="outEnd"/>
          <c:showLegendKey val="0"/>
          <c:showVal val="1"/>
          <c:showCatName val="0"/>
          <c:showSerName val="0"/>
          <c:showPercent val="0"/>
          <c:showBubbleSize val="0"/>
        </c:dLbls>
        <c:gapWidth val="219"/>
        <c:axId val="210922095"/>
        <c:axId val="210929295"/>
      </c:barChart>
      <c:catAx>
        <c:axId val="21092209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210929295"/>
        <c:crosses val="autoZero"/>
        <c:auto val="1"/>
        <c:lblAlgn val="ctr"/>
        <c:lblOffset val="100"/>
        <c:noMultiLvlLbl val="0"/>
      </c:catAx>
      <c:valAx>
        <c:axId val="210929295"/>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210922095"/>
        <c:crosses val="autoZero"/>
        <c:crossBetween val="between"/>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9297710068850087E-2"/>
          <c:y val="3.5914010816902757E-2"/>
          <c:w val="0.93983272471375856"/>
          <c:h val="0.56563613306987415"/>
        </c:manualLayout>
      </c:layout>
      <c:barChart>
        <c:barDir val="col"/>
        <c:grouping val="clustered"/>
        <c:varyColors val="0"/>
        <c:ser>
          <c:idx val="0"/>
          <c:order val="0"/>
          <c:tx>
            <c:strRef>
              <c:f>Sheet1!$B$1</c:f>
              <c:strCache>
                <c:ptCount val="1"/>
                <c:pt idx="0">
                  <c:v>Average of Rating</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Australia</c:v>
                </c:pt>
                <c:pt idx="1">
                  <c:v>Brazil</c:v>
                </c:pt>
                <c:pt idx="2">
                  <c:v>Canada</c:v>
                </c:pt>
                <c:pt idx="3">
                  <c:v>India</c:v>
                </c:pt>
                <c:pt idx="4">
                  <c:v>Indonesia</c:v>
                </c:pt>
                <c:pt idx="5">
                  <c:v>New Zealand</c:v>
                </c:pt>
                <c:pt idx="6">
                  <c:v>Philippines</c:v>
                </c:pt>
                <c:pt idx="7">
                  <c:v>Qatar</c:v>
                </c:pt>
                <c:pt idx="8">
                  <c:v>Singapore</c:v>
                </c:pt>
                <c:pt idx="9">
                  <c:v>South Africa</c:v>
                </c:pt>
                <c:pt idx="10">
                  <c:v>Sri Lanka</c:v>
                </c:pt>
                <c:pt idx="11">
                  <c:v>Turkey</c:v>
                </c:pt>
                <c:pt idx="12">
                  <c:v>United Arab Emirates</c:v>
                </c:pt>
                <c:pt idx="13">
                  <c:v>United Kingdom</c:v>
                </c:pt>
                <c:pt idx="14">
                  <c:v>United States of America</c:v>
                </c:pt>
              </c:strCache>
            </c:strRef>
          </c:cat>
          <c:val>
            <c:numRef>
              <c:f>Sheet1!$B$2:$B$16</c:f>
              <c:numCache>
                <c:formatCode>0.00</c:formatCode>
                <c:ptCount val="15"/>
                <c:pt idx="0">
                  <c:v>3.6583333333333337</c:v>
                </c:pt>
                <c:pt idx="1">
                  <c:v>3.8466666666666667</c:v>
                </c:pt>
                <c:pt idx="2">
                  <c:v>3.5750000000000002</c:v>
                </c:pt>
                <c:pt idx="3">
                  <c:v>2.7693740599328946</c:v>
                </c:pt>
                <c:pt idx="4">
                  <c:v>4.295238095238096</c:v>
                </c:pt>
                <c:pt idx="5">
                  <c:v>4.2624999999999993</c:v>
                </c:pt>
                <c:pt idx="6">
                  <c:v>4.4681818181818187</c:v>
                </c:pt>
                <c:pt idx="7">
                  <c:v>4.0599999999999996</c:v>
                </c:pt>
                <c:pt idx="8">
                  <c:v>3.5750000000000002</c:v>
                </c:pt>
                <c:pt idx="9">
                  <c:v>4.2100000000000009</c:v>
                </c:pt>
                <c:pt idx="10">
                  <c:v>3.87</c:v>
                </c:pt>
                <c:pt idx="11">
                  <c:v>4.3</c:v>
                </c:pt>
                <c:pt idx="12">
                  <c:v>4.2333333333333352</c:v>
                </c:pt>
                <c:pt idx="13">
                  <c:v>4.0999999999999996</c:v>
                </c:pt>
                <c:pt idx="14">
                  <c:v>4.0183770883054866</c:v>
                </c:pt>
              </c:numCache>
            </c:numRef>
          </c:val>
          <c:extLst>
            <c:ext xmlns:c16="http://schemas.microsoft.com/office/drawing/2014/chart" uri="{C3380CC4-5D6E-409C-BE32-E72D297353CC}">
              <c16:uniqueId val="{00000000-1384-4B86-BC79-5C8ED681602C}"/>
            </c:ext>
          </c:extLst>
        </c:ser>
        <c:ser>
          <c:idx val="1"/>
          <c:order val="1"/>
          <c:tx>
            <c:strRef>
              <c:f>Sheet1!$C$1</c:f>
              <c:strCache>
                <c:ptCount val="1"/>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Australia</c:v>
                </c:pt>
                <c:pt idx="1">
                  <c:v>Brazil</c:v>
                </c:pt>
                <c:pt idx="2">
                  <c:v>Canada</c:v>
                </c:pt>
                <c:pt idx="3">
                  <c:v>India</c:v>
                </c:pt>
                <c:pt idx="4">
                  <c:v>Indonesia</c:v>
                </c:pt>
                <c:pt idx="5">
                  <c:v>New Zealand</c:v>
                </c:pt>
                <c:pt idx="6">
                  <c:v>Philippines</c:v>
                </c:pt>
                <c:pt idx="7">
                  <c:v>Qatar</c:v>
                </c:pt>
                <c:pt idx="8">
                  <c:v>Singapore</c:v>
                </c:pt>
                <c:pt idx="9">
                  <c:v>South Africa</c:v>
                </c:pt>
                <c:pt idx="10">
                  <c:v>Sri Lanka</c:v>
                </c:pt>
                <c:pt idx="11">
                  <c:v>Turkey</c:v>
                </c:pt>
                <c:pt idx="12">
                  <c:v>United Arab Emirates</c:v>
                </c:pt>
                <c:pt idx="13">
                  <c:v>United Kingdom</c:v>
                </c:pt>
                <c:pt idx="14">
                  <c:v>United States of America</c:v>
                </c:pt>
              </c:strCache>
            </c:strRef>
          </c:cat>
          <c:val>
            <c:numRef>
              <c:f>Sheet1!$C$2:$C$16</c:f>
              <c:numCache>
                <c:formatCode>General</c:formatCode>
                <c:ptCount val="15"/>
              </c:numCache>
            </c:numRef>
          </c:val>
          <c:extLst>
            <c:ext xmlns:c16="http://schemas.microsoft.com/office/drawing/2014/chart" uri="{C3380CC4-5D6E-409C-BE32-E72D297353CC}">
              <c16:uniqueId val="{00000001-1384-4B86-BC79-5C8ED681602C}"/>
            </c:ext>
          </c:extLst>
        </c:ser>
        <c:ser>
          <c:idx val="2"/>
          <c:order val="2"/>
          <c:tx>
            <c:strRef>
              <c:f>Sheet1!$D$1</c:f>
              <c:strCache>
                <c:ptCount val="1"/>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Australia</c:v>
                </c:pt>
                <c:pt idx="1">
                  <c:v>Brazil</c:v>
                </c:pt>
                <c:pt idx="2">
                  <c:v>Canada</c:v>
                </c:pt>
                <c:pt idx="3">
                  <c:v>India</c:v>
                </c:pt>
                <c:pt idx="4">
                  <c:v>Indonesia</c:v>
                </c:pt>
                <c:pt idx="5">
                  <c:v>New Zealand</c:v>
                </c:pt>
                <c:pt idx="6">
                  <c:v>Philippines</c:v>
                </c:pt>
                <c:pt idx="7">
                  <c:v>Qatar</c:v>
                </c:pt>
                <c:pt idx="8">
                  <c:v>Singapore</c:v>
                </c:pt>
                <c:pt idx="9">
                  <c:v>South Africa</c:v>
                </c:pt>
                <c:pt idx="10">
                  <c:v>Sri Lanka</c:v>
                </c:pt>
                <c:pt idx="11">
                  <c:v>Turkey</c:v>
                </c:pt>
                <c:pt idx="12">
                  <c:v>United Arab Emirates</c:v>
                </c:pt>
                <c:pt idx="13">
                  <c:v>United Kingdom</c:v>
                </c:pt>
                <c:pt idx="14">
                  <c:v>United States of America</c:v>
                </c:pt>
              </c:strCache>
            </c:strRef>
          </c:cat>
          <c:val>
            <c:numRef>
              <c:f>Sheet1!$D$2:$D$16</c:f>
              <c:numCache>
                <c:formatCode>General</c:formatCode>
                <c:ptCount val="15"/>
              </c:numCache>
            </c:numRef>
          </c:val>
          <c:extLst>
            <c:ext xmlns:c16="http://schemas.microsoft.com/office/drawing/2014/chart" uri="{C3380CC4-5D6E-409C-BE32-E72D297353CC}">
              <c16:uniqueId val="{00000002-1384-4B86-BC79-5C8ED681602C}"/>
            </c:ext>
          </c:extLst>
        </c:ser>
        <c:dLbls>
          <c:dLblPos val="outEnd"/>
          <c:showLegendKey val="0"/>
          <c:showVal val="1"/>
          <c:showCatName val="0"/>
          <c:showSerName val="0"/>
          <c:showPercent val="0"/>
          <c:showBubbleSize val="0"/>
        </c:dLbls>
        <c:gapWidth val="219"/>
        <c:overlap val="-27"/>
        <c:axId val="210914895"/>
        <c:axId val="210919215"/>
      </c:barChart>
      <c:catAx>
        <c:axId val="21091489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210919215"/>
        <c:crosses val="autoZero"/>
        <c:auto val="1"/>
        <c:lblAlgn val="ctr"/>
        <c:lblOffset val="100"/>
        <c:noMultiLvlLbl val="0"/>
      </c:catAx>
      <c:valAx>
        <c:axId val="210919215"/>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21091489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Count of Datekey_Opening_Updated</c:v>
                </c:pt>
              </c:strCache>
            </c:strRef>
          </c:tx>
          <c:spPr>
            <a:ln w="28575" cap="rnd">
              <a:solidFill>
                <a:schemeClr val="accent2"/>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9"/>
                <c:pt idx="0">
                  <c:v>2010</c:v>
                </c:pt>
                <c:pt idx="1">
                  <c:v>2011</c:v>
                </c:pt>
                <c:pt idx="2">
                  <c:v>2012</c:v>
                </c:pt>
                <c:pt idx="3">
                  <c:v>2013</c:v>
                </c:pt>
                <c:pt idx="4">
                  <c:v>2014</c:v>
                </c:pt>
                <c:pt idx="5">
                  <c:v>2015</c:v>
                </c:pt>
                <c:pt idx="6">
                  <c:v>2016</c:v>
                </c:pt>
                <c:pt idx="7">
                  <c:v>2017</c:v>
                </c:pt>
                <c:pt idx="8">
                  <c:v>2018</c:v>
                </c:pt>
              </c:strCache>
              <c:extLst/>
            </c:strRef>
          </c:cat>
          <c:val>
            <c:numRef>
              <c:f>Sheet1!$B$2:$B$11</c:f>
              <c:numCache>
                <c:formatCode>0</c:formatCode>
                <c:ptCount val="9"/>
                <c:pt idx="0">
                  <c:v>1079</c:v>
                </c:pt>
                <c:pt idx="1">
                  <c:v>1096</c:v>
                </c:pt>
                <c:pt idx="2">
                  <c:v>1019</c:v>
                </c:pt>
                <c:pt idx="3">
                  <c:v>1057</c:v>
                </c:pt>
                <c:pt idx="4">
                  <c:v>1048</c:v>
                </c:pt>
                <c:pt idx="5">
                  <c:v>1020</c:v>
                </c:pt>
                <c:pt idx="6">
                  <c:v>1025</c:v>
                </c:pt>
                <c:pt idx="7">
                  <c:v>1082</c:v>
                </c:pt>
                <c:pt idx="8">
                  <c:v>1101</c:v>
                </c:pt>
              </c:numCache>
              <c:extLst/>
            </c:numRef>
          </c:val>
          <c:smooth val="0"/>
          <c:extLst>
            <c:ext xmlns:c16="http://schemas.microsoft.com/office/drawing/2014/chart" uri="{C3380CC4-5D6E-409C-BE32-E72D297353CC}">
              <c16:uniqueId val="{00000000-BD65-4B0A-BA6A-51F44A71016E}"/>
            </c:ext>
          </c:extLst>
        </c:ser>
        <c:ser>
          <c:idx val="1"/>
          <c:order val="1"/>
          <c:tx>
            <c:strRef>
              <c:f>Sheet1!$C$1</c:f>
              <c:strCache>
                <c:ptCount val="1"/>
              </c:strCache>
            </c:strRef>
          </c:tx>
          <c:spPr>
            <a:ln w="28575" cap="rnd">
              <a:solidFill>
                <a:schemeClr val="accent2"/>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9"/>
                <c:pt idx="0">
                  <c:v>2010</c:v>
                </c:pt>
                <c:pt idx="1">
                  <c:v>2011</c:v>
                </c:pt>
                <c:pt idx="2">
                  <c:v>2012</c:v>
                </c:pt>
                <c:pt idx="3">
                  <c:v>2013</c:v>
                </c:pt>
                <c:pt idx="4">
                  <c:v>2014</c:v>
                </c:pt>
                <c:pt idx="5">
                  <c:v>2015</c:v>
                </c:pt>
                <c:pt idx="6">
                  <c:v>2016</c:v>
                </c:pt>
                <c:pt idx="7">
                  <c:v>2017</c:v>
                </c:pt>
                <c:pt idx="8">
                  <c:v>2018</c:v>
                </c:pt>
              </c:strCache>
              <c:extLst/>
            </c:strRef>
          </c:cat>
          <c:val>
            <c:numRef>
              <c:f>Sheet1!$C$2:$C$11</c:f>
              <c:numCache>
                <c:formatCode>General</c:formatCode>
                <c:ptCount val="9"/>
              </c:numCache>
              <c:extLst/>
            </c:numRef>
          </c:val>
          <c:smooth val="0"/>
          <c:extLst>
            <c:ext xmlns:c16="http://schemas.microsoft.com/office/drawing/2014/chart" uri="{C3380CC4-5D6E-409C-BE32-E72D297353CC}">
              <c16:uniqueId val="{00000001-BD65-4B0A-BA6A-51F44A71016E}"/>
            </c:ext>
          </c:extLst>
        </c:ser>
        <c:ser>
          <c:idx val="2"/>
          <c:order val="2"/>
          <c:tx>
            <c:strRef>
              <c:f>Sheet1!$D$1</c:f>
              <c:strCache>
                <c:ptCount val="1"/>
              </c:strCache>
            </c:strRef>
          </c:tx>
          <c:spPr>
            <a:ln w="28575" cap="rnd">
              <a:solidFill>
                <a:schemeClr val="accent3"/>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9"/>
                <c:pt idx="0">
                  <c:v>2010</c:v>
                </c:pt>
                <c:pt idx="1">
                  <c:v>2011</c:v>
                </c:pt>
                <c:pt idx="2">
                  <c:v>2012</c:v>
                </c:pt>
                <c:pt idx="3">
                  <c:v>2013</c:v>
                </c:pt>
                <c:pt idx="4">
                  <c:v>2014</c:v>
                </c:pt>
                <c:pt idx="5">
                  <c:v>2015</c:v>
                </c:pt>
                <c:pt idx="6">
                  <c:v>2016</c:v>
                </c:pt>
                <c:pt idx="7">
                  <c:v>2017</c:v>
                </c:pt>
                <c:pt idx="8">
                  <c:v>2018</c:v>
                </c:pt>
              </c:strCache>
              <c:extLst/>
            </c:strRef>
          </c:cat>
          <c:val>
            <c:numRef>
              <c:f>Sheet1!$D$2:$D$11</c:f>
              <c:numCache>
                <c:formatCode>General</c:formatCode>
                <c:ptCount val="9"/>
              </c:numCache>
              <c:extLst/>
            </c:numRef>
          </c:val>
          <c:smooth val="0"/>
          <c:extLst>
            <c:ext xmlns:c16="http://schemas.microsoft.com/office/drawing/2014/chart" uri="{C3380CC4-5D6E-409C-BE32-E72D297353CC}">
              <c16:uniqueId val="{00000002-BD65-4B0A-BA6A-51F44A71016E}"/>
            </c:ext>
          </c:extLst>
        </c:ser>
        <c:dLbls>
          <c:showLegendKey val="0"/>
          <c:showVal val="1"/>
          <c:showCatName val="0"/>
          <c:showSerName val="0"/>
          <c:showPercent val="0"/>
          <c:showBubbleSize val="0"/>
        </c:dLbls>
        <c:smooth val="0"/>
        <c:axId val="2091570831"/>
        <c:axId val="2091571311"/>
      </c:lineChart>
      <c:catAx>
        <c:axId val="2091570831"/>
        <c:scaling>
          <c:orientation val="minMax"/>
        </c:scaling>
        <c:delete val="0"/>
        <c:axPos val="b"/>
        <c:numFmt formatCode="General" sourceLinked="1"/>
        <c:majorTickMark val="none"/>
        <c:minorTickMark val="none"/>
        <c:tickLblPos val="nextTo"/>
        <c:spPr>
          <a:noFill/>
          <a:ln w="9525" cap="flat" cmpd="sng" algn="ctr">
            <a:solidFill>
              <a:schemeClr val="bg1">
                <a:lumMod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2091571311"/>
        <c:crosses val="autoZero"/>
        <c:auto val="1"/>
        <c:lblAlgn val="ctr"/>
        <c:lblOffset val="100"/>
        <c:noMultiLvlLbl val="0"/>
      </c:catAx>
      <c:valAx>
        <c:axId val="2091571311"/>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2091570831"/>
        <c:crosses val="autoZero"/>
        <c:crossBetween val="between"/>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Count of RestaurantName</c:v>
                </c:pt>
              </c:strCache>
            </c:strRef>
          </c:tx>
          <c:dPt>
            <c:idx val="0"/>
            <c:bubble3D val="0"/>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extLst>
              <c:ext xmlns:c16="http://schemas.microsoft.com/office/drawing/2014/chart" uri="{C3380CC4-5D6E-409C-BE32-E72D297353CC}">
                <c16:uniqueId val="{00000001-0D2D-4EA0-8814-97D1CC807147}"/>
              </c:ext>
            </c:extLst>
          </c:dPt>
          <c:dPt>
            <c:idx val="1"/>
            <c:bubble3D val="0"/>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extLst>
              <c:ext xmlns:c16="http://schemas.microsoft.com/office/drawing/2014/chart" uri="{C3380CC4-5D6E-409C-BE32-E72D297353CC}">
                <c16:uniqueId val="{00000003-0D2D-4EA0-8814-97D1CC807147}"/>
              </c:ext>
            </c:extLst>
          </c:dPt>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a:solidFill>
                    <a:schemeClr val="tx2">
                      <a:lumMod val="35000"/>
                      <a:lumOff val="65000"/>
                    </a:schemeClr>
                  </a:solidFill>
                </a:ln>
                <a:effectLst/>
              </c:spPr>
            </c:leaderLines>
            <c:extLst>
              <c:ext xmlns:c15="http://schemas.microsoft.com/office/drawing/2012/chart" uri="{CE6537A1-D6FC-4f65-9D91-7224C49458BB}"/>
            </c:extLst>
          </c:dLbls>
          <c:cat>
            <c:strRef>
              <c:f>Sheet1!$A$2:$A$5</c:f>
              <c:strCache>
                <c:ptCount val="2"/>
                <c:pt idx="0">
                  <c:v>No</c:v>
                </c:pt>
                <c:pt idx="1">
                  <c:v>Yes</c:v>
                </c:pt>
              </c:strCache>
              <c:extLst/>
            </c:strRef>
          </c:cat>
          <c:val>
            <c:numRef>
              <c:f>Sheet1!$B$2:$B$5</c:f>
              <c:numCache>
                <c:formatCode>General</c:formatCode>
                <c:ptCount val="2"/>
                <c:pt idx="0">
                  <c:v>8369</c:v>
                </c:pt>
                <c:pt idx="1">
                  <c:v>1158</c:v>
                </c:pt>
              </c:numCache>
              <c:extLst/>
            </c:numRef>
          </c:val>
          <c:extLst>
            <c:ext xmlns:c16="http://schemas.microsoft.com/office/drawing/2014/chart" uri="{C3380CC4-5D6E-409C-BE32-E72D297353CC}">
              <c16:uniqueId val="{00000004-0D2D-4EA0-8814-97D1CC807147}"/>
            </c:ext>
          </c:extLst>
        </c:ser>
        <c:dLbls>
          <c:showLegendKey val="0"/>
          <c:showVal val="0"/>
          <c:showCatName val="0"/>
          <c:showSerName val="0"/>
          <c:showPercent val="0"/>
          <c:showBubbleSize val="0"/>
          <c:showLeaderLines val="1"/>
        </c:dLbls>
        <c:firstSliceAng val="0"/>
        <c:extLst>
          <c:ext xmlns:c15="http://schemas.microsoft.com/office/drawing/2012/chart" uri="{02D57815-91ED-43cb-92C2-25804820EDAC}">
            <c15:filteredPieSeries>
              <c15:ser>
                <c:idx val="1"/>
                <c:order val="1"/>
                <c:tx>
                  <c:strRef>
                    <c:extLst>
                      <c:ext uri="{02D57815-91ED-43cb-92C2-25804820EDAC}">
                        <c15:formulaRef>
                          <c15:sqref>Sheet1!$C$1</c15:sqref>
                        </c15:formulaRef>
                      </c:ext>
                    </c:extLst>
                    <c:strCache>
                      <c:ptCount val="1"/>
                    </c:strCache>
                  </c:strRef>
                </c:tx>
                <c:dPt>
                  <c:idx val="0"/>
                  <c:bubble3D val="0"/>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extLst>
                    <c:ext xmlns:c16="http://schemas.microsoft.com/office/drawing/2014/chart" uri="{C3380CC4-5D6E-409C-BE32-E72D297353CC}">
                      <c16:uniqueId val="{00000006-0D2D-4EA0-8814-97D1CC807147}"/>
                    </c:ext>
                  </c:extLst>
                </c:dPt>
                <c:dPt>
                  <c:idx val="1"/>
                  <c:bubble3D val="0"/>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extLst>
                    <c:ext xmlns:c16="http://schemas.microsoft.com/office/drawing/2014/chart" uri="{C3380CC4-5D6E-409C-BE32-E72D297353CC}">
                      <c16:uniqueId val="{00000008-0D2D-4EA0-8814-97D1CC807147}"/>
                    </c:ext>
                  </c:extLst>
                </c:dPt>
                <c:cat>
                  <c:strRef>
                    <c:extLst>
                      <c:ext uri="{02D57815-91ED-43cb-92C2-25804820EDAC}">
                        <c15:formulaRef>
                          <c15:sqref>Sheet1!$A$2:$A$5</c15:sqref>
                        </c15:formulaRef>
                      </c:ext>
                    </c:extLst>
                    <c:strCache>
                      <c:ptCount val="2"/>
                      <c:pt idx="0">
                        <c:v>No</c:v>
                      </c:pt>
                      <c:pt idx="1">
                        <c:v>Yes</c:v>
                      </c:pt>
                    </c:strCache>
                  </c:strRef>
                </c:cat>
                <c:val>
                  <c:numRef>
                    <c:extLst>
                      <c:ext uri="{02D57815-91ED-43cb-92C2-25804820EDAC}">
                        <c15:formulaRef>
                          <c15:sqref>Sheet1!$C$2:$C$5</c15:sqref>
                        </c15:formulaRef>
                      </c:ext>
                    </c:extLst>
                    <c:numCache>
                      <c:formatCode>General</c:formatCode>
                      <c:ptCount val="2"/>
                    </c:numCache>
                  </c:numRef>
                </c:val>
                <c:extLst>
                  <c:ext xmlns:c16="http://schemas.microsoft.com/office/drawing/2014/chart" uri="{C3380CC4-5D6E-409C-BE32-E72D297353CC}">
                    <c16:uniqueId val="{00000009-0D2D-4EA0-8814-97D1CC807147}"/>
                  </c:ext>
                </c:extLst>
              </c15:ser>
            </c15:filteredPieSeries>
            <c15:filteredPieSeries>
              <c15:ser>
                <c:idx val="2"/>
                <c:order val="2"/>
                <c:tx>
                  <c:strRef>
                    <c:extLst xmlns:c15="http://schemas.microsoft.com/office/drawing/2012/chart">
                      <c:ext xmlns:c15="http://schemas.microsoft.com/office/drawing/2012/chart" uri="{02D57815-91ED-43cb-92C2-25804820EDAC}">
                        <c15:formulaRef>
                          <c15:sqref>Sheet1!$D$1</c15:sqref>
                        </c15:formulaRef>
                      </c:ext>
                    </c:extLst>
                    <c:strCache>
                      <c:ptCount val="1"/>
                    </c:strCache>
                  </c:strRef>
                </c:tx>
                <c:dPt>
                  <c:idx val="0"/>
                  <c:bubble3D val="0"/>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extLst xmlns:c15="http://schemas.microsoft.com/office/drawing/2012/chart">
                    <c:ext xmlns:c16="http://schemas.microsoft.com/office/drawing/2014/chart" uri="{C3380CC4-5D6E-409C-BE32-E72D297353CC}">
                      <c16:uniqueId val="{0000000B-0D2D-4EA0-8814-97D1CC807147}"/>
                    </c:ext>
                  </c:extLst>
                </c:dPt>
                <c:dPt>
                  <c:idx val="1"/>
                  <c:bubble3D val="0"/>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extLst xmlns:c15="http://schemas.microsoft.com/office/drawing/2012/chart">
                    <c:ext xmlns:c16="http://schemas.microsoft.com/office/drawing/2014/chart" uri="{C3380CC4-5D6E-409C-BE32-E72D297353CC}">
                      <c16:uniqueId val="{0000000D-0D2D-4EA0-8814-97D1CC807147}"/>
                    </c:ext>
                  </c:extLst>
                </c:dPt>
                <c:cat>
                  <c:strRef>
                    <c:extLst xmlns:c15="http://schemas.microsoft.com/office/drawing/2012/chart">
                      <c:ext xmlns:c15="http://schemas.microsoft.com/office/drawing/2012/chart" uri="{02D57815-91ED-43cb-92C2-25804820EDAC}">
                        <c15:formulaRef>
                          <c15:sqref>Sheet1!$A$2:$A$5</c15:sqref>
                        </c15:formulaRef>
                      </c:ext>
                    </c:extLst>
                    <c:strCache>
                      <c:ptCount val="2"/>
                      <c:pt idx="0">
                        <c:v>No</c:v>
                      </c:pt>
                      <c:pt idx="1">
                        <c:v>Yes</c:v>
                      </c:pt>
                    </c:strCache>
                  </c:strRef>
                </c:cat>
                <c:val>
                  <c:numRef>
                    <c:extLst xmlns:c15="http://schemas.microsoft.com/office/drawing/2012/chart">
                      <c:ext xmlns:c15="http://schemas.microsoft.com/office/drawing/2012/chart" uri="{02D57815-91ED-43cb-92C2-25804820EDAC}">
                        <c15:formulaRef>
                          <c15:sqref>Sheet1!$D$2:$D$5</c15:sqref>
                        </c15:formulaRef>
                      </c:ext>
                    </c:extLst>
                    <c:numCache>
                      <c:formatCode>General</c:formatCode>
                      <c:ptCount val="2"/>
                    </c:numCache>
                  </c:numRef>
                </c:val>
                <c:extLst xmlns:c15="http://schemas.microsoft.com/office/drawing/2012/chart">
                  <c:ext xmlns:c16="http://schemas.microsoft.com/office/drawing/2014/chart" uri="{C3380CC4-5D6E-409C-BE32-E72D297353CC}">
                    <c16:uniqueId val="{0000000E-0D2D-4EA0-8814-97D1CC807147}"/>
                  </c:ext>
                </c:extLst>
              </c15:ser>
            </c15:filteredPieSeries>
          </c:ext>
        </c:extLst>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Count of RestaurantName</c:v>
                </c:pt>
              </c:strCache>
            </c:strRef>
          </c:tx>
          <c:dPt>
            <c:idx val="0"/>
            <c:bubble3D val="0"/>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extLst>
              <c:ext xmlns:c16="http://schemas.microsoft.com/office/drawing/2014/chart" uri="{C3380CC4-5D6E-409C-BE32-E72D297353CC}">
                <c16:uniqueId val="{00000001-7927-4300-B3CC-9FBA11731655}"/>
              </c:ext>
            </c:extLst>
          </c:dPt>
          <c:dPt>
            <c:idx val="1"/>
            <c:bubble3D val="0"/>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extLst>
              <c:ext xmlns:c16="http://schemas.microsoft.com/office/drawing/2014/chart" uri="{C3380CC4-5D6E-409C-BE32-E72D297353CC}">
                <c16:uniqueId val="{00000003-7927-4300-B3CC-9FBA11731655}"/>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a:solidFill>
                    <a:schemeClr val="tx2">
                      <a:lumMod val="35000"/>
                      <a:lumOff val="65000"/>
                    </a:schemeClr>
                  </a:solidFill>
                </a:ln>
                <a:effectLst/>
              </c:spPr>
            </c:leaderLines>
            <c:extLst>
              <c:ext xmlns:c15="http://schemas.microsoft.com/office/drawing/2012/chart" uri="{CE6537A1-D6FC-4f65-9D91-7224C49458BB}"/>
            </c:extLst>
          </c:dLbls>
          <c:cat>
            <c:strRef>
              <c:f>Sheet1!$A$2:$A$6</c:f>
              <c:strCache>
                <c:ptCount val="2"/>
                <c:pt idx="0">
                  <c:v>No</c:v>
                </c:pt>
                <c:pt idx="1">
                  <c:v>Yes</c:v>
                </c:pt>
              </c:strCache>
              <c:extLst/>
            </c:strRef>
          </c:cat>
          <c:val>
            <c:numRef>
              <c:f>Sheet1!$B$2:$B$6</c:f>
              <c:numCache>
                <c:formatCode>General</c:formatCode>
                <c:ptCount val="2"/>
                <c:pt idx="0">
                  <c:v>7076</c:v>
                </c:pt>
                <c:pt idx="1">
                  <c:v>2451</c:v>
                </c:pt>
              </c:numCache>
              <c:extLst/>
            </c:numRef>
          </c:val>
          <c:extLst>
            <c:ext xmlns:c16="http://schemas.microsoft.com/office/drawing/2014/chart" uri="{C3380CC4-5D6E-409C-BE32-E72D297353CC}">
              <c16:uniqueId val="{00000000-7132-409A-A5B7-F927747EF3DE}"/>
            </c:ext>
          </c:extLst>
        </c:ser>
        <c:dLbls>
          <c:dLblPos val="bestFit"/>
          <c:showLegendKey val="0"/>
          <c:showVal val="1"/>
          <c:showCatName val="0"/>
          <c:showSerName val="0"/>
          <c:showPercent val="0"/>
          <c:showBubbleSize val="0"/>
          <c:showLeaderLines val="1"/>
        </c:dLbls>
        <c:firstSliceAng val="0"/>
        <c:extLst>
          <c:ext xmlns:c15="http://schemas.microsoft.com/office/drawing/2012/chart" uri="{02D57815-91ED-43cb-92C2-25804820EDAC}">
            <c15:filteredPieSeries>
              <c15:ser>
                <c:idx val="1"/>
                <c:order val="1"/>
                <c:tx>
                  <c:strRef>
                    <c:extLst>
                      <c:ext uri="{02D57815-91ED-43cb-92C2-25804820EDAC}">
                        <c15:formulaRef>
                          <c15:sqref>Sheet1!$C$1</c15:sqref>
                        </c15:formulaRef>
                      </c:ext>
                    </c:extLst>
                    <c:strCache>
                      <c:ptCount val="1"/>
                    </c:strCache>
                  </c:strRef>
                </c:tx>
                <c:dPt>
                  <c:idx val="0"/>
                  <c:bubble3D val="0"/>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extLst>
                    <c:ext xmlns:c16="http://schemas.microsoft.com/office/drawing/2014/chart" uri="{C3380CC4-5D6E-409C-BE32-E72D297353CC}">
                      <c16:uniqueId val="{00000005-7927-4300-B3CC-9FBA11731655}"/>
                    </c:ext>
                  </c:extLst>
                </c:dPt>
                <c:dPt>
                  <c:idx val="1"/>
                  <c:bubble3D val="0"/>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extLst>
                    <c:ext xmlns:c16="http://schemas.microsoft.com/office/drawing/2014/chart" uri="{C3380CC4-5D6E-409C-BE32-E72D297353CC}">
                      <c16:uniqueId val="{00000007-7927-4300-B3CC-9FBA11731655}"/>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a:solidFill>
                          <a:schemeClr val="tx2">
                            <a:lumMod val="35000"/>
                            <a:lumOff val="65000"/>
                          </a:schemeClr>
                        </a:solidFill>
                      </a:ln>
                      <a:effectLst/>
                    </c:spPr>
                  </c:leaderLines>
                  <c:extLst>
                    <c:ext uri="{CE6537A1-D6FC-4f65-9D91-7224C49458BB}"/>
                  </c:extLst>
                </c:dLbls>
                <c:cat>
                  <c:strRef>
                    <c:extLst>
                      <c:ext uri="{02D57815-91ED-43cb-92C2-25804820EDAC}">
                        <c15:formulaRef>
                          <c15:sqref>Sheet1!$A$2:$A$6</c15:sqref>
                        </c15:formulaRef>
                      </c:ext>
                    </c:extLst>
                    <c:strCache>
                      <c:ptCount val="2"/>
                      <c:pt idx="0">
                        <c:v>No</c:v>
                      </c:pt>
                      <c:pt idx="1">
                        <c:v>Yes</c:v>
                      </c:pt>
                    </c:strCache>
                  </c:strRef>
                </c:cat>
                <c:val>
                  <c:numRef>
                    <c:extLst>
                      <c:ext uri="{02D57815-91ED-43cb-92C2-25804820EDAC}">
                        <c15:formulaRef>
                          <c15:sqref>Sheet1!$C$2:$C$6</c15:sqref>
                        </c15:formulaRef>
                      </c:ext>
                    </c:extLst>
                    <c:numCache>
                      <c:formatCode>General</c:formatCode>
                      <c:ptCount val="2"/>
                    </c:numCache>
                  </c:numRef>
                </c:val>
                <c:extLst>
                  <c:ext xmlns:c16="http://schemas.microsoft.com/office/drawing/2014/chart" uri="{C3380CC4-5D6E-409C-BE32-E72D297353CC}">
                    <c16:uniqueId val="{00000001-7132-409A-A5B7-F927747EF3DE}"/>
                  </c:ext>
                </c:extLst>
              </c15:ser>
            </c15:filteredPieSeries>
            <c15:filteredPieSeries>
              <c15:ser>
                <c:idx val="2"/>
                <c:order val="2"/>
                <c:tx>
                  <c:strRef>
                    <c:extLst xmlns:c15="http://schemas.microsoft.com/office/drawing/2012/chart">
                      <c:ext xmlns:c15="http://schemas.microsoft.com/office/drawing/2012/chart" uri="{02D57815-91ED-43cb-92C2-25804820EDAC}">
                        <c15:formulaRef>
                          <c15:sqref>Sheet1!$D$1</c15:sqref>
                        </c15:formulaRef>
                      </c:ext>
                    </c:extLst>
                    <c:strCache>
                      <c:ptCount val="1"/>
                    </c:strCache>
                  </c:strRef>
                </c:tx>
                <c:dPt>
                  <c:idx val="0"/>
                  <c:bubble3D val="0"/>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extLst xmlns:c15="http://schemas.microsoft.com/office/drawing/2012/chart">
                    <c:ext xmlns:c16="http://schemas.microsoft.com/office/drawing/2014/chart" uri="{C3380CC4-5D6E-409C-BE32-E72D297353CC}">
                      <c16:uniqueId val="{00000009-7927-4300-B3CC-9FBA11731655}"/>
                    </c:ext>
                  </c:extLst>
                </c:dPt>
                <c:dPt>
                  <c:idx val="1"/>
                  <c:bubble3D val="0"/>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extLst xmlns:c15="http://schemas.microsoft.com/office/drawing/2012/chart">
                    <c:ext xmlns:c16="http://schemas.microsoft.com/office/drawing/2014/chart" uri="{C3380CC4-5D6E-409C-BE32-E72D297353CC}">
                      <c16:uniqueId val="{0000000B-7927-4300-B3CC-9FBA11731655}"/>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a:solidFill>
                          <a:schemeClr val="tx2">
                            <a:lumMod val="35000"/>
                            <a:lumOff val="65000"/>
                          </a:schemeClr>
                        </a:solidFill>
                      </a:ln>
                      <a:effectLst/>
                    </c:spPr>
                  </c:leaderLines>
                  <c:extLst xmlns:c15="http://schemas.microsoft.com/office/drawing/2012/chart">
                    <c:ext xmlns:c15="http://schemas.microsoft.com/office/drawing/2012/chart" uri="{CE6537A1-D6FC-4f65-9D91-7224C49458BB}"/>
                  </c:extLst>
                </c:dLbls>
                <c:cat>
                  <c:strRef>
                    <c:extLst xmlns:c15="http://schemas.microsoft.com/office/drawing/2012/chart">
                      <c:ext xmlns:c15="http://schemas.microsoft.com/office/drawing/2012/chart" uri="{02D57815-91ED-43cb-92C2-25804820EDAC}">
                        <c15:formulaRef>
                          <c15:sqref>Sheet1!$A$2:$A$6</c15:sqref>
                        </c15:formulaRef>
                      </c:ext>
                    </c:extLst>
                    <c:strCache>
                      <c:ptCount val="2"/>
                      <c:pt idx="0">
                        <c:v>No</c:v>
                      </c:pt>
                      <c:pt idx="1">
                        <c:v>Yes</c:v>
                      </c:pt>
                    </c:strCache>
                  </c:strRef>
                </c:cat>
                <c:val>
                  <c:numRef>
                    <c:extLst xmlns:c15="http://schemas.microsoft.com/office/drawing/2012/chart">
                      <c:ext xmlns:c15="http://schemas.microsoft.com/office/drawing/2012/chart" uri="{02D57815-91ED-43cb-92C2-25804820EDAC}">
                        <c15:formulaRef>
                          <c15:sqref>Sheet1!$D$2:$D$6</c15:sqref>
                        </c15:formulaRef>
                      </c:ext>
                    </c:extLst>
                    <c:numCache>
                      <c:formatCode>General</c:formatCode>
                      <c:ptCount val="2"/>
                    </c:numCache>
                  </c:numRef>
                </c:val>
                <c:extLst xmlns:c15="http://schemas.microsoft.com/office/drawing/2012/chart">
                  <c:ext xmlns:c16="http://schemas.microsoft.com/office/drawing/2014/chart" uri="{C3380CC4-5D6E-409C-BE32-E72D297353CC}">
                    <c16:uniqueId val="{00000002-7132-409A-A5B7-F927747EF3DE}"/>
                  </c:ext>
                </c:extLst>
              </c15:ser>
            </c15:filteredPieSeries>
          </c:ext>
        </c:extLst>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4000" b="0" i="0" u="none" strike="noStrike" kern="1200" baseline="0">
                <a:solidFill>
                  <a:schemeClr val="tx1">
                    <a:lumMod val="65000"/>
                    <a:lumOff val="35000"/>
                  </a:schemeClr>
                </a:solidFill>
                <a:latin typeface="+mn-lt"/>
                <a:ea typeface="+mn-ea"/>
                <a:cs typeface="+mn-cs"/>
              </a:defRPr>
            </a:pPr>
            <a:r>
              <a:rPr lang="en-IN" sz="4000" b="0" dirty="0">
                <a:solidFill>
                  <a:schemeClr val="tx1"/>
                </a:solidFill>
                <a:latin typeface="+mj-lt"/>
                <a:cs typeface="Arial" panose="020B0604020202020204" pitchFamily="34" charset="0"/>
              </a:rPr>
              <a:t>     Average</a:t>
            </a:r>
            <a:r>
              <a:rPr lang="en-IN" sz="4000" b="0" baseline="0" dirty="0">
                <a:solidFill>
                  <a:schemeClr val="tx1"/>
                </a:solidFill>
                <a:latin typeface="+mj-lt"/>
                <a:cs typeface="Arial" panose="020B0604020202020204" pitchFamily="34" charset="0"/>
              </a:rPr>
              <a:t> Cost for Two</a:t>
            </a:r>
            <a:endParaRPr lang="en-IN" sz="4000" b="0" dirty="0">
              <a:solidFill>
                <a:schemeClr val="tx1"/>
              </a:solidFill>
              <a:latin typeface="+mj-lt"/>
              <a:cs typeface="Arial" panose="020B0604020202020204" pitchFamily="34" charset="0"/>
            </a:endParaRPr>
          </a:p>
        </c:rich>
      </c:tx>
      <c:layout>
        <c:manualLayout>
          <c:xMode val="edge"/>
          <c:yMode val="edge"/>
          <c:x val="0.24492568897637798"/>
          <c:y val="0"/>
        </c:manualLayout>
      </c:layout>
      <c:overlay val="0"/>
      <c:spPr>
        <a:noFill/>
        <a:ln>
          <a:noFill/>
        </a:ln>
        <a:effectLst/>
      </c:spPr>
      <c:txPr>
        <a:bodyPr rot="0" spcFirstLastPara="1" vertOverflow="ellipsis" vert="horz" wrap="square" anchor="ctr" anchorCtr="1"/>
        <a:lstStyle/>
        <a:p>
          <a:pPr>
            <a:defRPr sz="4000" b="0" i="0" u="none" strike="noStrike" kern="120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Average of Average cost of two</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a:outerShdw blurRad="57150" dist="19050" dir="5400000" algn="ctr" rotWithShape="0">
                <a:srgbClr val="000000">
                  <a:alpha val="63000"/>
                </a:srgbClr>
              </a:outerShdw>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Sheet1!$A$2:$A$17</c:f>
              <c:strCache>
                <c:ptCount val="15"/>
                <c:pt idx="0">
                  <c:v>Australia</c:v>
                </c:pt>
                <c:pt idx="1">
                  <c:v>Brazil</c:v>
                </c:pt>
                <c:pt idx="2">
                  <c:v>Canada</c:v>
                </c:pt>
                <c:pt idx="3">
                  <c:v>India</c:v>
                </c:pt>
                <c:pt idx="4">
                  <c:v>Indonesia</c:v>
                </c:pt>
                <c:pt idx="5">
                  <c:v>New Zealand</c:v>
                </c:pt>
                <c:pt idx="6">
                  <c:v>Philippines</c:v>
                </c:pt>
                <c:pt idx="7">
                  <c:v>Qatar</c:v>
                </c:pt>
                <c:pt idx="8">
                  <c:v>Singapore</c:v>
                </c:pt>
                <c:pt idx="9">
                  <c:v>South Africa</c:v>
                </c:pt>
                <c:pt idx="10">
                  <c:v>Sri Lanka</c:v>
                </c:pt>
                <c:pt idx="11">
                  <c:v>Turkey</c:v>
                </c:pt>
                <c:pt idx="12">
                  <c:v>United Arab Emirates</c:v>
                </c:pt>
                <c:pt idx="13">
                  <c:v>United Kingdom</c:v>
                </c:pt>
                <c:pt idx="14">
                  <c:v>United States of America</c:v>
                </c:pt>
              </c:strCache>
              <c:extLst/>
            </c:strRef>
          </c:cat>
          <c:val>
            <c:numRef>
              <c:f>Sheet1!$B$2:$B$17</c:f>
              <c:numCache>
                <c:formatCode>0.00</c:formatCode>
                <c:ptCount val="15"/>
                <c:pt idx="0">
                  <c:v>1305.7983333333339</c:v>
                </c:pt>
                <c:pt idx="1">
                  <c:v>1999.9615999999994</c:v>
                </c:pt>
                <c:pt idx="2">
                  <c:v>2191.6750000000002</c:v>
                </c:pt>
                <c:pt idx="3">
                  <c:v>624.01943769524473</c:v>
                </c:pt>
                <c:pt idx="4">
                  <c:v>1490.5907142857145</c:v>
                </c:pt>
                <c:pt idx="5">
                  <c:v>3421.9350000000004</c:v>
                </c:pt>
                <c:pt idx="6">
                  <c:v>2426.2954545454545</c:v>
                </c:pt>
                <c:pt idx="7">
                  <c:v>5381.1875</c:v>
                </c:pt>
                <c:pt idx="8">
                  <c:v>10122.192500000001</c:v>
                </c:pt>
                <c:pt idx="9">
                  <c:v>1972.7466666666667</c:v>
                </c:pt>
                <c:pt idx="10">
                  <c:v>712.5</c:v>
                </c:pt>
                <c:pt idx="11">
                  <c:v>202.79852941176469</c:v>
                </c:pt>
                <c:pt idx="12">
                  <c:v>3957.3883333333333</c:v>
                </c:pt>
                <c:pt idx="13">
                  <c:v>5311.96875</c:v>
                </c:pt>
                <c:pt idx="14">
                  <c:v>2336.0152744630341</c:v>
                </c:pt>
              </c:numCache>
              <c:extLst/>
            </c:numRef>
          </c:val>
          <c:extLst>
            <c:ext xmlns:c16="http://schemas.microsoft.com/office/drawing/2014/chart" uri="{C3380CC4-5D6E-409C-BE32-E72D297353CC}">
              <c16:uniqueId val="{00000000-F2F5-41D3-997E-6AC11CC96D78}"/>
            </c:ext>
          </c:extLst>
        </c:ser>
        <c:dLbls>
          <c:dLblPos val="outEnd"/>
          <c:showLegendKey val="0"/>
          <c:showVal val="1"/>
          <c:showCatName val="0"/>
          <c:showSerName val="0"/>
          <c:showPercent val="0"/>
          <c:showBubbleSize val="0"/>
        </c:dLbls>
        <c:gapWidth val="100"/>
        <c:overlap val="-24"/>
        <c:axId val="1666436431"/>
        <c:axId val="1666442191"/>
        <c:extLst>
          <c:ext xmlns:c15="http://schemas.microsoft.com/office/drawing/2012/chart" uri="{02D57815-91ED-43cb-92C2-25804820EDAC}">
            <c15:filteredBarSeries>
              <c15:ser>
                <c:idx val="1"/>
                <c:order val="1"/>
                <c:tx>
                  <c:strRef>
                    <c:extLst>
                      <c:ext uri="{02D57815-91ED-43cb-92C2-25804820EDAC}">
                        <c15:formulaRef>
                          <c15:sqref>Sheet1!$C$1</c15:sqref>
                        </c15:formulaRef>
                      </c:ext>
                    </c:extLst>
                    <c:strCache>
                      <c:ptCount val="1"/>
                    </c:strCache>
                  </c:strRef>
                </c:tx>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a:noFill/>
                  </a:ln>
                  <a:effectLst>
                    <a:outerShdw blurRad="57150" dist="19050" dir="5400000" algn="ctr" rotWithShape="0">
                      <a:srgbClr val="000000">
                        <a:alpha val="63000"/>
                      </a:srgbClr>
                    </a:outerShdw>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cat>
                  <c:strRef>
                    <c:extLst>
                      <c:ext uri="{02D57815-91ED-43cb-92C2-25804820EDAC}">
                        <c15:formulaRef>
                          <c15:sqref>Sheet1!$A$2:$A$17</c15:sqref>
                        </c15:formulaRef>
                      </c:ext>
                    </c:extLst>
                    <c:strCache>
                      <c:ptCount val="15"/>
                      <c:pt idx="0">
                        <c:v>Australia</c:v>
                      </c:pt>
                      <c:pt idx="1">
                        <c:v>Brazil</c:v>
                      </c:pt>
                      <c:pt idx="2">
                        <c:v>Canada</c:v>
                      </c:pt>
                      <c:pt idx="3">
                        <c:v>India</c:v>
                      </c:pt>
                      <c:pt idx="4">
                        <c:v>Indonesia</c:v>
                      </c:pt>
                      <c:pt idx="5">
                        <c:v>New Zealand</c:v>
                      </c:pt>
                      <c:pt idx="6">
                        <c:v>Philippines</c:v>
                      </c:pt>
                      <c:pt idx="7">
                        <c:v>Qatar</c:v>
                      </c:pt>
                      <c:pt idx="8">
                        <c:v>Singapore</c:v>
                      </c:pt>
                      <c:pt idx="9">
                        <c:v>South Africa</c:v>
                      </c:pt>
                      <c:pt idx="10">
                        <c:v>Sri Lanka</c:v>
                      </c:pt>
                      <c:pt idx="11">
                        <c:v>Turkey</c:v>
                      </c:pt>
                      <c:pt idx="12">
                        <c:v>United Arab Emirates</c:v>
                      </c:pt>
                      <c:pt idx="13">
                        <c:v>United Kingdom</c:v>
                      </c:pt>
                      <c:pt idx="14">
                        <c:v>United States of America</c:v>
                      </c:pt>
                    </c:strCache>
                  </c:strRef>
                </c:cat>
                <c:val>
                  <c:numRef>
                    <c:extLst>
                      <c:ext uri="{02D57815-91ED-43cb-92C2-25804820EDAC}">
                        <c15:formulaRef>
                          <c15:sqref>Sheet1!$C$2:$C$17</c15:sqref>
                        </c15:formulaRef>
                      </c:ext>
                    </c:extLst>
                    <c:numCache>
                      <c:formatCode>General</c:formatCode>
                      <c:ptCount val="15"/>
                    </c:numCache>
                  </c:numRef>
                </c:val>
                <c:extLst>
                  <c:ext xmlns:c16="http://schemas.microsoft.com/office/drawing/2014/chart" uri="{C3380CC4-5D6E-409C-BE32-E72D297353CC}">
                    <c16:uniqueId val="{00000001-F2F5-41D3-997E-6AC11CC96D78}"/>
                  </c:ext>
                </c:extLst>
              </c15:ser>
            </c15:filteredBarSeries>
            <c15:filteredBarSeries>
              <c15:ser>
                <c:idx val="2"/>
                <c:order val="2"/>
                <c:tx>
                  <c:strRef>
                    <c:extLst xmlns:c15="http://schemas.microsoft.com/office/drawing/2012/chart">
                      <c:ext xmlns:c15="http://schemas.microsoft.com/office/drawing/2012/chart" uri="{02D57815-91ED-43cb-92C2-25804820EDAC}">
                        <c15:formulaRef>
                          <c15:sqref>Sheet1!$D$1</c15:sqref>
                        </c15:formulaRef>
                      </c:ext>
                    </c:extLst>
                    <c:strCache>
                      <c:ptCount val="1"/>
                    </c:strCache>
                  </c:strRef>
                </c:tx>
                <c:spPr>
                  <a:gradFill rotWithShape="1">
                    <a:gsLst>
                      <a:gs pos="0">
                        <a:schemeClr val="accent6">
                          <a:satMod val="103000"/>
                          <a:lumMod val="102000"/>
                          <a:tint val="94000"/>
                        </a:schemeClr>
                      </a:gs>
                      <a:gs pos="50000">
                        <a:schemeClr val="accent6">
                          <a:satMod val="110000"/>
                          <a:lumMod val="100000"/>
                          <a:shade val="100000"/>
                        </a:schemeClr>
                      </a:gs>
                      <a:gs pos="100000">
                        <a:schemeClr val="accent6">
                          <a:lumMod val="99000"/>
                          <a:satMod val="120000"/>
                          <a:shade val="78000"/>
                        </a:schemeClr>
                      </a:gs>
                    </a:gsLst>
                    <a:lin ang="5400000" scaled="0"/>
                  </a:gradFill>
                  <a:ln>
                    <a:noFill/>
                  </a:ln>
                  <a:effectLst>
                    <a:outerShdw blurRad="57150" dist="19050" dir="5400000" algn="ctr" rotWithShape="0">
                      <a:srgbClr val="000000">
                        <a:alpha val="63000"/>
                      </a:srgbClr>
                    </a:outerShdw>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extLst xmlns:c15="http://schemas.microsoft.com/office/drawing/2012/chart">
                      <c:ext xmlns:c15="http://schemas.microsoft.com/office/drawing/2012/chart" uri="{02D57815-91ED-43cb-92C2-25804820EDAC}">
                        <c15:formulaRef>
                          <c15:sqref>Sheet1!$A$2:$A$17</c15:sqref>
                        </c15:formulaRef>
                      </c:ext>
                    </c:extLst>
                    <c:strCache>
                      <c:ptCount val="15"/>
                      <c:pt idx="0">
                        <c:v>Australia</c:v>
                      </c:pt>
                      <c:pt idx="1">
                        <c:v>Brazil</c:v>
                      </c:pt>
                      <c:pt idx="2">
                        <c:v>Canada</c:v>
                      </c:pt>
                      <c:pt idx="3">
                        <c:v>India</c:v>
                      </c:pt>
                      <c:pt idx="4">
                        <c:v>Indonesia</c:v>
                      </c:pt>
                      <c:pt idx="5">
                        <c:v>New Zealand</c:v>
                      </c:pt>
                      <c:pt idx="6">
                        <c:v>Philippines</c:v>
                      </c:pt>
                      <c:pt idx="7">
                        <c:v>Qatar</c:v>
                      </c:pt>
                      <c:pt idx="8">
                        <c:v>Singapore</c:v>
                      </c:pt>
                      <c:pt idx="9">
                        <c:v>South Africa</c:v>
                      </c:pt>
                      <c:pt idx="10">
                        <c:v>Sri Lanka</c:v>
                      </c:pt>
                      <c:pt idx="11">
                        <c:v>Turkey</c:v>
                      </c:pt>
                      <c:pt idx="12">
                        <c:v>United Arab Emirates</c:v>
                      </c:pt>
                      <c:pt idx="13">
                        <c:v>United Kingdom</c:v>
                      </c:pt>
                      <c:pt idx="14">
                        <c:v>United States of America</c:v>
                      </c:pt>
                    </c:strCache>
                  </c:strRef>
                </c:cat>
                <c:val>
                  <c:numRef>
                    <c:extLst xmlns:c15="http://schemas.microsoft.com/office/drawing/2012/chart">
                      <c:ext xmlns:c15="http://schemas.microsoft.com/office/drawing/2012/chart" uri="{02D57815-91ED-43cb-92C2-25804820EDAC}">
                        <c15:formulaRef>
                          <c15:sqref>Sheet1!$D$2:$D$17</c15:sqref>
                        </c15:formulaRef>
                      </c:ext>
                    </c:extLst>
                    <c:numCache>
                      <c:formatCode>General</c:formatCode>
                      <c:ptCount val="15"/>
                    </c:numCache>
                  </c:numRef>
                </c:val>
                <c:extLst xmlns:c15="http://schemas.microsoft.com/office/drawing/2012/chart">
                  <c:ext xmlns:c16="http://schemas.microsoft.com/office/drawing/2014/chart" uri="{C3380CC4-5D6E-409C-BE32-E72D297353CC}">
                    <c16:uniqueId val="{00000002-F2F5-41D3-997E-6AC11CC96D78}"/>
                  </c:ext>
                </c:extLst>
              </c15:ser>
            </c15:filteredBarSeries>
          </c:ext>
        </c:extLst>
      </c:barChart>
      <c:catAx>
        <c:axId val="1666436431"/>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66442191"/>
        <c:crosses val="autoZero"/>
        <c:auto val="1"/>
        <c:lblAlgn val="ctr"/>
        <c:lblOffset val="100"/>
        <c:noMultiLvlLbl val="0"/>
      </c:catAx>
      <c:valAx>
        <c:axId val="1666442191"/>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6643643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8560408464566929E-2"/>
          <c:y val="9.8519617463114079E-2"/>
          <c:w val="0.88425209153543305"/>
          <c:h val="0.73324417241362128"/>
        </c:manualLayout>
      </c:layout>
      <c:barChart>
        <c:barDir val="col"/>
        <c:grouping val="clustered"/>
        <c:varyColors val="0"/>
        <c:ser>
          <c:idx val="0"/>
          <c:order val="0"/>
          <c:tx>
            <c:strRef>
              <c:f>Sheet1!$B$1</c:f>
              <c:strCache>
                <c:ptCount val="1"/>
                <c:pt idx="0">
                  <c:v>Average of Average cost of two</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2">
                          <a:lumMod val="35000"/>
                          <a:lumOff val="65000"/>
                        </a:schemeClr>
                      </a:solidFill>
                    </a:ln>
                    <a:effectLst/>
                  </c:spPr>
                </c15:leaderLines>
              </c:ext>
            </c:extLst>
          </c:dLbls>
          <c:cat>
            <c:strRef>
              <c:f>Sheet1!$A$2:$A$8</c:f>
              <c:strCache>
                <c:ptCount val="3"/>
                <c:pt idx="0">
                  <c:v>Singapore</c:v>
                </c:pt>
                <c:pt idx="1">
                  <c:v>United Arab Emirates</c:v>
                </c:pt>
                <c:pt idx="2">
                  <c:v>United Kingdom</c:v>
                </c:pt>
              </c:strCache>
              <c:extLst/>
            </c:strRef>
          </c:cat>
          <c:val>
            <c:numRef>
              <c:f>Sheet1!$B$2:$B$8</c:f>
              <c:numCache>
                <c:formatCode>0.00</c:formatCode>
                <c:ptCount val="3"/>
                <c:pt idx="0">
                  <c:v>10122.192499999999</c:v>
                </c:pt>
                <c:pt idx="1">
                  <c:v>3957.3883333333329</c:v>
                </c:pt>
                <c:pt idx="2">
                  <c:v>5311.96875</c:v>
                </c:pt>
              </c:numCache>
              <c:extLst/>
            </c:numRef>
          </c:val>
          <c:extLst>
            <c:ext xmlns:c16="http://schemas.microsoft.com/office/drawing/2014/chart" uri="{C3380CC4-5D6E-409C-BE32-E72D297353CC}">
              <c16:uniqueId val="{00000000-F343-4317-9937-DC23E48237AA}"/>
            </c:ext>
          </c:extLst>
        </c:ser>
        <c:ser>
          <c:idx val="1"/>
          <c:order val="1"/>
          <c:tx>
            <c:strRef>
              <c:f>Sheet1!$C$1</c:f>
              <c:strCache>
                <c:ptCount val="1"/>
              </c:strCache>
            </c:strRef>
          </c:tx>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2">
                          <a:lumMod val="35000"/>
                          <a:lumOff val="65000"/>
                        </a:schemeClr>
                      </a:solidFill>
                    </a:ln>
                    <a:effectLst/>
                  </c:spPr>
                </c15:leaderLines>
              </c:ext>
            </c:extLst>
          </c:dLbls>
          <c:cat>
            <c:strRef>
              <c:f>Sheet1!$A$2:$A$8</c:f>
              <c:strCache>
                <c:ptCount val="3"/>
                <c:pt idx="0">
                  <c:v>Singapore</c:v>
                </c:pt>
                <c:pt idx="1">
                  <c:v>United Arab Emirates</c:v>
                </c:pt>
                <c:pt idx="2">
                  <c:v>United Kingdom</c:v>
                </c:pt>
              </c:strCache>
              <c:extLst/>
            </c:strRef>
          </c:cat>
          <c:val>
            <c:numRef>
              <c:f>Sheet1!$C$2:$C$8</c:f>
              <c:numCache>
                <c:formatCode>General</c:formatCode>
                <c:ptCount val="3"/>
              </c:numCache>
              <c:extLst/>
            </c:numRef>
          </c:val>
          <c:extLst>
            <c:ext xmlns:c16="http://schemas.microsoft.com/office/drawing/2014/chart" uri="{C3380CC4-5D6E-409C-BE32-E72D297353CC}">
              <c16:uniqueId val="{00000001-F343-4317-9937-DC23E48237AA}"/>
            </c:ext>
          </c:extLst>
        </c:ser>
        <c:ser>
          <c:idx val="2"/>
          <c:order val="2"/>
          <c:tx>
            <c:strRef>
              <c:f>Sheet1!$D$1</c:f>
              <c:strCache>
                <c:ptCount val="1"/>
              </c:strCache>
            </c:strRef>
          </c:tx>
          <c:spPr>
            <a:gradFill rotWithShape="1">
              <a:gsLst>
                <a:gs pos="0">
                  <a:schemeClr val="accent6">
                    <a:satMod val="103000"/>
                    <a:lumMod val="102000"/>
                    <a:tint val="94000"/>
                  </a:schemeClr>
                </a:gs>
                <a:gs pos="50000">
                  <a:schemeClr val="accent6">
                    <a:satMod val="110000"/>
                    <a:lumMod val="100000"/>
                    <a:shade val="100000"/>
                  </a:schemeClr>
                </a:gs>
                <a:gs pos="100000">
                  <a:schemeClr val="accent6">
                    <a:lumMod val="99000"/>
                    <a:satMod val="120000"/>
                    <a:shade val="78000"/>
                  </a:schemeClr>
                </a:gs>
              </a:gsLst>
              <a:lin ang="5400000" scaled="0"/>
            </a:gra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2">
                          <a:lumMod val="35000"/>
                          <a:lumOff val="65000"/>
                        </a:schemeClr>
                      </a:solidFill>
                    </a:ln>
                    <a:effectLst/>
                  </c:spPr>
                </c15:leaderLines>
              </c:ext>
            </c:extLst>
          </c:dLbls>
          <c:cat>
            <c:strRef>
              <c:f>Sheet1!$A$2:$A$8</c:f>
              <c:strCache>
                <c:ptCount val="3"/>
                <c:pt idx="0">
                  <c:v>Singapore</c:v>
                </c:pt>
                <c:pt idx="1">
                  <c:v>United Arab Emirates</c:v>
                </c:pt>
                <c:pt idx="2">
                  <c:v>United Kingdom</c:v>
                </c:pt>
              </c:strCache>
              <c:extLst/>
            </c:strRef>
          </c:cat>
          <c:val>
            <c:numRef>
              <c:f>Sheet1!$D$2:$D$8</c:f>
              <c:numCache>
                <c:formatCode>General</c:formatCode>
                <c:ptCount val="3"/>
              </c:numCache>
              <c:extLst/>
            </c:numRef>
          </c:val>
          <c:extLst>
            <c:ext xmlns:c16="http://schemas.microsoft.com/office/drawing/2014/chart" uri="{C3380CC4-5D6E-409C-BE32-E72D297353CC}">
              <c16:uniqueId val="{00000002-F343-4317-9937-DC23E48237AA}"/>
            </c:ext>
          </c:extLst>
        </c:ser>
        <c:dLbls>
          <c:dLblPos val="outEnd"/>
          <c:showLegendKey val="0"/>
          <c:showVal val="1"/>
          <c:showCatName val="0"/>
          <c:showSerName val="0"/>
          <c:showPercent val="0"/>
          <c:showBubbleSize val="0"/>
        </c:dLbls>
        <c:gapWidth val="100"/>
        <c:overlap val="-24"/>
        <c:axId val="1666471471"/>
        <c:axId val="1666469551"/>
      </c:barChart>
      <c:catAx>
        <c:axId val="1666471471"/>
        <c:scaling>
          <c:orientation val="minMax"/>
        </c:scaling>
        <c:delete val="0"/>
        <c:axPos val="b"/>
        <c:numFmt formatCode="General" sourceLinked="1"/>
        <c:majorTickMark val="none"/>
        <c:minorTickMark val="none"/>
        <c:tickLblPos val="nextTo"/>
        <c:spPr>
          <a:noFill/>
          <a:ln w="9525" cap="flat" cmpd="sng" algn="ctr">
            <a:solidFill>
              <a:schemeClr val="tx2">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66469551"/>
        <c:crosses val="autoZero"/>
        <c:auto val="1"/>
        <c:lblAlgn val="ctr"/>
        <c:lblOffset val="100"/>
        <c:noMultiLvlLbl val="0"/>
      </c:catAx>
      <c:valAx>
        <c:axId val="1666469551"/>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6647147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128" b="0" i="0" u="none" strike="noStrike" kern="1200" baseline="0">
                <a:solidFill>
                  <a:schemeClr val="tx1">
                    <a:lumMod val="65000"/>
                    <a:lumOff val="35000"/>
                  </a:schemeClr>
                </a:solidFill>
                <a:latin typeface="+mn-lt"/>
                <a:ea typeface="+mn-ea"/>
                <a:cs typeface="+mn-cs"/>
              </a:defRPr>
            </a:pPr>
            <a:r>
              <a:rPr lang="en-IN" sz="4000" b="0" dirty="0">
                <a:solidFill>
                  <a:schemeClr val="tx1"/>
                </a:solidFill>
              </a:rPr>
              <a:t>  </a:t>
            </a:r>
            <a:r>
              <a:rPr lang="en-IN" sz="4000" b="0" dirty="0">
                <a:solidFill>
                  <a:schemeClr val="tx1"/>
                </a:solidFill>
                <a:latin typeface="+mj-lt"/>
              </a:rPr>
              <a:t>Most Popular Cuisines Across Countries</a:t>
            </a:r>
          </a:p>
        </c:rich>
      </c:tx>
      <c:overlay val="0"/>
      <c:spPr>
        <a:noFill/>
        <a:ln>
          <a:noFill/>
        </a:ln>
        <a:effectLst/>
      </c:spPr>
      <c:txPr>
        <a:bodyPr rot="0" spcFirstLastPara="1" vertOverflow="ellipsis" vert="horz" wrap="square" anchor="ctr" anchorCtr="1"/>
        <a:lstStyle/>
        <a:p>
          <a:pPr>
            <a:defRPr sz="2128" b="0" i="0" u="none" strike="noStrike" kern="1200" baseline="0">
              <a:solidFill>
                <a:schemeClr val="tx1">
                  <a:lumMod val="65000"/>
                  <a:lumOff val="35000"/>
                </a:schemeClr>
              </a:solidFill>
              <a:latin typeface="+mn-lt"/>
              <a:ea typeface="+mn-ea"/>
              <a:cs typeface="+mn-cs"/>
            </a:defRPr>
          </a:pPr>
          <a:endParaRPr lang="en-US"/>
        </a:p>
      </c:txPr>
    </c:title>
    <c:autoTitleDeleted val="0"/>
    <c:plotArea>
      <c:layout/>
      <c:barChart>
        <c:barDir val="bar"/>
        <c:grouping val="clustered"/>
        <c:varyColors val="0"/>
        <c:ser>
          <c:idx val="0"/>
          <c:order val="0"/>
          <c:tx>
            <c:strRef>
              <c:f>Sheet1!$B$1</c:f>
              <c:strCache>
                <c:ptCount val="1"/>
                <c:pt idx="0">
                  <c:v>Count of Country</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a:outerShdw blurRad="57150" dist="19050" dir="5400000" algn="ctr" rotWithShape="0">
                <a:srgbClr val="000000">
                  <a:alpha val="63000"/>
                </a:srgbClr>
              </a:outerShdw>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Bakery</c:v>
                </c:pt>
                <c:pt idx="1">
                  <c:v>Bakery, Desserts</c:v>
                </c:pt>
                <c:pt idx="2">
                  <c:v>Cafe</c:v>
                </c:pt>
                <c:pt idx="3">
                  <c:v>Chinese</c:v>
                </c:pt>
                <c:pt idx="4">
                  <c:v>Fast Food</c:v>
                </c:pt>
                <c:pt idx="5">
                  <c:v>North Indian</c:v>
                </c:pt>
                <c:pt idx="6">
                  <c:v>North Indian, Chinese</c:v>
                </c:pt>
                <c:pt idx="7">
                  <c:v>North Indian, Mughlai</c:v>
                </c:pt>
                <c:pt idx="8">
                  <c:v>North Indian, Mughlai, Chinese</c:v>
                </c:pt>
                <c:pt idx="9">
                  <c:v>Street Food</c:v>
                </c:pt>
              </c:strCache>
            </c:strRef>
          </c:cat>
          <c:val>
            <c:numRef>
              <c:f>Sheet1!$B$2:$B$11</c:f>
              <c:numCache>
                <c:formatCode>0</c:formatCode>
                <c:ptCount val="10"/>
                <c:pt idx="0">
                  <c:v>218</c:v>
                </c:pt>
                <c:pt idx="1">
                  <c:v>170</c:v>
                </c:pt>
                <c:pt idx="2">
                  <c:v>299</c:v>
                </c:pt>
                <c:pt idx="3">
                  <c:v>354</c:v>
                </c:pt>
                <c:pt idx="4">
                  <c:v>354</c:v>
                </c:pt>
                <c:pt idx="5">
                  <c:v>936</c:v>
                </c:pt>
                <c:pt idx="6">
                  <c:v>511</c:v>
                </c:pt>
                <c:pt idx="7">
                  <c:v>334</c:v>
                </c:pt>
                <c:pt idx="8">
                  <c:v>197</c:v>
                </c:pt>
                <c:pt idx="9">
                  <c:v>148</c:v>
                </c:pt>
              </c:numCache>
            </c:numRef>
          </c:val>
          <c:extLst>
            <c:ext xmlns:c16="http://schemas.microsoft.com/office/drawing/2014/chart" uri="{C3380CC4-5D6E-409C-BE32-E72D297353CC}">
              <c16:uniqueId val="{00000000-FC41-4990-827C-DD6C02BBFC7D}"/>
            </c:ext>
          </c:extLst>
        </c:ser>
        <c:ser>
          <c:idx val="1"/>
          <c:order val="1"/>
          <c:tx>
            <c:strRef>
              <c:f>Sheet1!$C$1</c:f>
              <c:strCache>
                <c:ptCount val="1"/>
              </c:strCache>
            </c:strRef>
          </c:tx>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a:noFill/>
            </a:ln>
            <a:effectLst>
              <a:outerShdw blurRad="57150" dist="19050" dir="5400000" algn="ctr" rotWithShape="0">
                <a:srgbClr val="000000">
                  <a:alpha val="63000"/>
                </a:srgbClr>
              </a:outerShdw>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Bakery</c:v>
                </c:pt>
                <c:pt idx="1">
                  <c:v>Bakery, Desserts</c:v>
                </c:pt>
                <c:pt idx="2">
                  <c:v>Cafe</c:v>
                </c:pt>
                <c:pt idx="3">
                  <c:v>Chinese</c:v>
                </c:pt>
                <c:pt idx="4">
                  <c:v>Fast Food</c:v>
                </c:pt>
                <c:pt idx="5">
                  <c:v>North Indian</c:v>
                </c:pt>
                <c:pt idx="6">
                  <c:v>North Indian, Chinese</c:v>
                </c:pt>
                <c:pt idx="7">
                  <c:v>North Indian, Mughlai</c:v>
                </c:pt>
                <c:pt idx="8">
                  <c:v>North Indian, Mughlai, Chinese</c:v>
                </c:pt>
                <c:pt idx="9">
                  <c:v>Street Food</c:v>
                </c:pt>
              </c:strCache>
            </c:strRef>
          </c:cat>
          <c:val>
            <c:numRef>
              <c:f>Sheet1!$C$2:$C$11</c:f>
              <c:numCache>
                <c:formatCode>General</c:formatCode>
                <c:ptCount val="10"/>
              </c:numCache>
            </c:numRef>
          </c:val>
          <c:extLst>
            <c:ext xmlns:c16="http://schemas.microsoft.com/office/drawing/2014/chart" uri="{C3380CC4-5D6E-409C-BE32-E72D297353CC}">
              <c16:uniqueId val="{00000001-FC41-4990-827C-DD6C02BBFC7D}"/>
            </c:ext>
          </c:extLst>
        </c:ser>
        <c:ser>
          <c:idx val="2"/>
          <c:order val="2"/>
          <c:tx>
            <c:strRef>
              <c:f>Sheet1!$D$1</c:f>
              <c:strCache>
                <c:ptCount val="1"/>
              </c:strCache>
            </c:strRef>
          </c:tx>
          <c:spPr>
            <a:gradFill rotWithShape="1">
              <a:gsLst>
                <a:gs pos="0">
                  <a:schemeClr val="accent6">
                    <a:satMod val="103000"/>
                    <a:lumMod val="102000"/>
                    <a:tint val="94000"/>
                  </a:schemeClr>
                </a:gs>
                <a:gs pos="50000">
                  <a:schemeClr val="accent6">
                    <a:satMod val="110000"/>
                    <a:lumMod val="100000"/>
                    <a:shade val="100000"/>
                  </a:schemeClr>
                </a:gs>
                <a:gs pos="100000">
                  <a:schemeClr val="accent6">
                    <a:lumMod val="99000"/>
                    <a:satMod val="120000"/>
                    <a:shade val="78000"/>
                  </a:schemeClr>
                </a:gs>
              </a:gsLst>
              <a:lin ang="5400000" scaled="0"/>
            </a:gradFill>
            <a:ln>
              <a:noFill/>
            </a:ln>
            <a:effectLst>
              <a:outerShdw blurRad="57150" dist="19050" dir="5400000" algn="ctr" rotWithShape="0">
                <a:srgbClr val="000000">
                  <a:alpha val="63000"/>
                </a:srgbClr>
              </a:outerShdw>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Bakery</c:v>
                </c:pt>
                <c:pt idx="1">
                  <c:v>Bakery, Desserts</c:v>
                </c:pt>
                <c:pt idx="2">
                  <c:v>Cafe</c:v>
                </c:pt>
                <c:pt idx="3">
                  <c:v>Chinese</c:v>
                </c:pt>
                <c:pt idx="4">
                  <c:v>Fast Food</c:v>
                </c:pt>
                <c:pt idx="5">
                  <c:v>North Indian</c:v>
                </c:pt>
                <c:pt idx="6">
                  <c:v>North Indian, Chinese</c:v>
                </c:pt>
                <c:pt idx="7">
                  <c:v>North Indian, Mughlai</c:v>
                </c:pt>
                <c:pt idx="8">
                  <c:v>North Indian, Mughlai, Chinese</c:v>
                </c:pt>
                <c:pt idx="9">
                  <c:v>Street Food</c:v>
                </c:pt>
              </c:strCache>
            </c:strRef>
          </c:cat>
          <c:val>
            <c:numRef>
              <c:f>Sheet1!$D$2:$D$11</c:f>
              <c:numCache>
                <c:formatCode>General</c:formatCode>
                <c:ptCount val="10"/>
              </c:numCache>
            </c:numRef>
          </c:val>
          <c:extLst>
            <c:ext xmlns:c16="http://schemas.microsoft.com/office/drawing/2014/chart" uri="{C3380CC4-5D6E-409C-BE32-E72D297353CC}">
              <c16:uniqueId val="{00000002-FC41-4990-827C-DD6C02BBFC7D}"/>
            </c:ext>
          </c:extLst>
        </c:ser>
        <c:dLbls>
          <c:dLblPos val="outEnd"/>
          <c:showLegendKey val="0"/>
          <c:showVal val="1"/>
          <c:showCatName val="0"/>
          <c:showSerName val="0"/>
          <c:showPercent val="0"/>
          <c:showBubbleSize val="0"/>
        </c:dLbls>
        <c:gapWidth val="115"/>
        <c:overlap val="-20"/>
        <c:axId val="108748799"/>
        <c:axId val="108745439"/>
      </c:barChart>
      <c:catAx>
        <c:axId val="108748799"/>
        <c:scaling>
          <c:orientation val="minMax"/>
        </c:scaling>
        <c:delete val="0"/>
        <c:axPos val="l"/>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08745439"/>
        <c:crosses val="autoZero"/>
        <c:auto val="1"/>
        <c:lblAlgn val="ctr"/>
        <c:lblOffset val="100"/>
        <c:noMultiLvlLbl val="0"/>
      </c:catAx>
      <c:valAx>
        <c:axId val="108745439"/>
        <c:scaling>
          <c:orientation val="minMax"/>
        </c:scaling>
        <c:delete val="0"/>
        <c:axPos val="b"/>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0874879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5">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5.xml><?xml version="1.0" encoding="utf-8"?>
<cs:chartStyle xmlns:cs="http://schemas.microsoft.com/office/drawing/2012/chartStyle" xmlns:a="http://schemas.openxmlformats.org/drawingml/2006/main" id="255">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6.xml><?xml version="1.0" encoding="utf-8"?>
<cs:chartStyle xmlns:cs="http://schemas.microsoft.com/office/drawing/2012/chartStyle" xmlns:a="http://schemas.openxmlformats.org/drawingml/2006/main" id="340">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lt1"/>
    </cs:fontRef>
  </cs:dataPoint>
  <cs:dataPoint3D>
    <cs:lnRef idx="0"/>
    <cs:fillRef idx="3">
      <cs:styleClr val="auto"/>
    </cs:fillRef>
    <cs:effectRef idx="3"/>
    <cs:fontRef idx="minor">
      <a:schemeClr val="lt1"/>
    </cs:fontRef>
  </cs:dataPoint3D>
  <cs:dataPointLine>
    <cs:lnRef idx="0">
      <cs:styleClr val="auto"/>
    </cs:lnRef>
    <cs:fillRef idx="3"/>
    <cs:effectRef idx="3"/>
    <cs:fontRef idx="minor">
      <a:schemeClr val="lt1"/>
    </cs:fontRef>
    <cs:spPr>
      <a:ln w="34925" cap="rnd">
        <a:solidFill>
          <a:schemeClr val="phClr"/>
        </a:solidFill>
        <a:round/>
      </a:ln>
    </cs:spPr>
  </cs:dataPointLine>
  <cs:dataPointMarker>
    <cs:lnRef idx="0">
      <cs:styleClr val="auto"/>
    </cs:lnRef>
    <cs:fillRef idx="3">
      <cs:styleClr val="auto"/>
    </cs:fillRef>
    <cs:effectRef idx="3"/>
    <cs:fontRef idx="minor">
      <a:schemeClr val="lt1"/>
    </cs:fontRef>
    <cs:spPr>
      <a:ln w="9525">
        <a:solidFill>
          <a:schemeClr val="phClr"/>
        </a:solidFill>
        <a:round/>
      </a:ln>
    </cs:spPr>
  </cs:dataPointMarker>
  <cs:dataPointMarkerLayout symbol="circle" size="6"/>
  <cs:dataPointWireframe>
    <cs:lnRef idx="0">
      <cs:styleClr val="auto"/>
    </cs:lnRef>
    <cs:fillRef idx="3"/>
    <cs:effectRef idx="3"/>
    <cs:fontRef idx="minor">
      <a:schemeClr val="lt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7.xml><?xml version="1.0" encoding="utf-8"?>
<cs:chartStyle xmlns:cs="http://schemas.microsoft.com/office/drawing/2012/chartStyle" xmlns:a="http://schemas.openxmlformats.org/drawingml/2006/main" id="207">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lumOff val="2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8.xml><?xml version="1.0" encoding="utf-8"?>
<cs:chartStyle xmlns:cs="http://schemas.microsoft.com/office/drawing/2012/chartStyle" xmlns:a="http://schemas.openxmlformats.org/drawingml/2006/main" id="341">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styleClr val="auto"/>
    </cs:lnRef>
    <cs:fillRef idx="3">
      <cs:styleClr val="auto"/>
    </cs:fillRef>
    <cs:effectRef idx="3"/>
    <cs:fontRef idx="minor">
      <a:schemeClr val="tx1"/>
    </cs:fontRef>
    <cs:spPr>
      <a:ln w="9525">
        <a:solidFill>
          <a:schemeClr val="phClr"/>
        </a:solidFill>
        <a:round/>
      </a:ln>
    </cs:spPr>
  </cs:dataPointMarker>
  <cs:dataPointMarkerLayout size="5"/>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63C8B55-78E7-499D-80C3-D23D2334BBEA}" type="datetimeFigureOut">
              <a:rPr lang="en-IN" smtClean="0"/>
              <a:t>30-09-2025</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2AC6DA2-7C78-46F6-88FA-61A3A4A8530E}" type="slidenum">
              <a:rPr lang="en-IN" smtClean="0"/>
              <a:t>‹#›</a:t>
            </a:fld>
            <a:endParaRPr lang="en-IN"/>
          </a:p>
        </p:txBody>
      </p:sp>
    </p:spTree>
    <p:extLst>
      <p:ext uri="{BB962C8B-B14F-4D97-AF65-F5344CB8AC3E}">
        <p14:creationId xmlns:p14="http://schemas.microsoft.com/office/powerpoint/2010/main" val="394077634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fld id="{D2AC6DA2-7C78-46F6-88FA-61A3A4A8530E}" type="slidenum">
              <a:rPr lang="en-IN" smtClean="0"/>
              <a:t>14</a:t>
            </a:fld>
            <a:endParaRPr lang="en-IN"/>
          </a:p>
        </p:txBody>
      </p:sp>
    </p:spTree>
    <p:extLst>
      <p:ext uri="{BB962C8B-B14F-4D97-AF65-F5344CB8AC3E}">
        <p14:creationId xmlns:p14="http://schemas.microsoft.com/office/powerpoint/2010/main" val="30019082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grpSp>
        <p:nvGrpSpPr>
          <p:cNvPr id="7" name="Group 6"/>
          <p:cNvGrpSpPr/>
          <p:nvPr/>
        </p:nvGrpSpPr>
        <p:grpSpPr>
          <a:xfrm>
            <a:off x="0" y="-8467"/>
            <a:ext cx="12192000" cy="6866467"/>
            <a:chOff x="0" y="-8467"/>
            <a:chExt cx="12192000" cy="6866467"/>
          </a:xfrm>
        </p:grpSpPr>
        <p:cxnSp>
          <p:nvCxnSpPr>
            <p:cNvPr id="32" name="Straight Connector 31"/>
            <p:cNvCxnSpPr/>
            <p:nvPr/>
          </p:nvCxnSpPr>
          <p:spPr>
            <a:xfrm>
              <a:off x="9371012" y="0"/>
              <a:ext cx="1219200" cy="6858000"/>
            </a:xfrm>
            <a:prstGeom prst="line">
              <a:avLst/>
            </a:prstGeom>
            <a:ln w="9525">
              <a:solidFill>
                <a:schemeClr val="bg1">
                  <a:lumMod val="75000"/>
                </a:schemeClr>
              </a:solidFill>
            </a:ln>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flipH="1">
              <a:off x="7425267" y="3681413"/>
              <a:ext cx="4763558" cy="3176587"/>
            </a:xfrm>
            <a:prstGeom prst="line">
              <a:avLst/>
            </a:prstGeom>
            <a:ln w="9525">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
          <p:nvSpPr>
            <p:cNvPr id="24" name="Rectangle 23"/>
            <p:cNvSpPr/>
            <p:nvPr/>
          </p:nvSpPr>
          <p:spPr>
            <a:xfrm>
              <a:off x="9181476" y="-8467"/>
              <a:ext cx="3007349" cy="6866467"/>
            </a:xfrm>
            <a:custGeom>
              <a:avLst/>
              <a:gdLst/>
              <a:ahLst/>
              <a:cxnLst/>
              <a:rect l="l" t="t" r="r" b="b"/>
              <a:pathLst>
                <a:path w="3007349" h="6866467">
                  <a:moveTo>
                    <a:pt x="2045532" y="0"/>
                  </a:moveTo>
                  <a:lnTo>
                    <a:pt x="3007349" y="0"/>
                  </a:lnTo>
                  <a:lnTo>
                    <a:pt x="3007349" y="6866467"/>
                  </a:lnTo>
                  <a:lnTo>
                    <a:pt x="0" y="6866467"/>
                  </a:lnTo>
                  <a:lnTo>
                    <a:pt x="2045532" y="0"/>
                  </a:lnTo>
                  <a:close/>
                </a:path>
              </a:pathLst>
            </a:custGeom>
            <a:solidFill>
              <a:schemeClr val="accent1">
                <a:alpha val="30000"/>
              </a:schemeClr>
            </a:solidFill>
            <a:ln>
              <a:noFill/>
            </a:ln>
            <a:effectLst/>
          </p:spPr>
          <p:style>
            <a:lnRef idx="1">
              <a:schemeClr val="accent1"/>
            </a:lnRef>
            <a:fillRef idx="3">
              <a:schemeClr val="accent1"/>
            </a:fillRef>
            <a:effectRef idx="2">
              <a:schemeClr val="accent1"/>
            </a:effectRef>
            <a:fontRef idx="minor">
              <a:schemeClr val="lt1"/>
            </a:fontRef>
          </p:style>
        </p:sp>
        <p:sp>
          <p:nvSpPr>
            <p:cNvPr id="26" name="Rectangle 25"/>
            <p:cNvSpPr/>
            <p:nvPr/>
          </p:nvSpPr>
          <p:spPr>
            <a:xfrm>
              <a:off x="9603442" y="-8467"/>
              <a:ext cx="2588558" cy="6866467"/>
            </a:xfrm>
            <a:custGeom>
              <a:avLst/>
              <a:gdLst/>
              <a:ahLst/>
              <a:cxnLst/>
              <a:rect l="l" t="t" r="r" b="b"/>
              <a:pathLst>
                <a:path w="2573311" h="6866467">
                  <a:moveTo>
                    <a:pt x="0" y="0"/>
                  </a:moveTo>
                  <a:lnTo>
                    <a:pt x="2573311" y="0"/>
                  </a:lnTo>
                  <a:lnTo>
                    <a:pt x="2573311" y="6866467"/>
                  </a:lnTo>
                  <a:lnTo>
                    <a:pt x="1202336" y="6866467"/>
                  </a:lnTo>
                  <a:lnTo>
                    <a:pt x="0" y="0"/>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sp>
        <p:sp>
          <p:nvSpPr>
            <p:cNvPr id="27" name="Isosceles Triangle 26"/>
            <p:cNvSpPr/>
            <p:nvPr/>
          </p:nvSpPr>
          <p:spPr>
            <a:xfrm>
              <a:off x="8932333" y="3048000"/>
              <a:ext cx="3259667" cy="3810000"/>
            </a:xfrm>
            <a:prstGeom prst="triangle">
              <a:avLst>
                <a:gd name="adj" fmla="val 100000"/>
              </a:avLst>
            </a:prstGeom>
            <a:solidFill>
              <a:schemeClr val="accent2">
                <a:alpha val="72000"/>
              </a:schemeClr>
            </a:solidFill>
            <a:ln>
              <a:noFill/>
            </a:ln>
            <a:effectLst/>
          </p:spPr>
          <p:style>
            <a:lnRef idx="1">
              <a:schemeClr val="accent1"/>
            </a:lnRef>
            <a:fillRef idx="3">
              <a:schemeClr val="accent1"/>
            </a:fillRef>
            <a:effectRef idx="2">
              <a:schemeClr val="accent1"/>
            </a:effectRef>
            <a:fontRef idx="minor">
              <a:schemeClr val="lt1"/>
            </a:fontRef>
          </p:style>
        </p:sp>
        <p:sp>
          <p:nvSpPr>
            <p:cNvPr id="28" name="Rectangle 27"/>
            <p:cNvSpPr/>
            <p:nvPr/>
          </p:nvSpPr>
          <p:spPr>
            <a:xfrm>
              <a:off x="9334500" y="-8467"/>
              <a:ext cx="2854326" cy="6866467"/>
            </a:xfrm>
            <a:custGeom>
              <a:avLst/>
              <a:gdLst/>
              <a:ahLst/>
              <a:cxnLst/>
              <a:rect l="l" t="t" r="r" b="b"/>
              <a:pathLst>
                <a:path w="2858013" h="6866467">
                  <a:moveTo>
                    <a:pt x="0" y="0"/>
                  </a:moveTo>
                  <a:lnTo>
                    <a:pt x="2858013" y="0"/>
                  </a:lnTo>
                  <a:lnTo>
                    <a:pt x="2858013" y="6866467"/>
                  </a:lnTo>
                  <a:lnTo>
                    <a:pt x="2473942" y="6866467"/>
                  </a:lnTo>
                  <a:lnTo>
                    <a:pt x="0" y="0"/>
                  </a:lnTo>
                  <a:close/>
                </a:path>
              </a:pathLst>
            </a:custGeom>
            <a:solidFill>
              <a:schemeClr val="accent2">
                <a:lumMod val="75000"/>
                <a:alpha val="70000"/>
              </a:schemeClr>
            </a:solidFill>
            <a:ln>
              <a:noFill/>
            </a:ln>
            <a:effectLst/>
          </p:spPr>
          <p:style>
            <a:lnRef idx="1">
              <a:schemeClr val="accent1"/>
            </a:lnRef>
            <a:fillRef idx="3">
              <a:schemeClr val="accent1"/>
            </a:fillRef>
            <a:effectRef idx="2">
              <a:schemeClr val="accent1"/>
            </a:effectRef>
            <a:fontRef idx="minor">
              <a:schemeClr val="lt1"/>
            </a:fontRef>
          </p:style>
        </p:sp>
        <p:sp>
          <p:nvSpPr>
            <p:cNvPr id="29" name="Rectangle 28"/>
            <p:cNvSpPr/>
            <p:nvPr/>
          </p:nvSpPr>
          <p:spPr>
            <a:xfrm>
              <a:off x="10898730" y="-8467"/>
              <a:ext cx="1290094" cy="6866467"/>
            </a:xfrm>
            <a:custGeom>
              <a:avLst/>
              <a:gdLst/>
              <a:ahLst/>
              <a:cxnLst/>
              <a:rect l="l" t="t" r="r" b="b"/>
              <a:pathLst>
                <a:path w="1290094" h="6858000">
                  <a:moveTo>
                    <a:pt x="1019735" y="0"/>
                  </a:moveTo>
                  <a:lnTo>
                    <a:pt x="1290094" y="0"/>
                  </a:lnTo>
                  <a:lnTo>
                    <a:pt x="1290094" y="6858000"/>
                  </a:lnTo>
                  <a:lnTo>
                    <a:pt x="0" y="6858000"/>
                  </a:lnTo>
                  <a:lnTo>
                    <a:pt x="1019735" y="0"/>
                  </a:lnTo>
                  <a:close/>
                </a:path>
              </a:pathLst>
            </a:custGeom>
            <a:solidFill>
              <a:schemeClr val="accent1">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sp>
        <p:sp>
          <p:nvSpPr>
            <p:cNvPr id="30" name="Rectangle 29"/>
            <p:cNvSpPr/>
            <p:nvPr/>
          </p:nvSpPr>
          <p:spPr>
            <a:xfrm>
              <a:off x="10938999" y="-8467"/>
              <a:ext cx="1249825" cy="6866467"/>
            </a:xfrm>
            <a:custGeom>
              <a:avLst/>
              <a:gdLst/>
              <a:ahLst/>
              <a:cxnLst/>
              <a:rect l="l" t="t" r="r" b="b"/>
              <a:pathLst>
                <a:path w="1249825" h="6858000">
                  <a:moveTo>
                    <a:pt x="0" y="0"/>
                  </a:moveTo>
                  <a:lnTo>
                    <a:pt x="1249825" y="0"/>
                  </a:lnTo>
                  <a:lnTo>
                    <a:pt x="1249825" y="6858000"/>
                  </a:lnTo>
                  <a:lnTo>
                    <a:pt x="1109382" y="6858000"/>
                  </a:lnTo>
                  <a:lnTo>
                    <a:pt x="0" y="0"/>
                  </a:lnTo>
                  <a:close/>
                </a:path>
              </a:pathLst>
            </a:custGeom>
            <a:solidFill>
              <a:schemeClr val="accent1">
                <a:alpha val="65000"/>
              </a:schemeClr>
            </a:solidFill>
            <a:ln>
              <a:noFill/>
            </a:ln>
            <a:effectLst/>
          </p:spPr>
          <p:style>
            <a:lnRef idx="1">
              <a:schemeClr val="accent1"/>
            </a:lnRef>
            <a:fillRef idx="3">
              <a:schemeClr val="accent1"/>
            </a:fillRef>
            <a:effectRef idx="2">
              <a:schemeClr val="accent1"/>
            </a:effectRef>
            <a:fontRef idx="minor">
              <a:schemeClr val="lt1"/>
            </a:fontRef>
          </p:style>
        </p:sp>
        <p:sp>
          <p:nvSpPr>
            <p:cNvPr id="31" name="Isosceles Triangle 30"/>
            <p:cNvSpPr/>
            <p:nvPr/>
          </p:nvSpPr>
          <p:spPr>
            <a:xfrm>
              <a:off x="10371666" y="3589867"/>
              <a:ext cx="1817159" cy="3268133"/>
            </a:xfrm>
            <a:prstGeom prst="triangle">
              <a:avLst>
                <a:gd name="adj" fmla="val 100000"/>
              </a:avLst>
            </a:prstGeom>
            <a:solidFill>
              <a:schemeClr val="accent1">
                <a:alpha val="80000"/>
              </a:schemeClr>
            </a:solidFill>
            <a:ln>
              <a:noFill/>
            </a:ln>
            <a:effectLst/>
          </p:spPr>
          <p:style>
            <a:lnRef idx="1">
              <a:schemeClr val="accent1"/>
            </a:lnRef>
            <a:fillRef idx="3">
              <a:schemeClr val="accent1"/>
            </a:fillRef>
            <a:effectRef idx="2">
              <a:schemeClr val="accent1"/>
            </a:effectRef>
            <a:fontRef idx="minor">
              <a:schemeClr val="lt1"/>
            </a:fontRef>
          </p:style>
        </p:sp>
        <p:sp>
          <p:nvSpPr>
            <p:cNvPr id="19" name="Isosceles Triangle 18"/>
            <p:cNvSpPr/>
            <p:nvPr/>
          </p:nvSpPr>
          <p:spPr>
            <a:xfrm rot="10800000">
              <a:off x="0" y="0"/>
              <a:ext cx="842596" cy="5666154"/>
            </a:xfrm>
            <a:prstGeom prst="triangle">
              <a:avLst>
                <a:gd name="adj" fmla="val 100000"/>
              </a:avLst>
            </a:prstGeom>
            <a:solidFill>
              <a:schemeClr val="accent1">
                <a:alpha val="85000"/>
              </a:schemeClr>
            </a:solidFill>
            <a:ln>
              <a:noFill/>
            </a:ln>
            <a:effectLst/>
          </p:spPr>
          <p:style>
            <a:lnRef idx="1">
              <a:schemeClr val="accent1"/>
            </a:lnRef>
            <a:fillRef idx="3">
              <a:schemeClr val="accent1"/>
            </a:fillRef>
            <a:effectRef idx="2">
              <a:schemeClr val="accent1"/>
            </a:effectRef>
            <a:fontRef idx="minor">
              <a:schemeClr val="lt1"/>
            </a:fontRef>
          </p:style>
        </p:sp>
      </p:grpSp>
      <p:sp>
        <p:nvSpPr>
          <p:cNvPr id="2" name="Title 1"/>
          <p:cNvSpPr>
            <a:spLocks noGrp="1"/>
          </p:cNvSpPr>
          <p:nvPr>
            <p:ph type="ctrTitle"/>
          </p:nvPr>
        </p:nvSpPr>
        <p:spPr>
          <a:xfrm>
            <a:off x="1507067" y="2404534"/>
            <a:ext cx="7766936" cy="1646302"/>
          </a:xfrm>
        </p:spPr>
        <p:txBody>
          <a:bodyPr anchor="b">
            <a:noAutofit/>
          </a:bodyPr>
          <a:lstStyle>
            <a:lvl1pPr algn="r">
              <a:defRPr sz="5400">
                <a:solidFill>
                  <a:schemeClr val="accent1"/>
                </a:solidFill>
              </a:defRPr>
            </a:lvl1pPr>
          </a:lstStyle>
          <a:p>
            <a:r>
              <a:rPr lang="en-US"/>
              <a:t>Click to edit Master title style</a:t>
            </a:r>
            <a:endParaRPr lang="en-US" dirty="0"/>
          </a:p>
        </p:txBody>
      </p:sp>
      <p:sp>
        <p:nvSpPr>
          <p:cNvPr id="3" name="Subtitle 2"/>
          <p:cNvSpPr>
            <a:spLocks noGrp="1"/>
          </p:cNvSpPr>
          <p:nvPr>
            <p:ph type="subTitle" idx="1"/>
          </p:nvPr>
        </p:nvSpPr>
        <p:spPr>
          <a:xfrm>
            <a:off x="1507067" y="4050833"/>
            <a:ext cx="7766936" cy="1096899"/>
          </a:xfrm>
        </p:spPr>
        <p:txBody>
          <a:bodyPr anchor="t"/>
          <a:lstStyle>
            <a:lvl1pPr marL="0" indent="0" algn="r">
              <a:buNone/>
              <a:defRPr>
                <a:solidFill>
                  <a:schemeClr val="tx1">
                    <a:lumMod val="50000"/>
                    <a:lumOff val="5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382177440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3600"/>
            </a:lvl1p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14115179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77335" y="2700867"/>
            <a:ext cx="8596668" cy="1826581"/>
          </a:xfrm>
        </p:spPr>
        <p:txBody>
          <a:bodyPr anchor="b"/>
          <a:lstStyle>
            <a:lvl1pPr algn="l">
              <a:defRPr sz="4000" b="0" cap="none"/>
            </a:lvl1pPr>
          </a:lstStyle>
          <a:p>
            <a:r>
              <a:rPr lang="en-US"/>
              <a:t>Click to edit Master title style</a:t>
            </a:r>
            <a:endParaRPr lang="en-US" dirty="0"/>
          </a:p>
        </p:txBody>
      </p:sp>
      <p:sp>
        <p:nvSpPr>
          <p:cNvPr id="3" name="Text Placeholder 2"/>
          <p:cNvSpPr>
            <a:spLocks noGrp="1"/>
          </p:cNvSpPr>
          <p:nvPr>
            <p:ph type="body" idx="1"/>
          </p:nvPr>
        </p:nvSpPr>
        <p:spPr>
          <a:xfrm>
            <a:off x="677335" y="4527448"/>
            <a:ext cx="8596668" cy="860400"/>
          </a:xfrm>
        </p:spPr>
        <p:txBody>
          <a:bodyPr anchor="t"/>
          <a:lstStyle>
            <a:lvl1pPr marL="0" indent="0" algn="l">
              <a:buNone/>
              <a:defRPr sz="2000">
                <a:solidFill>
                  <a:schemeClr val="tx1">
                    <a:lumMod val="50000"/>
                    <a:lumOff val="5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265368562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77334" y="2160589"/>
            <a:ext cx="4184035" cy="388077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5089970" y="2160589"/>
            <a:ext cx="4184034" cy="388077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59CEA7AB-48D8-4C0C-804F-47F33345D653}" type="datetimeFigureOut">
              <a:rPr lang="en-IN" smtClean="0"/>
              <a:t>30-09-2025</a:t>
            </a:fld>
            <a:endParaRPr lang="en-IN"/>
          </a:p>
        </p:txBody>
      </p:sp>
      <p:sp>
        <p:nvSpPr>
          <p:cNvPr id="6" name="Footer Placeholder 5"/>
          <p:cNvSpPr>
            <a:spLocks noGrp="1"/>
          </p:cNvSpPr>
          <p:nvPr>
            <p:ph type="ftr" sz="quarter" idx="11"/>
          </p:nvPr>
        </p:nvSpPr>
        <p:spPr/>
        <p:txBody>
          <a:bodyPr/>
          <a:lstStyle/>
          <a:p>
            <a:endParaRPr lang="en-IN"/>
          </a:p>
        </p:txBody>
      </p:sp>
      <p:sp>
        <p:nvSpPr>
          <p:cNvPr id="7" name="Slide Number Placeholder 6"/>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50510623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3" name="Text Placeholder 2"/>
          <p:cNvSpPr>
            <a:spLocks noGrp="1"/>
          </p:cNvSpPr>
          <p:nvPr>
            <p:ph type="body" idx="1"/>
          </p:nvPr>
        </p:nvSpPr>
        <p:spPr>
          <a:xfrm>
            <a:off x="675745" y="2160983"/>
            <a:ext cx="4185623" cy="576262"/>
          </a:xfrm>
        </p:spPr>
        <p:txBody>
          <a:bodyPr anchor="b">
            <a:no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75745" y="2737245"/>
            <a:ext cx="4185623" cy="3304117"/>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5088383" y="2160983"/>
            <a:ext cx="4185618" cy="576262"/>
          </a:xfrm>
        </p:spPr>
        <p:txBody>
          <a:bodyPr anchor="b">
            <a:no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5088384" y="2737245"/>
            <a:ext cx="4185617" cy="3304117"/>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59CEA7AB-48D8-4C0C-804F-47F33345D653}" type="datetimeFigureOut">
              <a:rPr lang="en-IN" smtClean="0"/>
              <a:t>30-09-2025</a:t>
            </a:fld>
            <a:endParaRPr lang="en-IN"/>
          </a:p>
        </p:txBody>
      </p:sp>
      <p:sp>
        <p:nvSpPr>
          <p:cNvPr id="8" name="Footer Placeholder 7"/>
          <p:cNvSpPr>
            <a:spLocks noGrp="1"/>
          </p:cNvSpPr>
          <p:nvPr>
            <p:ph type="ftr" sz="quarter" idx="11"/>
          </p:nvPr>
        </p:nvSpPr>
        <p:spPr/>
        <p:txBody>
          <a:bodyPr/>
          <a:lstStyle/>
          <a:p>
            <a:endParaRPr lang="en-IN"/>
          </a:p>
        </p:txBody>
      </p:sp>
      <p:sp>
        <p:nvSpPr>
          <p:cNvPr id="9" name="Slide Number Placeholder 8"/>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137331095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77334" y="609600"/>
            <a:ext cx="8596668" cy="1320800"/>
          </a:xfrm>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59CEA7AB-48D8-4C0C-804F-47F33345D653}" type="datetimeFigureOut">
              <a:rPr lang="en-IN" smtClean="0"/>
              <a:t>30-09-2025</a:t>
            </a:fld>
            <a:endParaRPr lang="en-IN"/>
          </a:p>
        </p:txBody>
      </p:sp>
      <p:sp>
        <p:nvSpPr>
          <p:cNvPr id="4" name="Footer Placeholder 3"/>
          <p:cNvSpPr>
            <a:spLocks noGrp="1"/>
          </p:cNvSpPr>
          <p:nvPr>
            <p:ph type="ftr" sz="quarter" idx="11"/>
          </p:nvPr>
        </p:nvSpPr>
        <p:spPr/>
        <p:txBody>
          <a:bodyPr/>
          <a:lstStyle/>
          <a:p>
            <a:endParaRPr lang="en-IN"/>
          </a:p>
        </p:txBody>
      </p:sp>
      <p:sp>
        <p:nvSpPr>
          <p:cNvPr id="5" name="Slide Number Placeholder 4"/>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310174227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9CEA7AB-48D8-4C0C-804F-47F33345D653}" type="datetimeFigureOut">
              <a:rPr lang="en-IN" smtClean="0"/>
              <a:t>30-09-2025</a:t>
            </a:fld>
            <a:endParaRPr lang="en-IN"/>
          </a:p>
        </p:txBody>
      </p:sp>
      <p:sp>
        <p:nvSpPr>
          <p:cNvPr id="3" name="Footer Placeholder 2"/>
          <p:cNvSpPr>
            <a:spLocks noGrp="1"/>
          </p:cNvSpPr>
          <p:nvPr>
            <p:ph type="ftr" sz="quarter" idx="11"/>
          </p:nvPr>
        </p:nvSpPr>
        <p:spPr/>
        <p:txBody>
          <a:bodyPr/>
          <a:lstStyle/>
          <a:p>
            <a:endParaRPr lang="en-IN"/>
          </a:p>
        </p:txBody>
      </p:sp>
      <p:sp>
        <p:nvSpPr>
          <p:cNvPr id="4" name="Slide Number Placeholder 3"/>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149864493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77334" y="1498604"/>
            <a:ext cx="3854528" cy="1278466"/>
          </a:xfrm>
        </p:spPr>
        <p:txBody>
          <a:bodyPr anchor="b">
            <a:normAutofit/>
          </a:bodyPr>
          <a:lstStyle>
            <a:lvl1pPr>
              <a:defRPr sz="2000"/>
            </a:lvl1pPr>
          </a:lstStyle>
          <a:p>
            <a:r>
              <a:rPr lang="en-US"/>
              <a:t>Click to edit Master title style</a:t>
            </a:r>
            <a:endParaRPr lang="en-US" dirty="0"/>
          </a:p>
        </p:txBody>
      </p:sp>
      <p:sp>
        <p:nvSpPr>
          <p:cNvPr id="3" name="Content Placeholder 2"/>
          <p:cNvSpPr>
            <a:spLocks noGrp="1"/>
          </p:cNvSpPr>
          <p:nvPr>
            <p:ph idx="1"/>
          </p:nvPr>
        </p:nvSpPr>
        <p:spPr>
          <a:xfrm>
            <a:off x="4760461" y="514924"/>
            <a:ext cx="4513541" cy="5526437"/>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77334" y="2777069"/>
            <a:ext cx="3854528" cy="2584449"/>
          </a:xfrm>
        </p:spPr>
        <p:txBody>
          <a:bodyPr>
            <a:normAutofit/>
          </a:bodyPr>
          <a:lstStyle>
            <a:lvl1pPr marL="0" indent="0">
              <a:buNone/>
              <a:defRPr sz="1400"/>
            </a:lvl1pPr>
            <a:lvl2pPr marL="457063" indent="0">
              <a:buNone/>
              <a:defRPr sz="1400"/>
            </a:lvl2pPr>
            <a:lvl3pPr marL="914126" indent="0">
              <a:buNone/>
              <a:defRPr sz="1200"/>
            </a:lvl3pPr>
            <a:lvl4pPr marL="1371189" indent="0">
              <a:buNone/>
              <a:defRPr sz="1000"/>
            </a:lvl4pPr>
            <a:lvl5pPr marL="1828251" indent="0">
              <a:buNone/>
              <a:defRPr sz="1000"/>
            </a:lvl5pPr>
            <a:lvl6pPr marL="2285314" indent="0">
              <a:buNone/>
              <a:defRPr sz="1000"/>
            </a:lvl6pPr>
            <a:lvl7pPr marL="2742377" indent="0">
              <a:buNone/>
              <a:defRPr sz="1000"/>
            </a:lvl7pPr>
            <a:lvl8pPr marL="3199440" indent="0">
              <a:buNone/>
              <a:defRPr sz="1000"/>
            </a:lvl8pPr>
            <a:lvl9pPr marL="3656503"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59CEA7AB-48D8-4C0C-804F-47F33345D653}" type="datetimeFigureOut">
              <a:rPr lang="en-IN" smtClean="0"/>
              <a:t>30-09-2025</a:t>
            </a:fld>
            <a:endParaRPr lang="en-IN"/>
          </a:p>
        </p:txBody>
      </p:sp>
      <p:sp>
        <p:nvSpPr>
          <p:cNvPr id="6" name="Footer Placeholder 5"/>
          <p:cNvSpPr>
            <a:spLocks noGrp="1"/>
          </p:cNvSpPr>
          <p:nvPr>
            <p:ph type="ftr" sz="quarter" idx="11"/>
          </p:nvPr>
        </p:nvSpPr>
        <p:spPr/>
        <p:txBody>
          <a:bodyPr/>
          <a:lstStyle/>
          <a:p>
            <a:endParaRPr lang="en-IN"/>
          </a:p>
        </p:txBody>
      </p:sp>
      <p:sp>
        <p:nvSpPr>
          <p:cNvPr id="7" name="Slide Number Placeholder 6"/>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166591090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77334" y="4800600"/>
            <a:ext cx="8596667" cy="566738"/>
          </a:xfrm>
        </p:spPr>
        <p:txBody>
          <a:bodyPr anchor="b">
            <a:normAutofit/>
          </a:bodyPr>
          <a:lstStyle>
            <a:lvl1pPr algn="l">
              <a:defRPr sz="2400" b="0"/>
            </a:lvl1pPr>
          </a:lstStyle>
          <a:p>
            <a:r>
              <a:rPr lang="en-US"/>
              <a:t>Click to edit Master title style</a:t>
            </a:r>
            <a:endParaRPr lang="en-US" dirty="0"/>
          </a:p>
        </p:txBody>
      </p:sp>
      <p:sp>
        <p:nvSpPr>
          <p:cNvPr id="3" name="Picture Placeholder 2"/>
          <p:cNvSpPr>
            <a:spLocks noGrp="1" noChangeAspect="1"/>
          </p:cNvSpPr>
          <p:nvPr>
            <p:ph type="pic" idx="1"/>
          </p:nvPr>
        </p:nvSpPr>
        <p:spPr>
          <a:xfrm>
            <a:off x="677334" y="609600"/>
            <a:ext cx="8596668" cy="3845718"/>
          </a:xfrm>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4" name="Text Placeholder 3"/>
          <p:cNvSpPr>
            <a:spLocks noGrp="1"/>
          </p:cNvSpPr>
          <p:nvPr>
            <p:ph type="body" sz="half" idx="2"/>
          </p:nvPr>
        </p:nvSpPr>
        <p:spPr>
          <a:xfrm>
            <a:off x="677334" y="5367338"/>
            <a:ext cx="8596667" cy="674024"/>
          </a:xfrm>
        </p:spPr>
        <p:txBody>
          <a:bodyPr>
            <a:normAutofit/>
          </a:bodyPr>
          <a:lstStyle>
            <a:lvl1pPr marL="0" indent="0">
              <a:buNone/>
              <a:defRPr sz="12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9CEA7AB-48D8-4C0C-804F-47F33345D653}" type="datetimeFigureOut">
              <a:rPr lang="en-IN" smtClean="0"/>
              <a:t>30-09-2025</a:t>
            </a:fld>
            <a:endParaRPr lang="en-IN"/>
          </a:p>
        </p:txBody>
      </p:sp>
      <p:sp>
        <p:nvSpPr>
          <p:cNvPr id="6" name="Footer Placeholder 5"/>
          <p:cNvSpPr>
            <a:spLocks noGrp="1"/>
          </p:cNvSpPr>
          <p:nvPr>
            <p:ph type="ftr" sz="quarter" idx="11"/>
          </p:nvPr>
        </p:nvSpPr>
        <p:spPr/>
        <p:txBody>
          <a:bodyPr/>
          <a:lstStyle/>
          <a:p>
            <a:endParaRPr lang="en-IN"/>
          </a:p>
        </p:txBody>
      </p:sp>
      <p:sp>
        <p:nvSpPr>
          <p:cNvPr id="7" name="Slide Number Placeholder 6"/>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231836977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sp>
        <p:nvSpPr>
          <p:cNvPr id="2" name="Title 1"/>
          <p:cNvSpPr>
            <a:spLocks noGrp="1"/>
          </p:cNvSpPr>
          <p:nvPr>
            <p:ph type="title"/>
          </p:nvPr>
        </p:nvSpPr>
        <p:spPr>
          <a:xfrm>
            <a:off x="677335" y="609600"/>
            <a:ext cx="8596668" cy="3403600"/>
          </a:xfrm>
        </p:spPr>
        <p:txBody>
          <a:bodyPr anchor="ctr">
            <a:normAutofit/>
          </a:bodyPr>
          <a:lstStyle>
            <a:lvl1pPr algn="l">
              <a:defRPr sz="4400" b="0" cap="none"/>
            </a:lvl1pPr>
          </a:lstStyle>
          <a:p>
            <a:r>
              <a:rPr lang="en-US"/>
              <a:t>Click to edit Master title style</a:t>
            </a:r>
            <a:endParaRPr lang="en-US" dirty="0"/>
          </a:p>
        </p:txBody>
      </p:sp>
      <p:sp>
        <p:nvSpPr>
          <p:cNvPr id="3" name="Text Placeholder 2"/>
          <p:cNvSpPr>
            <a:spLocks noGrp="1"/>
          </p:cNvSpPr>
          <p:nvPr>
            <p:ph type="body" idx="1"/>
          </p:nvPr>
        </p:nvSpPr>
        <p:spPr>
          <a:xfrm>
            <a:off x="677335" y="4470400"/>
            <a:ext cx="8596668" cy="1570962"/>
          </a:xfrm>
        </p:spPr>
        <p:txBody>
          <a:bodyPr anchor="ctr">
            <a:normAutofit/>
          </a:bodyPr>
          <a:lstStyle>
            <a:lvl1pPr marL="0" indent="0" algn="l">
              <a:buNone/>
              <a:defRPr sz="1800">
                <a:solidFill>
                  <a:schemeClr val="tx1">
                    <a:lumMod val="75000"/>
                    <a:lumOff val="2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193888500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931334" y="609600"/>
            <a:ext cx="8094134" cy="3022600"/>
          </a:xfrm>
        </p:spPr>
        <p:txBody>
          <a:bodyPr anchor="ctr">
            <a:normAutofit/>
          </a:bodyPr>
          <a:lstStyle>
            <a:lvl1pPr algn="l">
              <a:defRPr sz="4400" b="0" cap="none"/>
            </a:lvl1pPr>
          </a:lstStyle>
          <a:p>
            <a:r>
              <a:rPr lang="en-US"/>
              <a:t>Click to edit Master title style</a:t>
            </a:r>
            <a:endParaRPr lang="en-US" dirty="0"/>
          </a:p>
        </p:txBody>
      </p:sp>
      <p:sp>
        <p:nvSpPr>
          <p:cNvPr id="23" name="Text Placeholder 9"/>
          <p:cNvSpPr>
            <a:spLocks noGrp="1"/>
          </p:cNvSpPr>
          <p:nvPr>
            <p:ph type="body" sz="quarter" idx="13"/>
          </p:nvPr>
        </p:nvSpPr>
        <p:spPr>
          <a:xfrm>
            <a:off x="1366139" y="3632200"/>
            <a:ext cx="7224524" cy="381000"/>
          </a:xfrm>
        </p:spPr>
        <p:txBody>
          <a:bodyPr anchor="ctr">
            <a:noAutofit/>
          </a:bodyPr>
          <a:lstStyle>
            <a:lvl1pPr marL="0" indent="0">
              <a:buFontTx/>
              <a:buNone/>
              <a:defRPr sz="1600">
                <a:solidFill>
                  <a:schemeClr val="tx1">
                    <a:lumMod val="50000"/>
                    <a:lumOff val="50000"/>
                  </a:schemeClr>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a:t>Click to edit Master text styles</a:t>
            </a:r>
          </a:p>
        </p:txBody>
      </p:sp>
      <p:sp>
        <p:nvSpPr>
          <p:cNvPr id="3" name="Text Placeholder 2"/>
          <p:cNvSpPr>
            <a:spLocks noGrp="1"/>
          </p:cNvSpPr>
          <p:nvPr>
            <p:ph type="body" idx="1"/>
          </p:nvPr>
        </p:nvSpPr>
        <p:spPr>
          <a:xfrm>
            <a:off x="677335" y="4470400"/>
            <a:ext cx="8596668" cy="1570962"/>
          </a:xfrm>
        </p:spPr>
        <p:txBody>
          <a:bodyPr anchor="ctr">
            <a:normAutofit/>
          </a:bodyPr>
          <a:lstStyle>
            <a:lvl1pPr marL="0" indent="0" algn="l">
              <a:buNone/>
              <a:defRPr sz="1800">
                <a:solidFill>
                  <a:schemeClr val="tx1">
                    <a:lumMod val="75000"/>
                    <a:lumOff val="2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
        <p:nvSpPr>
          <p:cNvPr id="20" name="TextBox 19"/>
          <p:cNvSpPr txBox="1"/>
          <p:nvPr/>
        </p:nvSpPr>
        <p:spPr>
          <a:xfrm>
            <a:off x="541870" y="790378"/>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lumMod val="60000"/>
                    <a:lumOff val="40000"/>
                  </a:schemeClr>
                </a:solidFill>
                <a:effectLst/>
                <a:latin typeface="Arial"/>
              </a:rPr>
              <a:t>“</a:t>
            </a:r>
          </a:p>
        </p:txBody>
      </p:sp>
      <p:sp>
        <p:nvSpPr>
          <p:cNvPr id="22" name="TextBox 21"/>
          <p:cNvSpPr txBox="1"/>
          <p:nvPr/>
        </p:nvSpPr>
        <p:spPr>
          <a:xfrm>
            <a:off x="8893011" y="2886556"/>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lumMod val="60000"/>
                    <a:lumOff val="40000"/>
                  </a:schemeClr>
                </a:solidFill>
                <a:latin typeface="Arial"/>
              </a:rPr>
              <a:t>”</a:t>
            </a:r>
            <a:endParaRPr lang="en-US" dirty="0">
              <a:solidFill>
                <a:schemeClr val="accent1">
                  <a:lumMod val="60000"/>
                  <a:lumOff val="40000"/>
                </a:schemeClr>
              </a:solidFill>
              <a:latin typeface="Arial"/>
            </a:endParaRPr>
          </a:p>
        </p:txBody>
      </p:sp>
    </p:spTree>
    <p:extLst>
      <p:ext uri="{BB962C8B-B14F-4D97-AF65-F5344CB8AC3E}">
        <p14:creationId xmlns:p14="http://schemas.microsoft.com/office/powerpoint/2010/main" val="424261893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sp>
        <p:nvSpPr>
          <p:cNvPr id="2" name="Title 1"/>
          <p:cNvSpPr>
            <a:spLocks noGrp="1"/>
          </p:cNvSpPr>
          <p:nvPr>
            <p:ph type="title"/>
          </p:nvPr>
        </p:nvSpPr>
        <p:spPr>
          <a:xfrm>
            <a:off x="677335" y="1931988"/>
            <a:ext cx="8596668" cy="2595460"/>
          </a:xfrm>
        </p:spPr>
        <p:txBody>
          <a:bodyPr anchor="b">
            <a:normAutofit/>
          </a:bodyPr>
          <a:lstStyle>
            <a:lvl1pPr algn="l">
              <a:defRPr sz="4400" b="0" cap="none"/>
            </a:lvl1pPr>
          </a:lstStyle>
          <a:p>
            <a:r>
              <a:rPr lang="en-US"/>
              <a:t>Click to edit Master title style</a:t>
            </a:r>
            <a:endParaRPr lang="en-US" dirty="0"/>
          </a:p>
        </p:txBody>
      </p:sp>
      <p:sp>
        <p:nvSpPr>
          <p:cNvPr id="3" name="Text Placeholder 2"/>
          <p:cNvSpPr>
            <a:spLocks noGrp="1"/>
          </p:cNvSpPr>
          <p:nvPr>
            <p:ph type="body" idx="1"/>
          </p:nvPr>
        </p:nvSpPr>
        <p:spPr>
          <a:xfrm>
            <a:off x="677335" y="4527448"/>
            <a:ext cx="8596668" cy="1513914"/>
          </a:xfrm>
        </p:spPr>
        <p:txBody>
          <a:bodyPr anchor="t">
            <a:normAutofit/>
          </a:bodyPr>
          <a:lstStyle>
            <a:lvl1pPr marL="0" indent="0" algn="l">
              <a:buNone/>
              <a:defRPr sz="1800">
                <a:solidFill>
                  <a:schemeClr val="tx1">
                    <a:lumMod val="75000"/>
                    <a:lumOff val="2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19007616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Quote Name Card">
    <p:spTree>
      <p:nvGrpSpPr>
        <p:cNvPr id="1" name=""/>
        <p:cNvGrpSpPr/>
        <p:nvPr/>
      </p:nvGrpSpPr>
      <p:grpSpPr>
        <a:xfrm>
          <a:off x="0" y="0"/>
          <a:ext cx="0" cy="0"/>
          <a:chOff x="0" y="0"/>
          <a:chExt cx="0" cy="0"/>
        </a:xfrm>
      </p:grpSpPr>
      <p:sp>
        <p:nvSpPr>
          <p:cNvPr id="2" name="Title 1"/>
          <p:cNvSpPr>
            <a:spLocks noGrp="1"/>
          </p:cNvSpPr>
          <p:nvPr>
            <p:ph type="title"/>
          </p:nvPr>
        </p:nvSpPr>
        <p:spPr>
          <a:xfrm>
            <a:off x="931334" y="609600"/>
            <a:ext cx="8094134" cy="3022600"/>
          </a:xfrm>
        </p:spPr>
        <p:txBody>
          <a:bodyPr anchor="ctr">
            <a:normAutofit/>
          </a:bodyPr>
          <a:lstStyle>
            <a:lvl1pPr algn="l">
              <a:defRPr sz="4400" b="0" cap="none"/>
            </a:lvl1pPr>
          </a:lstStyle>
          <a:p>
            <a:r>
              <a:rPr lang="en-US"/>
              <a:t>Click to edit Master title style</a:t>
            </a:r>
            <a:endParaRPr lang="en-US" dirty="0"/>
          </a:p>
        </p:txBody>
      </p:sp>
      <p:sp>
        <p:nvSpPr>
          <p:cNvPr id="23" name="Text Placeholder 9"/>
          <p:cNvSpPr>
            <a:spLocks noGrp="1"/>
          </p:cNvSpPr>
          <p:nvPr>
            <p:ph type="body" sz="quarter" idx="13"/>
          </p:nvPr>
        </p:nvSpPr>
        <p:spPr>
          <a:xfrm>
            <a:off x="677332" y="4013200"/>
            <a:ext cx="8596669" cy="514248"/>
          </a:xfrm>
        </p:spPr>
        <p:txBody>
          <a:bodyPr anchor="b">
            <a:noAutofit/>
          </a:bodyPr>
          <a:lstStyle>
            <a:lvl1pPr marL="0" indent="0">
              <a:buFontTx/>
              <a:buNone/>
              <a:defRPr sz="2400">
                <a:solidFill>
                  <a:schemeClr val="tx1">
                    <a:lumMod val="75000"/>
                    <a:lumOff val="25000"/>
                  </a:schemeClr>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a:t>Click to edit Master text styles</a:t>
            </a:r>
          </a:p>
        </p:txBody>
      </p:sp>
      <p:sp>
        <p:nvSpPr>
          <p:cNvPr id="3" name="Text Placeholder 2"/>
          <p:cNvSpPr>
            <a:spLocks noGrp="1"/>
          </p:cNvSpPr>
          <p:nvPr>
            <p:ph type="body" idx="1"/>
          </p:nvPr>
        </p:nvSpPr>
        <p:spPr>
          <a:xfrm>
            <a:off x="677335" y="4527448"/>
            <a:ext cx="8596668" cy="1513914"/>
          </a:xfrm>
        </p:spPr>
        <p:txBody>
          <a:bodyPr anchor="t">
            <a:normAutofit/>
          </a:bodyPr>
          <a:lstStyle>
            <a:lvl1pPr marL="0" indent="0" algn="l">
              <a:buNone/>
              <a:defRPr sz="1800">
                <a:solidFill>
                  <a:schemeClr val="tx1">
                    <a:lumMod val="50000"/>
                    <a:lumOff val="5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
        <p:nvSpPr>
          <p:cNvPr id="24" name="TextBox 23"/>
          <p:cNvSpPr txBox="1"/>
          <p:nvPr/>
        </p:nvSpPr>
        <p:spPr>
          <a:xfrm>
            <a:off x="541870" y="790378"/>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lumMod val="60000"/>
                    <a:lumOff val="40000"/>
                  </a:schemeClr>
                </a:solidFill>
                <a:effectLst/>
                <a:latin typeface="Arial"/>
              </a:rPr>
              <a:t>“</a:t>
            </a:r>
          </a:p>
        </p:txBody>
      </p:sp>
      <p:sp>
        <p:nvSpPr>
          <p:cNvPr id="25" name="TextBox 24"/>
          <p:cNvSpPr txBox="1"/>
          <p:nvPr/>
        </p:nvSpPr>
        <p:spPr>
          <a:xfrm>
            <a:off x="8893011" y="2886556"/>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lumMod val="60000"/>
                    <a:lumOff val="40000"/>
                  </a:schemeClr>
                </a:solidFill>
                <a:effectLst/>
                <a:latin typeface="Arial"/>
              </a:rPr>
              <a:t>”</a:t>
            </a:r>
          </a:p>
        </p:txBody>
      </p:sp>
    </p:spTree>
    <p:extLst>
      <p:ext uri="{BB962C8B-B14F-4D97-AF65-F5344CB8AC3E}">
        <p14:creationId xmlns:p14="http://schemas.microsoft.com/office/powerpoint/2010/main" val="154391603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True or False">
    <p:spTree>
      <p:nvGrpSpPr>
        <p:cNvPr id="1" name=""/>
        <p:cNvGrpSpPr/>
        <p:nvPr/>
      </p:nvGrpSpPr>
      <p:grpSpPr>
        <a:xfrm>
          <a:off x="0" y="0"/>
          <a:ext cx="0" cy="0"/>
          <a:chOff x="0" y="0"/>
          <a:chExt cx="0" cy="0"/>
        </a:xfrm>
      </p:grpSpPr>
      <p:sp>
        <p:nvSpPr>
          <p:cNvPr id="2" name="Title 1"/>
          <p:cNvSpPr>
            <a:spLocks noGrp="1"/>
          </p:cNvSpPr>
          <p:nvPr>
            <p:ph type="title"/>
          </p:nvPr>
        </p:nvSpPr>
        <p:spPr>
          <a:xfrm>
            <a:off x="685799" y="609600"/>
            <a:ext cx="8588203" cy="3022600"/>
          </a:xfrm>
        </p:spPr>
        <p:txBody>
          <a:bodyPr anchor="ctr">
            <a:normAutofit/>
          </a:bodyPr>
          <a:lstStyle>
            <a:lvl1pPr algn="l">
              <a:defRPr sz="4400" b="0" cap="none"/>
            </a:lvl1pPr>
          </a:lstStyle>
          <a:p>
            <a:r>
              <a:rPr lang="en-US"/>
              <a:t>Click to edit Master title style</a:t>
            </a:r>
            <a:endParaRPr lang="en-US" dirty="0"/>
          </a:p>
        </p:txBody>
      </p:sp>
      <p:sp>
        <p:nvSpPr>
          <p:cNvPr id="23" name="Text Placeholder 9"/>
          <p:cNvSpPr>
            <a:spLocks noGrp="1"/>
          </p:cNvSpPr>
          <p:nvPr>
            <p:ph type="body" sz="quarter" idx="13"/>
          </p:nvPr>
        </p:nvSpPr>
        <p:spPr>
          <a:xfrm>
            <a:off x="677332" y="4013200"/>
            <a:ext cx="8596669" cy="514248"/>
          </a:xfrm>
        </p:spPr>
        <p:txBody>
          <a:bodyPr anchor="b">
            <a:noAutofit/>
          </a:bodyPr>
          <a:lstStyle>
            <a:lvl1pPr marL="0" indent="0">
              <a:buFontTx/>
              <a:buNone/>
              <a:defRPr sz="2400">
                <a:solidFill>
                  <a:schemeClr val="accent1"/>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a:t>Click to edit Master text styles</a:t>
            </a:r>
          </a:p>
        </p:txBody>
      </p:sp>
      <p:sp>
        <p:nvSpPr>
          <p:cNvPr id="3" name="Text Placeholder 2"/>
          <p:cNvSpPr>
            <a:spLocks noGrp="1"/>
          </p:cNvSpPr>
          <p:nvPr>
            <p:ph type="body" idx="1"/>
          </p:nvPr>
        </p:nvSpPr>
        <p:spPr>
          <a:xfrm>
            <a:off x="677335" y="4527448"/>
            <a:ext cx="8596668" cy="1513914"/>
          </a:xfrm>
        </p:spPr>
        <p:txBody>
          <a:bodyPr anchor="t">
            <a:normAutofit/>
          </a:bodyPr>
          <a:lstStyle>
            <a:lvl1pPr marL="0" indent="0" algn="l">
              <a:buNone/>
              <a:defRPr sz="1800">
                <a:solidFill>
                  <a:schemeClr val="tx1">
                    <a:lumMod val="50000"/>
                    <a:lumOff val="5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414939048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79176439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967673" y="609599"/>
            <a:ext cx="1304743" cy="5251451"/>
          </a:xfrm>
        </p:spPr>
        <p:txBody>
          <a:bodyPr vert="eaVert" anchor="ctr"/>
          <a:lstStyle/>
          <a:p>
            <a:r>
              <a:rPr lang="en-US"/>
              <a:t>Click to edit Master title style</a:t>
            </a:r>
            <a:endParaRPr lang="en-US" dirty="0"/>
          </a:p>
        </p:txBody>
      </p:sp>
      <p:sp>
        <p:nvSpPr>
          <p:cNvPr id="3" name="Vertical Text Placeholder 2"/>
          <p:cNvSpPr>
            <a:spLocks noGrp="1"/>
          </p:cNvSpPr>
          <p:nvPr>
            <p:ph type="body" orient="vert" idx="1"/>
          </p:nvPr>
        </p:nvSpPr>
        <p:spPr>
          <a:xfrm>
            <a:off x="677335" y="609600"/>
            <a:ext cx="7060150" cy="52514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59CEA7AB-48D8-4C0C-804F-47F33345D653}"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4817DE0F-E67E-4DBA-B6B9-A87D7969BADE}" type="slidenum">
              <a:rPr lang="en-IN" smtClean="0"/>
              <a:t>‹#›</a:t>
            </a:fld>
            <a:endParaRPr lang="en-IN"/>
          </a:p>
        </p:txBody>
      </p:sp>
    </p:spTree>
    <p:extLst>
      <p:ext uri="{BB962C8B-B14F-4D97-AF65-F5344CB8AC3E}">
        <p14:creationId xmlns:p14="http://schemas.microsoft.com/office/powerpoint/2010/main" val="382575877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slide" type="title" preserve="1">
  <p:cSld name="Title slide">
    <p:spTree>
      <p:nvGrpSpPr>
        <p:cNvPr id="1" name="Shape 8"/>
        <p:cNvGrpSpPr/>
        <p:nvPr/>
      </p:nvGrpSpPr>
      <p:grpSpPr>
        <a:xfrm>
          <a:off x="0" y="0"/>
          <a:ext cx="0" cy="0"/>
          <a:chOff x="0" y="0"/>
          <a:chExt cx="0" cy="0"/>
        </a:xfrm>
      </p:grpSpPr>
      <p:grpSp>
        <p:nvGrpSpPr>
          <p:cNvPr id="9" name="Google Shape;9;p2"/>
          <p:cNvGrpSpPr/>
          <p:nvPr/>
        </p:nvGrpSpPr>
        <p:grpSpPr>
          <a:xfrm rot="-9930998">
            <a:off x="7811011" y="-919496"/>
            <a:ext cx="3293215" cy="2619279"/>
            <a:chOff x="2173200" y="3006475"/>
            <a:chExt cx="883975" cy="703075"/>
          </a:xfrm>
        </p:grpSpPr>
        <p:sp>
          <p:nvSpPr>
            <p:cNvPr id="10" name="Google Shape;10;p2"/>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4" name="Google Shape;14;p2"/>
          <p:cNvSpPr txBox="1">
            <a:spLocks noGrp="1"/>
          </p:cNvSpPr>
          <p:nvPr>
            <p:ph type="ctrTitle"/>
          </p:nvPr>
        </p:nvSpPr>
        <p:spPr>
          <a:xfrm>
            <a:off x="5018933" y="1199067"/>
            <a:ext cx="6219600" cy="3291200"/>
          </a:xfrm>
          <a:prstGeom prst="rect">
            <a:avLst/>
          </a:prstGeom>
        </p:spPr>
        <p:txBody>
          <a:bodyPr spcFirstLastPara="1" wrap="square" lIns="91425" tIns="91425" rIns="91425" bIns="91425" anchor="ctr" anchorCtr="0">
            <a:noAutofit/>
          </a:bodyPr>
          <a:lstStyle>
            <a:lvl1pPr lvl="0">
              <a:spcBef>
                <a:spcPts val="0"/>
              </a:spcBef>
              <a:spcAft>
                <a:spcPts val="0"/>
              </a:spcAft>
              <a:buClr>
                <a:srgbClr val="191919"/>
              </a:buClr>
              <a:buSzPts val="5200"/>
              <a:buNone/>
              <a:defRPr sz="8000"/>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r>
              <a:rPr lang="en-US"/>
              <a:t>Click to edit Master title style</a:t>
            </a:r>
            <a:endParaRPr/>
          </a:p>
        </p:txBody>
      </p:sp>
      <p:sp>
        <p:nvSpPr>
          <p:cNvPr id="15" name="Google Shape;15;p2"/>
          <p:cNvSpPr txBox="1">
            <a:spLocks noGrp="1"/>
          </p:cNvSpPr>
          <p:nvPr>
            <p:ph type="subTitle" idx="1"/>
          </p:nvPr>
        </p:nvSpPr>
        <p:spPr>
          <a:xfrm>
            <a:off x="5382825" y="4849900"/>
            <a:ext cx="5812000" cy="5460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Clr>
                <a:schemeClr val="dk1"/>
              </a:buClr>
              <a:buSzPts val="1400"/>
              <a:buNone/>
              <a:defRPr sz="2133">
                <a:solidFill>
                  <a:schemeClr val="dk1"/>
                </a:solidFill>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r>
              <a:rPr lang="en-US"/>
              <a:t>Click to edit Master subtitle style</a:t>
            </a:r>
            <a:endParaRPr/>
          </a:p>
        </p:txBody>
      </p:sp>
      <p:grpSp>
        <p:nvGrpSpPr>
          <p:cNvPr id="16" name="Google Shape;16;p2"/>
          <p:cNvGrpSpPr/>
          <p:nvPr/>
        </p:nvGrpSpPr>
        <p:grpSpPr>
          <a:xfrm flipH="1">
            <a:off x="11613166" y="-222468"/>
            <a:ext cx="578831" cy="7314599"/>
            <a:chOff x="13274" y="-166851"/>
            <a:chExt cx="434123" cy="5485949"/>
          </a:xfrm>
        </p:grpSpPr>
        <p:sp>
          <p:nvSpPr>
            <p:cNvPr id="17" name="Google Shape;17;p2"/>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3" name="Google Shape;153;p2"/>
          <p:cNvGrpSpPr/>
          <p:nvPr/>
        </p:nvGrpSpPr>
        <p:grpSpPr>
          <a:xfrm>
            <a:off x="66" y="-222468"/>
            <a:ext cx="578831" cy="7314599"/>
            <a:chOff x="13274" y="-166851"/>
            <a:chExt cx="434123" cy="5485949"/>
          </a:xfrm>
        </p:grpSpPr>
        <p:sp>
          <p:nvSpPr>
            <p:cNvPr id="154" name="Google Shape;154;p2"/>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308002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header" type="secHead" preserve="1">
  <p:cSld name="Section header">
    <p:spTree>
      <p:nvGrpSpPr>
        <p:cNvPr id="1" name="Shape 290"/>
        <p:cNvGrpSpPr/>
        <p:nvPr/>
      </p:nvGrpSpPr>
      <p:grpSpPr>
        <a:xfrm>
          <a:off x="0" y="0"/>
          <a:ext cx="0" cy="0"/>
          <a:chOff x="0" y="0"/>
          <a:chExt cx="0" cy="0"/>
        </a:xfrm>
      </p:grpSpPr>
      <p:grpSp>
        <p:nvGrpSpPr>
          <p:cNvPr id="291" name="Google Shape;291;p3"/>
          <p:cNvGrpSpPr/>
          <p:nvPr/>
        </p:nvGrpSpPr>
        <p:grpSpPr>
          <a:xfrm rot="-9853490" flipH="1">
            <a:off x="7774903" y="-1237069"/>
            <a:ext cx="2942423" cy="2719720"/>
            <a:chOff x="5491850" y="3225350"/>
            <a:chExt cx="850875" cy="786475"/>
          </a:xfrm>
        </p:grpSpPr>
        <p:sp>
          <p:nvSpPr>
            <p:cNvPr id="292" name="Google Shape;292;p3"/>
            <p:cNvSpPr/>
            <p:nvPr/>
          </p:nvSpPr>
          <p:spPr>
            <a:xfrm>
              <a:off x="5491850" y="3225350"/>
              <a:ext cx="850875" cy="786475"/>
            </a:xfrm>
            <a:custGeom>
              <a:avLst/>
              <a:gdLst/>
              <a:ahLst/>
              <a:cxnLst/>
              <a:rect l="l" t="t" r="r" b="b"/>
              <a:pathLst>
                <a:path w="34035" h="31459" extrusionOk="0">
                  <a:moveTo>
                    <a:pt x="17863" y="1"/>
                  </a:moveTo>
                  <a:cubicBezTo>
                    <a:pt x="15960" y="1"/>
                    <a:pt x="14109" y="678"/>
                    <a:pt x="12420" y="1548"/>
                  </a:cubicBezTo>
                  <a:cubicBezTo>
                    <a:pt x="11289" y="2130"/>
                    <a:pt x="10204" y="2795"/>
                    <a:pt x="9093" y="3418"/>
                  </a:cubicBezTo>
                  <a:cubicBezTo>
                    <a:pt x="8075" y="3986"/>
                    <a:pt x="6991" y="4462"/>
                    <a:pt x="6039" y="5141"/>
                  </a:cubicBezTo>
                  <a:cubicBezTo>
                    <a:pt x="5567" y="5477"/>
                    <a:pt x="5141" y="5873"/>
                    <a:pt x="4771" y="6322"/>
                  </a:cubicBezTo>
                  <a:cubicBezTo>
                    <a:pt x="4399" y="6784"/>
                    <a:pt x="4080" y="7287"/>
                    <a:pt x="3780" y="7799"/>
                  </a:cubicBezTo>
                  <a:cubicBezTo>
                    <a:pt x="3128" y="8904"/>
                    <a:pt x="2546" y="10048"/>
                    <a:pt x="2030" y="11222"/>
                  </a:cubicBezTo>
                  <a:cubicBezTo>
                    <a:pt x="1025" y="13528"/>
                    <a:pt x="307" y="15980"/>
                    <a:pt x="77" y="18488"/>
                  </a:cubicBezTo>
                  <a:cubicBezTo>
                    <a:pt x="24" y="19107"/>
                    <a:pt x="1" y="19726"/>
                    <a:pt x="4" y="20345"/>
                  </a:cubicBezTo>
                  <a:cubicBezTo>
                    <a:pt x="7" y="20360"/>
                    <a:pt x="20" y="20367"/>
                    <a:pt x="32" y="20367"/>
                  </a:cubicBezTo>
                  <a:cubicBezTo>
                    <a:pt x="44" y="20367"/>
                    <a:pt x="56" y="20360"/>
                    <a:pt x="57" y="20345"/>
                  </a:cubicBezTo>
                  <a:lnTo>
                    <a:pt x="61" y="20345"/>
                  </a:lnTo>
                  <a:cubicBezTo>
                    <a:pt x="81" y="17836"/>
                    <a:pt x="586" y="15351"/>
                    <a:pt x="1431" y="12996"/>
                  </a:cubicBezTo>
                  <a:cubicBezTo>
                    <a:pt x="1864" y="11798"/>
                    <a:pt x="2373" y="10634"/>
                    <a:pt x="2958" y="9502"/>
                  </a:cubicBezTo>
                  <a:cubicBezTo>
                    <a:pt x="3241" y="8950"/>
                    <a:pt x="3541" y="8408"/>
                    <a:pt x="3853" y="7869"/>
                  </a:cubicBezTo>
                  <a:cubicBezTo>
                    <a:pt x="4163" y="7343"/>
                    <a:pt x="4489" y="6821"/>
                    <a:pt x="4881" y="6352"/>
                  </a:cubicBezTo>
                  <a:cubicBezTo>
                    <a:pt x="5636" y="5447"/>
                    <a:pt x="6635" y="4865"/>
                    <a:pt x="7673" y="4339"/>
                  </a:cubicBezTo>
                  <a:cubicBezTo>
                    <a:pt x="8744" y="3793"/>
                    <a:pt x="9798" y="3221"/>
                    <a:pt x="10850" y="2639"/>
                  </a:cubicBezTo>
                  <a:cubicBezTo>
                    <a:pt x="12899" y="1505"/>
                    <a:pt x="15038" y="340"/>
                    <a:pt x="17430" y="224"/>
                  </a:cubicBezTo>
                  <a:cubicBezTo>
                    <a:pt x="17545" y="218"/>
                    <a:pt x="17658" y="215"/>
                    <a:pt x="17772" y="215"/>
                  </a:cubicBezTo>
                  <a:cubicBezTo>
                    <a:pt x="18921" y="215"/>
                    <a:pt x="20033" y="498"/>
                    <a:pt x="21117" y="879"/>
                  </a:cubicBezTo>
                  <a:cubicBezTo>
                    <a:pt x="22351" y="1312"/>
                    <a:pt x="23565" y="1804"/>
                    <a:pt x="24786" y="2270"/>
                  </a:cubicBezTo>
                  <a:cubicBezTo>
                    <a:pt x="26017" y="2739"/>
                    <a:pt x="27261" y="3185"/>
                    <a:pt x="28479" y="3694"/>
                  </a:cubicBezTo>
                  <a:cubicBezTo>
                    <a:pt x="29504" y="4126"/>
                    <a:pt x="30472" y="4665"/>
                    <a:pt x="31274" y="5450"/>
                  </a:cubicBezTo>
                  <a:cubicBezTo>
                    <a:pt x="32667" y="6808"/>
                    <a:pt x="33536" y="8697"/>
                    <a:pt x="33699" y="10637"/>
                  </a:cubicBezTo>
                  <a:cubicBezTo>
                    <a:pt x="33902" y="13095"/>
                    <a:pt x="32857" y="15418"/>
                    <a:pt x="31776" y="17560"/>
                  </a:cubicBezTo>
                  <a:cubicBezTo>
                    <a:pt x="29537" y="21975"/>
                    <a:pt x="26829" y="26137"/>
                    <a:pt x="23698" y="29976"/>
                  </a:cubicBezTo>
                  <a:cubicBezTo>
                    <a:pt x="23316" y="30442"/>
                    <a:pt x="22936" y="30921"/>
                    <a:pt x="22534" y="31373"/>
                  </a:cubicBezTo>
                  <a:cubicBezTo>
                    <a:pt x="22503" y="31409"/>
                    <a:pt x="22535" y="31459"/>
                    <a:pt x="22571" y="31459"/>
                  </a:cubicBezTo>
                  <a:cubicBezTo>
                    <a:pt x="22582" y="31459"/>
                    <a:pt x="22594" y="31454"/>
                    <a:pt x="22604" y="31443"/>
                  </a:cubicBezTo>
                  <a:cubicBezTo>
                    <a:pt x="23023" y="30968"/>
                    <a:pt x="23452" y="30505"/>
                    <a:pt x="23861" y="30019"/>
                  </a:cubicBezTo>
                  <a:cubicBezTo>
                    <a:pt x="24274" y="29537"/>
                    <a:pt x="24676" y="29051"/>
                    <a:pt x="25072" y="28556"/>
                  </a:cubicBezTo>
                  <a:cubicBezTo>
                    <a:pt x="25851" y="27581"/>
                    <a:pt x="26606" y="26583"/>
                    <a:pt x="27321" y="25561"/>
                  </a:cubicBezTo>
                  <a:cubicBezTo>
                    <a:pt x="28768" y="23489"/>
                    <a:pt x="30089" y="21333"/>
                    <a:pt x="31277" y="19104"/>
                  </a:cubicBezTo>
                  <a:cubicBezTo>
                    <a:pt x="31886" y="17963"/>
                    <a:pt x="32481" y="16805"/>
                    <a:pt x="32977" y="15607"/>
                  </a:cubicBezTo>
                  <a:cubicBezTo>
                    <a:pt x="33459" y="14430"/>
                    <a:pt x="33839" y="13199"/>
                    <a:pt x="33918" y="11924"/>
                  </a:cubicBezTo>
                  <a:cubicBezTo>
                    <a:pt x="34035" y="9942"/>
                    <a:pt x="33473" y="7982"/>
                    <a:pt x="32321" y="6365"/>
                  </a:cubicBezTo>
                  <a:cubicBezTo>
                    <a:pt x="31759" y="5573"/>
                    <a:pt x="31054" y="4891"/>
                    <a:pt x="30242" y="4359"/>
                  </a:cubicBezTo>
                  <a:cubicBezTo>
                    <a:pt x="29168" y="3657"/>
                    <a:pt x="27937" y="3235"/>
                    <a:pt x="26746" y="2779"/>
                  </a:cubicBezTo>
                  <a:cubicBezTo>
                    <a:pt x="25478" y="2290"/>
                    <a:pt x="24211" y="1807"/>
                    <a:pt x="22943" y="1322"/>
                  </a:cubicBezTo>
                  <a:cubicBezTo>
                    <a:pt x="21702" y="849"/>
                    <a:pt x="20458" y="334"/>
                    <a:pt x="19144" y="107"/>
                  </a:cubicBezTo>
                  <a:cubicBezTo>
                    <a:pt x="18715" y="34"/>
                    <a:pt x="18288" y="1"/>
                    <a:pt x="1786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3"/>
            <p:cNvSpPr/>
            <p:nvPr/>
          </p:nvSpPr>
          <p:spPr>
            <a:xfrm>
              <a:off x="5578825" y="3382175"/>
              <a:ext cx="234025" cy="284700"/>
            </a:xfrm>
            <a:custGeom>
              <a:avLst/>
              <a:gdLst/>
              <a:ahLst/>
              <a:cxnLst/>
              <a:rect l="l" t="t" r="r" b="b"/>
              <a:pathLst>
                <a:path w="9361" h="11388" extrusionOk="0">
                  <a:moveTo>
                    <a:pt x="6303" y="1"/>
                  </a:moveTo>
                  <a:cubicBezTo>
                    <a:pt x="5144" y="1"/>
                    <a:pt x="4019" y="828"/>
                    <a:pt x="3192" y="1679"/>
                  </a:cubicBezTo>
                  <a:cubicBezTo>
                    <a:pt x="1622" y="3303"/>
                    <a:pt x="561" y="5275"/>
                    <a:pt x="18" y="7461"/>
                  </a:cubicBezTo>
                  <a:cubicBezTo>
                    <a:pt x="0" y="7535"/>
                    <a:pt x="61" y="7582"/>
                    <a:pt x="120" y="7582"/>
                  </a:cubicBezTo>
                  <a:cubicBezTo>
                    <a:pt x="160" y="7582"/>
                    <a:pt x="200" y="7561"/>
                    <a:pt x="215" y="7511"/>
                  </a:cubicBezTo>
                  <a:cubicBezTo>
                    <a:pt x="770" y="5721"/>
                    <a:pt x="1702" y="4028"/>
                    <a:pt x="2956" y="2627"/>
                  </a:cubicBezTo>
                  <a:cubicBezTo>
                    <a:pt x="3746" y="1745"/>
                    <a:pt x="5014" y="552"/>
                    <a:pt x="6256" y="552"/>
                  </a:cubicBezTo>
                  <a:cubicBezTo>
                    <a:pt x="6723" y="552"/>
                    <a:pt x="7187" y="721"/>
                    <a:pt x="7620" y="1140"/>
                  </a:cubicBezTo>
                  <a:cubicBezTo>
                    <a:pt x="8911" y="2388"/>
                    <a:pt x="8675" y="4607"/>
                    <a:pt x="8326" y="6197"/>
                  </a:cubicBezTo>
                  <a:cubicBezTo>
                    <a:pt x="7923" y="8017"/>
                    <a:pt x="7025" y="9504"/>
                    <a:pt x="6093" y="11091"/>
                  </a:cubicBezTo>
                  <a:cubicBezTo>
                    <a:pt x="6006" y="11243"/>
                    <a:pt x="6135" y="11387"/>
                    <a:pt x="6276" y="11387"/>
                  </a:cubicBezTo>
                  <a:cubicBezTo>
                    <a:pt x="6323" y="11387"/>
                    <a:pt x="6371" y="11371"/>
                    <a:pt x="6413" y="11334"/>
                  </a:cubicBezTo>
                  <a:cubicBezTo>
                    <a:pt x="7993" y="9906"/>
                    <a:pt x="8841" y="7614"/>
                    <a:pt x="9121" y="5552"/>
                  </a:cubicBezTo>
                  <a:cubicBezTo>
                    <a:pt x="9360" y="3798"/>
                    <a:pt x="9317" y="1583"/>
                    <a:pt x="7707" y="458"/>
                  </a:cubicBezTo>
                  <a:cubicBezTo>
                    <a:pt x="7245" y="136"/>
                    <a:pt x="6771" y="1"/>
                    <a:pt x="630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3"/>
            <p:cNvSpPr/>
            <p:nvPr/>
          </p:nvSpPr>
          <p:spPr>
            <a:xfrm>
              <a:off x="5793975" y="3403775"/>
              <a:ext cx="223050" cy="340525"/>
            </a:xfrm>
            <a:custGeom>
              <a:avLst/>
              <a:gdLst/>
              <a:ahLst/>
              <a:cxnLst/>
              <a:rect l="l" t="t" r="r" b="b"/>
              <a:pathLst>
                <a:path w="8922" h="13621" extrusionOk="0">
                  <a:moveTo>
                    <a:pt x="4761" y="0"/>
                  </a:moveTo>
                  <a:cubicBezTo>
                    <a:pt x="4165" y="0"/>
                    <a:pt x="3557" y="140"/>
                    <a:pt x="2980" y="419"/>
                  </a:cubicBezTo>
                  <a:cubicBezTo>
                    <a:pt x="1097" y="1331"/>
                    <a:pt x="215" y="3290"/>
                    <a:pt x="6" y="5273"/>
                  </a:cubicBezTo>
                  <a:cubicBezTo>
                    <a:pt x="0" y="5335"/>
                    <a:pt x="46" y="5365"/>
                    <a:pt x="94" y="5365"/>
                  </a:cubicBezTo>
                  <a:cubicBezTo>
                    <a:pt x="137" y="5365"/>
                    <a:pt x="183" y="5342"/>
                    <a:pt x="199" y="5296"/>
                  </a:cubicBezTo>
                  <a:lnTo>
                    <a:pt x="199" y="5293"/>
                  </a:lnTo>
                  <a:cubicBezTo>
                    <a:pt x="791" y="3650"/>
                    <a:pt x="1613" y="1813"/>
                    <a:pt x="3293" y="1038"/>
                  </a:cubicBezTo>
                  <a:cubicBezTo>
                    <a:pt x="3760" y="822"/>
                    <a:pt x="4231" y="719"/>
                    <a:pt x="4684" y="719"/>
                  </a:cubicBezTo>
                  <a:cubicBezTo>
                    <a:pt x="5917" y="719"/>
                    <a:pt x="7013" y="1478"/>
                    <a:pt x="7524" y="2768"/>
                  </a:cubicBezTo>
                  <a:cubicBezTo>
                    <a:pt x="8220" y="4511"/>
                    <a:pt x="7628" y="6438"/>
                    <a:pt x="6962" y="8098"/>
                  </a:cubicBezTo>
                  <a:cubicBezTo>
                    <a:pt x="6230" y="9921"/>
                    <a:pt x="5179" y="11558"/>
                    <a:pt x="4364" y="13338"/>
                  </a:cubicBezTo>
                  <a:cubicBezTo>
                    <a:pt x="4302" y="13473"/>
                    <a:pt x="4407" y="13620"/>
                    <a:pt x="4529" y="13620"/>
                  </a:cubicBezTo>
                  <a:cubicBezTo>
                    <a:pt x="4572" y="13620"/>
                    <a:pt x="4616" y="13602"/>
                    <a:pt x="4657" y="13560"/>
                  </a:cubicBezTo>
                  <a:cubicBezTo>
                    <a:pt x="6293" y="11870"/>
                    <a:pt x="7418" y="9422"/>
                    <a:pt x="8160" y="7206"/>
                  </a:cubicBezTo>
                  <a:cubicBezTo>
                    <a:pt x="8799" y="5293"/>
                    <a:pt x="8922" y="3057"/>
                    <a:pt x="7611" y="1391"/>
                  </a:cubicBezTo>
                  <a:cubicBezTo>
                    <a:pt x="6882" y="462"/>
                    <a:pt x="5842" y="0"/>
                    <a:pt x="4761"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3"/>
            <p:cNvSpPr/>
            <p:nvPr/>
          </p:nvSpPr>
          <p:spPr>
            <a:xfrm>
              <a:off x="5993850" y="3419550"/>
              <a:ext cx="228125" cy="496950"/>
            </a:xfrm>
            <a:custGeom>
              <a:avLst/>
              <a:gdLst/>
              <a:ahLst/>
              <a:cxnLst/>
              <a:rect l="l" t="t" r="r" b="b"/>
              <a:pathLst>
                <a:path w="9125" h="19878" extrusionOk="0">
                  <a:moveTo>
                    <a:pt x="4983" y="1"/>
                  </a:moveTo>
                  <a:cubicBezTo>
                    <a:pt x="4852" y="1"/>
                    <a:pt x="4717" y="9"/>
                    <a:pt x="4580" y="24"/>
                  </a:cubicBezTo>
                  <a:cubicBezTo>
                    <a:pt x="2084" y="317"/>
                    <a:pt x="810" y="2666"/>
                    <a:pt x="48" y="4785"/>
                  </a:cubicBezTo>
                  <a:cubicBezTo>
                    <a:pt x="0" y="4919"/>
                    <a:pt x="121" y="5016"/>
                    <a:pt x="239" y="5016"/>
                  </a:cubicBezTo>
                  <a:cubicBezTo>
                    <a:pt x="300" y="5016"/>
                    <a:pt x="361" y="4990"/>
                    <a:pt x="398" y="4928"/>
                  </a:cubicBezTo>
                  <a:lnTo>
                    <a:pt x="394" y="4928"/>
                  </a:lnTo>
                  <a:cubicBezTo>
                    <a:pt x="1388" y="3193"/>
                    <a:pt x="2636" y="743"/>
                    <a:pt x="4944" y="743"/>
                  </a:cubicBezTo>
                  <a:cubicBezTo>
                    <a:pt x="4994" y="743"/>
                    <a:pt x="5044" y="744"/>
                    <a:pt x="5095" y="746"/>
                  </a:cubicBezTo>
                  <a:cubicBezTo>
                    <a:pt x="7637" y="859"/>
                    <a:pt x="8100" y="4170"/>
                    <a:pt x="8056" y="6109"/>
                  </a:cubicBezTo>
                  <a:cubicBezTo>
                    <a:pt x="8006" y="8435"/>
                    <a:pt x="7557" y="10770"/>
                    <a:pt x="6852" y="12986"/>
                  </a:cubicBezTo>
                  <a:cubicBezTo>
                    <a:pt x="6107" y="15328"/>
                    <a:pt x="4899" y="17367"/>
                    <a:pt x="3858" y="19567"/>
                  </a:cubicBezTo>
                  <a:cubicBezTo>
                    <a:pt x="3788" y="19713"/>
                    <a:pt x="3909" y="19878"/>
                    <a:pt x="4042" y="19878"/>
                  </a:cubicBezTo>
                  <a:cubicBezTo>
                    <a:pt x="4087" y="19878"/>
                    <a:pt x="4133" y="19858"/>
                    <a:pt x="4174" y="19813"/>
                  </a:cubicBezTo>
                  <a:cubicBezTo>
                    <a:pt x="5970" y="17773"/>
                    <a:pt x="7075" y="14906"/>
                    <a:pt x="7817" y="12327"/>
                  </a:cubicBezTo>
                  <a:cubicBezTo>
                    <a:pt x="8559" y="9742"/>
                    <a:pt x="9124" y="6778"/>
                    <a:pt x="8692" y="4093"/>
                  </a:cubicBezTo>
                  <a:cubicBezTo>
                    <a:pt x="8375" y="2117"/>
                    <a:pt x="7152" y="1"/>
                    <a:pt x="498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3"/>
            <p:cNvSpPr/>
            <p:nvPr/>
          </p:nvSpPr>
          <p:spPr>
            <a:xfrm>
              <a:off x="5966225" y="3403950"/>
              <a:ext cx="112350" cy="42550"/>
            </a:xfrm>
            <a:custGeom>
              <a:avLst/>
              <a:gdLst/>
              <a:ahLst/>
              <a:cxnLst/>
              <a:rect l="l" t="t" r="r" b="b"/>
              <a:pathLst>
                <a:path w="4494" h="1702" extrusionOk="0">
                  <a:moveTo>
                    <a:pt x="2202" y="1"/>
                  </a:moveTo>
                  <a:cubicBezTo>
                    <a:pt x="1327" y="1"/>
                    <a:pt x="445" y="489"/>
                    <a:pt x="62" y="1284"/>
                  </a:cubicBezTo>
                  <a:cubicBezTo>
                    <a:pt x="0" y="1396"/>
                    <a:pt x="92" y="1506"/>
                    <a:pt x="194" y="1506"/>
                  </a:cubicBezTo>
                  <a:cubicBezTo>
                    <a:pt x="228" y="1506"/>
                    <a:pt x="264" y="1493"/>
                    <a:pt x="295" y="1463"/>
                  </a:cubicBezTo>
                  <a:cubicBezTo>
                    <a:pt x="774" y="1041"/>
                    <a:pt x="1263" y="632"/>
                    <a:pt x="1912" y="539"/>
                  </a:cubicBezTo>
                  <a:cubicBezTo>
                    <a:pt x="2010" y="524"/>
                    <a:pt x="2108" y="516"/>
                    <a:pt x="2205" y="516"/>
                  </a:cubicBezTo>
                  <a:cubicBezTo>
                    <a:pt x="2417" y="516"/>
                    <a:pt x="2627" y="551"/>
                    <a:pt x="2827" y="622"/>
                  </a:cubicBezTo>
                  <a:cubicBezTo>
                    <a:pt x="3046" y="698"/>
                    <a:pt x="3852" y="1114"/>
                    <a:pt x="3768" y="1470"/>
                  </a:cubicBezTo>
                  <a:cubicBezTo>
                    <a:pt x="3745" y="1560"/>
                    <a:pt x="3798" y="1650"/>
                    <a:pt x="3888" y="1676"/>
                  </a:cubicBezTo>
                  <a:lnTo>
                    <a:pt x="3945" y="1693"/>
                  </a:lnTo>
                  <a:cubicBezTo>
                    <a:pt x="3965" y="1699"/>
                    <a:pt x="3984" y="1702"/>
                    <a:pt x="4003" y="1702"/>
                  </a:cubicBezTo>
                  <a:cubicBezTo>
                    <a:pt x="4105" y="1702"/>
                    <a:pt x="4191" y="1625"/>
                    <a:pt x="4224" y="1527"/>
                  </a:cubicBezTo>
                  <a:cubicBezTo>
                    <a:pt x="4494" y="742"/>
                    <a:pt x="3103" y="106"/>
                    <a:pt x="2521" y="23"/>
                  </a:cubicBezTo>
                  <a:cubicBezTo>
                    <a:pt x="2415" y="8"/>
                    <a:pt x="2309" y="1"/>
                    <a:pt x="220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3"/>
            <p:cNvSpPr/>
            <p:nvPr/>
          </p:nvSpPr>
          <p:spPr>
            <a:xfrm>
              <a:off x="5774925" y="3382300"/>
              <a:ext cx="107875" cy="44525"/>
            </a:xfrm>
            <a:custGeom>
              <a:avLst/>
              <a:gdLst/>
              <a:ahLst/>
              <a:cxnLst/>
              <a:rect l="l" t="t" r="r" b="b"/>
              <a:pathLst>
                <a:path w="4315" h="1781" extrusionOk="0">
                  <a:moveTo>
                    <a:pt x="1818" y="1"/>
                  </a:moveTo>
                  <a:cubicBezTo>
                    <a:pt x="941" y="1"/>
                    <a:pt x="0" y="512"/>
                    <a:pt x="102" y="1508"/>
                  </a:cubicBezTo>
                  <a:cubicBezTo>
                    <a:pt x="110" y="1569"/>
                    <a:pt x="161" y="1605"/>
                    <a:pt x="210" y="1605"/>
                  </a:cubicBezTo>
                  <a:cubicBezTo>
                    <a:pt x="249" y="1605"/>
                    <a:pt x="287" y="1583"/>
                    <a:pt x="302" y="1531"/>
                  </a:cubicBezTo>
                  <a:cubicBezTo>
                    <a:pt x="512" y="781"/>
                    <a:pt x="1107" y="418"/>
                    <a:pt x="1790" y="418"/>
                  </a:cubicBezTo>
                  <a:cubicBezTo>
                    <a:pt x="1992" y="418"/>
                    <a:pt x="2201" y="450"/>
                    <a:pt x="2411" y="513"/>
                  </a:cubicBezTo>
                  <a:cubicBezTo>
                    <a:pt x="3113" y="723"/>
                    <a:pt x="3329" y="1128"/>
                    <a:pt x="3652" y="1731"/>
                  </a:cubicBezTo>
                  <a:cubicBezTo>
                    <a:pt x="3672" y="1764"/>
                    <a:pt x="3707" y="1781"/>
                    <a:pt x="3742" y="1781"/>
                  </a:cubicBezTo>
                  <a:cubicBezTo>
                    <a:pt x="3777" y="1781"/>
                    <a:pt x="3812" y="1764"/>
                    <a:pt x="3832" y="1731"/>
                  </a:cubicBezTo>
                  <a:cubicBezTo>
                    <a:pt x="4314" y="836"/>
                    <a:pt x="2844" y="144"/>
                    <a:pt x="2178" y="31"/>
                  </a:cubicBezTo>
                  <a:cubicBezTo>
                    <a:pt x="2061" y="11"/>
                    <a:pt x="1940" y="1"/>
                    <a:pt x="1818"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3"/>
            <p:cNvSpPr/>
            <p:nvPr/>
          </p:nvSpPr>
          <p:spPr>
            <a:xfrm>
              <a:off x="6031375" y="3381575"/>
              <a:ext cx="136050" cy="67550"/>
            </a:xfrm>
            <a:custGeom>
              <a:avLst/>
              <a:gdLst/>
              <a:ahLst/>
              <a:cxnLst/>
              <a:rect l="l" t="t" r="r" b="b"/>
              <a:pathLst>
                <a:path w="5442" h="2702" extrusionOk="0">
                  <a:moveTo>
                    <a:pt x="2333" y="0"/>
                  </a:moveTo>
                  <a:cubicBezTo>
                    <a:pt x="1462" y="0"/>
                    <a:pt x="611" y="323"/>
                    <a:pt x="88" y="1028"/>
                  </a:cubicBezTo>
                  <a:cubicBezTo>
                    <a:pt x="1" y="1144"/>
                    <a:pt x="122" y="1292"/>
                    <a:pt x="246" y="1292"/>
                  </a:cubicBezTo>
                  <a:cubicBezTo>
                    <a:pt x="273" y="1292"/>
                    <a:pt x="302" y="1284"/>
                    <a:pt x="327" y="1267"/>
                  </a:cubicBezTo>
                  <a:cubicBezTo>
                    <a:pt x="996" y="815"/>
                    <a:pt x="1672" y="456"/>
                    <a:pt x="2443" y="456"/>
                  </a:cubicBezTo>
                  <a:cubicBezTo>
                    <a:pt x="2658" y="456"/>
                    <a:pt x="2880" y="484"/>
                    <a:pt x="3112" y="545"/>
                  </a:cubicBezTo>
                  <a:cubicBezTo>
                    <a:pt x="4210" y="838"/>
                    <a:pt x="4632" y="1696"/>
                    <a:pt x="5105" y="2615"/>
                  </a:cubicBezTo>
                  <a:cubicBezTo>
                    <a:pt x="5136" y="2675"/>
                    <a:pt x="5193" y="2702"/>
                    <a:pt x="5250" y="2702"/>
                  </a:cubicBezTo>
                  <a:cubicBezTo>
                    <a:pt x="5345" y="2702"/>
                    <a:pt x="5442" y="2631"/>
                    <a:pt x="5437" y="2522"/>
                  </a:cubicBezTo>
                  <a:cubicBezTo>
                    <a:pt x="5368" y="941"/>
                    <a:pt x="3822" y="0"/>
                    <a:pt x="233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3"/>
            <p:cNvSpPr/>
            <p:nvPr/>
          </p:nvSpPr>
          <p:spPr>
            <a:xfrm>
              <a:off x="5828075" y="3352900"/>
              <a:ext cx="141725" cy="77825"/>
            </a:xfrm>
            <a:custGeom>
              <a:avLst/>
              <a:gdLst/>
              <a:ahLst/>
              <a:cxnLst/>
              <a:rect l="l" t="t" r="r" b="b"/>
              <a:pathLst>
                <a:path w="5669" h="3113" extrusionOk="0">
                  <a:moveTo>
                    <a:pt x="2783" y="1"/>
                  </a:moveTo>
                  <a:cubicBezTo>
                    <a:pt x="1693" y="1"/>
                    <a:pt x="0" y="497"/>
                    <a:pt x="372" y="1656"/>
                  </a:cubicBezTo>
                  <a:cubicBezTo>
                    <a:pt x="387" y="1704"/>
                    <a:pt x="438" y="1735"/>
                    <a:pt x="487" y="1735"/>
                  </a:cubicBezTo>
                  <a:cubicBezTo>
                    <a:pt x="523" y="1735"/>
                    <a:pt x="558" y="1718"/>
                    <a:pt x="578" y="1679"/>
                  </a:cubicBezTo>
                  <a:lnTo>
                    <a:pt x="575" y="1676"/>
                  </a:lnTo>
                  <a:cubicBezTo>
                    <a:pt x="957" y="875"/>
                    <a:pt x="1771" y="427"/>
                    <a:pt x="2614" y="427"/>
                  </a:cubicBezTo>
                  <a:cubicBezTo>
                    <a:pt x="2973" y="427"/>
                    <a:pt x="3337" y="508"/>
                    <a:pt x="3675" y="678"/>
                  </a:cubicBezTo>
                  <a:cubicBezTo>
                    <a:pt x="4208" y="944"/>
                    <a:pt x="4627" y="1433"/>
                    <a:pt x="4840" y="1982"/>
                  </a:cubicBezTo>
                  <a:cubicBezTo>
                    <a:pt x="4979" y="2338"/>
                    <a:pt x="4946" y="2717"/>
                    <a:pt x="5132" y="3053"/>
                  </a:cubicBezTo>
                  <a:cubicBezTo>
                    <a:pt x="5156" y="3093"/>
                    <a:pt x="5196" y="3113"/>
                    <a:pt x="5238" y="3113"/>
                  </a:cubicBezTo>
                  <a:cubicBezTo>
                    <a:pt x="5279" y="3113"/>
                    <a:pt x="5320" y="3093"/>
                    <a:pt x="5345" y="3053"/>
                  </a:cubicBezTo>
                  <a:cubicBezTo>
                    <a:pt x="5668" y="2504"/>
                    <a:pt x="5292" y="1699"/>
                    <a:pt x="4969" y="1220"/>
                  </a:cubicBezTo>
                  <a:cubicBezTo>
                    <a:pt x="4587" y="648"/>
                    <a:pt x="4008" y="235"/>
                    <a:pt x="3343" y="59"/>
                  </a:cubicBezTo>
                  <a:cubicBezTo>
                    <a:pt x="3194" y="21"/>
                    <a:pt x="3000" y="1"/>
                    <a:pt x="278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3"/>
            <p:cNvSpPr/>
            <p:nvPr/>
          </p:nvSpPr>
          <p:spPr>
            <a:xfrm>
              <a:off x="5926700" y="3337950"/>
              <a:ext cx="129825" cy="56050"/>
            </a:xfrm>
            <a:custGeom>
              <a:avLst/>
              <a:gdLst/>
              <a:ahLst/>
              <a:cxnLst/>
              <a:rect l="l" t="t" r="r" b="b"/>
              <a:pathLst>
                <a:path w="5193" h="2242" extrusionOk="0">
                  <a:moveTo>
                    <a:pt x="2167" y="0"/>
                  </a:moveTo>
                  <a:cubicBezTo>
                    <a:pt x="1279" y="0"/>
                    <a:pt x="444" y="296"/>
                    <a:pt x="63" y="946"/>
                  </a:cubicBezTo>
                  <a:cubicBezTo>
                    <a:pt x="1" y="1053"/>
                    <a:pt x="93" y="1160"/>
                    <a:pt x="193" y="1160"/>
                  </a:cubicBezTo>
                  <a:cubicBezTo>
                    <a:pt x="227" y="1160"/>
                    <a:pt x="262" y="1148"/>
                    <a:pt x="292" y="1119"/>
                  </a:cubicBezTo>
                  <a:lnTo>
                    <a:pt x="292" y="1123"/>
                  </a:lnTo>
                  <a:cubicBezTo>
                    <a:pt x="812" y="632"/>
                    <a:pt x="1372" y="427"/>
                    <a:pt x="1990" y="427"/>
                  </a:cubicBezTo>
                  <a:cubicBezTo>
                    <a:pt x="2291" y="427"/>
                    <a:pt x="2606" y="476"/>
                    <a:pt x="2937" y="564"/>
                  </a:cubicBezTo>
                  <a:cubicBezTo>
                    <a:pt x="3899" y="823"/>
                    <a:pt x="4448" y="1276"/>
                    <a:pt x="4874" y="2157"/>
                  </a:cubicBezTo>
                  <a:cubicBezTo>
                    <a:pt x="4902" y="2217"/>
                    <a:pt x="4954" y="2242"/>
                    <a:pt x="5007" y="2242"/>
                  </a:cubicBezTo>
                  <a:cubicBezTo>
                    <a:pt x="5097" y="2242"/>
                    <a:pt x="5193" y="2170"/>
                    <a:pt x="5193" y="2067"/>
                  </a:cubicBezTo>
                  <a:cubicBezTo>
                    <a:pt x="5179" y="774"/>
                    <a:pt x="3603" y="0"/>
                    <a:pt x="2167"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3"/>
            <p:cNvSpPr/>
            <p:nvPr/>
          </p:nvSpPr>
          <p:spPr>
            <a:xfrm>
              <a:off x="5683400" y="3464725"/>
              <a:ext cx="73850" cy="73725"/>
            </a:xfrm>
            <a:custGeom>
              <a:avLst/>
              <a:gdLst/>
              <a:ahLst/>
              <a:cxnLst/>
              <a:rect l="l" t="t" r="r" b="b"/>
              <a:pathLst>
                <a:path w="2954" h="2949" extrusionOk="0">
                  <a:moveTo>
                    <a:pt x="1268" y="0"/>
                  </a:moveTo>
                  <a:cubicBezTo>
                    <a:pt x="968" y="0"/>
                    <a:pt x="673" y="111"/>
                    <a:pt x="460" y="357"/>
                  </a:cubicBezTo>
                  <a:cubicBezTo>
                    <a:pt x="337" y="486"/>
                    <a:pt x="250" y="643"/>
                    <a:pt x="204" y="816"/>
                  </a:cubicBezTo>
                  <a:lnTo>
                    <a:pt x="202" y="826"/>
                  </a:lnTo>
                  <a:lnTo>
                    <a:pt x="202" y="826"/>
                  </a:lnTo>
                  <a:cubicBezTo>
                    <a:pt x="147" y="942"/>
                    <a:pt x="107" y="1069"/>
                    <a:pt x="80" y="1208"/>
                  </a:cubicBezTo>
                  <a:cubicBezTo>
                    <a:pt x="27" y="1468"/>
                    <a:pt x="1" y="1731"/>
                    <a:pt x="1" y="1993"/>
                  </a:cubicBezTo>
                  <a:cubicBezTo>
                    <a:pt x="1" y="2419"/>
                    <a:pt x="313" y="2775"/>
                    <a:pt x="709" y="2895"/>
                  </a:cubicBezTo>
                  <a:cubicBezTo>
                    <a:pt x="832" y="2931"/>
                    <a:pt x="953" y="2948"/>
                    <a:pt x="1071" y="2948"/>
                  </a:cubicBezTo>
                  <a:cubicBezTo>
                    <a:pt x="2159" y="2948"/>
                    <a:pt x="2954" y="1499"/>
                    <a:pt x="2329" y="556"/>
                  </a:cubicBezTo>
                  <a:cubicBezTo>
                    <a:pt x="2097" y="207"/>
                    <a:pt x="1678" y="0"/>
                    <a:pt x="126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3"/>
            <p:cNvSpPr/>
            <p:nvPr/>
          </p:nvSpPr>
          <p:spPr>
            <a:xfrm>
              <a:off x="5830875" y="3475300"/>
              <a:ext cx="123025" cy="123525"/>
            </a:xfrm>
            <a:custGeom>
              <a:avLst/>
              <a:gdLst/>
              <a:ahLst/>
              <a:cxnLst/>
              <a:rect l="l" t="t" r="r" b="b"/>
              <a:pathLst>
                <a:path w="4921" h="4941" extrusionOk="0">
                  <a:moveTo>
                    <a:pt x="2851" y="0"/>
                  </a:moveTo>
                  <a:cubicBezTo>
                    <a:pt x="2760" y="0"/>
                    <a:pt x="2669" y="6"/>
                    <a:pt x="2578" y="17"/>
                  </a:cubicBezTo>
                  <a:cubicBezTo>
                    <a:pt x="1231" y="178"/>
                    <a:pt x="511" y="1288"/>
                    <a:pt x="376" y="2494"/>
                  </a:cubicBezTo>
                  <a:lnTo>
                    <a:pt x="376" y="2494"/>
                  </a:lnTo>
                  <a:cubicBezTo>
                    <a:pt x="284" y="2691"/>
                    <a:pt x="216" y="2897"/>
                    <a:pt x="176" y="3104"/>
                  </a:cubicBezTo>
                  <a:cubicBezTo>
                    <a:pt x="1" y="4039"/>
                    <a:pt x="608" y="4941"/>
                    <a:pt x="1606" y="4941"/>
                  </a:cubicBezTo>
                  <a:cubicBezTo>
                    <a:pt x="1610" y="4941"/>
                    <a:pt x="1613" y="4941"/>
                    <a:pt x="1617" y="4941"/>
                  </a:cubicBezTo>
                  <a:cubicBezTo>
                    <a:pt x="2479" y="4937"/>
                    <a:pt x="3387" y="4342"/>
                    <a:pt x="3926" y="3706"/>
                  </a:cubicBezTo>
                  <a:cubicBezTo>
                    <a:pt x="4488" y="3048"/>
                    <a:pt x="4921" y="2146"/>
                    <a:pt x="4671" y="1264"/>
                  </a:cubicBezTo>
                  <a:cubicBezTo>
                    <a:pt x="4438" y="439"/>
                    <a:pt x="3661" y="0"/>
                    <a:pt x="2851"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3"/>
            <p:cNvSpPr/>
            <p:nvPr/>
          </p:nvSpPr>
          <p:spPr>
            <a:xfrm>
              <a:off x="6019825" y="3490050"/>
              <a:ext cx="156325" cy="171400"/>
            </a:xfrm>
            <a:custGeom>
              <a:avLst/>
              <a:gdLst/>
              <a:ahLst/>
              <a:cxnLst/>
              <a:rect l="l" t="t" r="r" b="b"/>
              <a:pathLst>
                <a:path w="6253" h="6856" extrusionOk="0">
                  <a:moveTo>
                    <a:pt x="2826" y="0"/>
                  </a:moveTo>
                  <a:cubicBezTo>
                    <a:pt x="1876" y="0"/>
                    <a:pt x="1027" y="629"/>
                    <a:pt x="600" y="1589"/>
                  </a:cubicBezTo>
                  <a:cubicBezTo>
                    <a:pt x="1" y="2940"/>
                    <a:pt x="144" y="4534"/>
                    <a:pt x="606" y="5898"/>
                  </a:cubicBezTo>
                  <a:cubicBezTo>
                    <a:pt x="647" y="6020"/>
                    <a:pt x="743" y="6073"/>
                    <a:pt x="839" y="6073"/>
                  </a:cubicBezTo>
                  <a:cubicBezTo>
                    <a:pt x="898" y="6073"/>
                    <a:pt x="956" y="6053"/>
                    <a:pt x="1002" y="6018"/>
                  </a:cubicBezTo>
                  <a:lnTo>
                    <a:pt x="1002" y="6018"/>
                  </a:lnTo>
                  <a:cubicBezTo>
                    <a:pt x="1415" y="6521"/>
                    <a:pt x="1993" y="6855"/>
                    <a:pt x="2697" y="6855"/>
                  </a:cubicBezTo>
                  <a:cubicBezTo>
                    <a:pt x="2895" y="6855"/>
                    <a:pt x="3104" y="6829"/>
                    <a:pt x="3321" y="6773"/>
                  </a:cubicBezTo>
                  <a:cubicBezTo>
                    <a:pt x="5963" y="6084"/>
                    <a:pt x="6252" y="1526"/>
                    <a:pt x="3933" y="288"/>
                  </a:cubicBezTo>
                  <a:cubicBezTo>
                    <a:pt x="3562" y="91"/>
                    <a:pt x="3187" y="0"/>
                    <a:pt x="282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04" name="Google Shape;304;p3"/>
          <p:cNvSpPr txBox="1">
            <a:spLocks noGrp="1"/>
          </p:cNvSpPr>
          <p:nvPr>
            <p:ph type="title"/>
          </p:nvPr>
        </p:nvSpPr>
        <p:spPr>
          <a:xfrm>
            <a:off x="5102000" y="2772400"/>
            <a:ext cx="5788400" cy="18164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6400">
                <a:solidFill>
                  <a:schemeClr val="lt2"/>
                </a:solidFill>
              </a:defRPr>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r>
              <a:rPr lang="en-US"/>
              <a:t>Click to edit Master title style</a:t>
            </a:r>
            <a:endParaRPr/>
          </a:p>
        </p:txBody>
      </p:sp>
      <p:sp>
        <p:nvSpPr>
          <p:cNvPr id="305" name="Google Shape;305;p3"/>
          <p:cNvSpPr txBox="1">
            <a:spLocks noGrp="1"/>
          </p:cNvSpPr>
          <p:nvPr>
            <p:ph type="title" idx="2" hasCustomPrompt="1"/>
          </p:nvPr>
        </p:nvSpPr>
        <p:spPr>
          <a:xfrm>
            <a:off x="5102000" y="1506983"/>
            <a:ext cx="1335600" cy="1122400"/>
          </a:xfrm>
          <a:prstGeom prst="rect">
            <a:avLst/>
          </a:prstGeom>
        </p:spPr>
        <p:txBody>
          <a:bodyPr spcFirstLastPara="1" wrap="square" lIns="91425" tIns="91425" rIns="91425" bIns="91425" anchor="b" anchorCtr="0">
            <a:noAutofit/>
          </a:bodyPr>
          <a:lstStyle>
            <a:lvl1pPr lvl="0" rtl="0">
              <a:spcBef>
                <a:spcPts val="0"/>
              </a:spcBef>
              <a:spcAft>
                <a:spcPts val="0"/>
              </a:spcAft>
              <a:buSzPts val="6000"/>
              <a:buNone/>
              <a:defRPr sz="6400">
                <a:solidFill>
                  <a:schemeClr val="accen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306" name="Google Shape;306;p3"/>
          <p:cNvSpPr txBox="1">
            <a:spLocks noGrp="1"/>
          </p:cNvSpPr>
          <p:nvPr>
            <p:ph type="subTitle" idx="1"/>
          </p:nvPr>
        </p:nvSpPr>
        <p:spPr>
          <a:xfrm>
            <a:off x="5253733" y="4800600"/>
            <a:ext cx="5636800" cy="407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sz="2133">
                <a:solidFill>
                  <a:schemeClr val="dk1"/>
                </a:solidFill>
              </a:defRPr>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r>
              <a:rPr lang="en-US"/>
              <a:t>Click to edit Master subtitle style</a:t>
            </a:r>
            <a:endParaRPr/>
          </a:p>
        </p:txBody>
      </p:sp>
      <p:grpSp>
        <p:nvGrpSpPr>
          <p:cNvPr id="307" name="Google Shape;307;p3"/>
          <p:cNvGrpSpPr/>
          <p:nvPr/>
        </p:nvGrpSpPr>
        <p:grpSpPr>
          <a:xfrm flipH="1">
            <a:off x="11613166" y="-222468"/>
            <a:ext cx="578831" cy="7314599"/>
            <a:chOff x="13274" y="-166851"/>
            <a:chExt cx="434123" cy="5485949"/>
          </a:xfrm>
        </p:grpSpPr>
        <p:sp>
          <p:nvSpPr>
            <p:cNvPr id="308" name="Google Shape;308;p3"/>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3"/>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3"/>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3"/>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3"/>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3"/>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3"/>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3"/>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3"/>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3"/>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3"/>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3"/>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3"/>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3"/>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3"/>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3"/>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3"/>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3"/>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3"/>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3"/>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3"/>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3"/>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3"/>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3"/>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3"/>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3"/>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3"/>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3"/>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3"/>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3"/>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3"/>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3"/>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3"/>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3"/>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3"/>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3"/>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3"/>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3"/>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3"/>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3"/>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3"/>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3"/>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3"/>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3"/>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3"/>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3"/>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3"/>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3"/>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3"/>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3"/>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3"/>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3"/>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3"/>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3"/>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3"/>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3"/>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3"/>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3"/>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3"/>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3"/>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3"/>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3"/>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3"/>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3"/>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3"/>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3"/>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3"/>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3"/>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3"/>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3"/>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3"/>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3"/>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3"/>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3"/>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3"/>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3"/>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3"/>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3"/>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3"/>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3"/>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3"/>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3"/>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3"/>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3"/>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3"/>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3"/>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3"/>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3"/>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3"/>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3"/>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3"/>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3"/>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3"/>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3"/>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3"/>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3"/>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3"/>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3"/>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3"/>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3"/>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3"/>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3"/>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3"/>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3"/>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3"/>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3"/>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3"/>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3"/>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3"/>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3"/>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3"/>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3"/>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3"/>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3"/>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3"/>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3"/>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3"/>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3"/>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3"/>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3"/>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3"/>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3"/>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3"/>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3"/>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3"/>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3"/>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3"/>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3"/>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3"/>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3"/>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3"/>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3"/>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3"/>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3"/>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3"/>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3"/>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44" name="Google Shape;444;p3"/>
          <p:cNvGrpSpPr/>
          <p:nvPr/>
        </p:nvGrpSpPr>
        <p:grpSpPr>
          <a:xfrm>
            <a:off x="66" y="-222468"/>
            <a:ext cx="578831" cy="7314599"/>
            <a:chOff x="13274" y="-166851"/>
            <a:chExt cx="434123" cy="5485949"/>
          </a:xfrm>
        </p:grpSpPr>
        <p:sp>
          <p:nvSpPr>
            <p:cNvPr id="445" name="Google Shape;445;p3"/>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3"/>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3"/>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3"/>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3"/>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3"/>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3"/>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3"/>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3"/>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3"/>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3"/>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3"/>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3"/>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3"/>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3"/>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3"/>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3"/>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3"/>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3"/>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3"/>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3"/>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3"/>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3"/>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3"/>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3"/>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3"/>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3"/>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3"/>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3"/>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3"/>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3"/>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3"/>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3"/>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3"/>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3"/>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3"/>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3"/>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3"/>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3"/>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3"/>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3"/>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3"/>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3"/>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3"/>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3"/>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3"/>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3"/>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3"/>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3"/>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3"/>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3"/>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3"/>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3"/>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3"/>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3"/>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3"/>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3"/>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3"/>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3"/>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3"/>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3"/>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3"/>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3"/>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3"/>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3"/>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3"/>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3"/>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3"/>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3"/>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3"/>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3"/>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3"/>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3"/>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3"/>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3"/>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3"/>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3"/>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3"/>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3"/>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3"/>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3"/>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3"/>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3"/>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3"/>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3"/>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3"/>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3"/>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3"/>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3"/>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3"/>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3"/>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3"/>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3"/>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3"/>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3"/>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3"/>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3"/>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3"/>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3"/>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3"/>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3"/>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3"/>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3"/>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3"/>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3"/>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3"/>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3"/>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3"/>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3"/>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3"/>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3"/>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3"/>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3"/>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3"/>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3"/>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3"/>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3"/>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3"/>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3"/>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3"/>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3"/>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3"/>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3"/>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3"/>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3"/>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3"/>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3"/>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3"/>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3"/>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3"/>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3"/>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3"/>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3"/>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3"/>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3"/>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3"/>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03156184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body" type="tx" preserve="1">
  <p:cSld name="Title and body">
    <p:spTree>
      <p:nvGrpSpPr>
        <p:cNvPr id="1" name="Shape 581"/>
        <p:cNvGrpSpPr/>
        <p:nvPr/>
      </p:nvGrpSpPr>
      <p:grpSpPr>
        <a:xfrm>
          <a:off x="0" y="0"/>
          <a:ext cx="0" cy="0"/>
          <a:chOff x="0" y="0"/>
          <a:chExt cx="0" cy="0"/>
        </a:xfrm>
      </p:grpSpPr>
      <p:grpSp>
        <p:nvGrpSpPr>
          <p:cNvPr id="582" name="Google Shape;582;p4"/>
          <p:cNvGrpSpPr/>
          <p:nvPr/>
        </p:nvGrpSpPr>
        <p:grpSpPr>
          <a:xfrm rot="-868975" flipH="1">
            <a:off x="8344260" y="5239258"/>
            <a:ext cx="2489779" cy="1980260"/>
            <a:chOff x="2173200" y="3006475"/>
            <a:chExt cx="883975" cy="703075"/>
          </a:xfrm>
        </p:grpSpPr>
        <p:sp>
          <p:nvSpPr>
            <p:cNvPr id="583" name="Google Shape;583;p4"/>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4"/>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4"/>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4"/>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87" name="Google Shape;587;p4"/>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588" name="Google Shape;588;p4"/>
          <p:cNvSpPr txBox="1">
            <a:spLocks noGrp="1"/>
          </p:cNvSpPr>
          <p:nvPr>
            <p:ph type="body" idx="1"/>
          </p:nvPr>
        </p:nvSpPr>
        <p:spPr>
          <a:xfrm>
            <a:off x="960000" y="1356967"/>
            <a:ext cx="6681600" cy="4788000"/>
          </a:xfrm>
          <a:prstGeom prst="rect">
            <a:avLst/>
          </a:prstGeom>
        </p:spPr>
        <p:txBody>
          <a:bodyPr spcFirstLastPara="1" wrap="square" lIns="91425" tIns="91425" rIns="91425" bIns="91425" anchor="t" anchorCtr="0">
            <a:noAutofit/>
          </a:bodyPr>
          <a:lstStyle>
            <a:lvl1pPr marL="609585" lvl="0" indent="-423323" rtl="0">
              <a:spcBef>
                <a:spcPts val="0"/>
              </a:spcBef>
              <a:spcAft>
                <a:spcPts val="0"/>
              </a:spcAft>
              <a:buClr>
                <a:schemeClr val="lt2"/>
              </a:buClr>
              <a:buSzPts val="1400"/>
              <a:buChar char="●"/>
              <a:defRPr sz="1600">
                <a:solidFill>
                  <a:srgbClr val="434343"/>
                </a:solidFill>
              </a:defRPr>
            </a:lvl1pPr>
            <a:lvl2pPr marL="1219170" lvl="1" indent="-423323" rtl="0">
              <a:lnSpc>
                <a:spcPct val="115000"/>
              </a:lnSpc>
              <a:spcBef>
                <a:spcPts val="0"/>
              </a:spcBef>
              <a:spcAft>
                <a:spcPts val="0"/>
              </a:spcAft>
              <a:buSzPts val="1400"/>
              <a:buFont typeface="Overpass"/>
              <a:buChar char="○"/>
              <a:defRPr>
                <a:solidFill>
                  <a:srgbClr val="434343"/>
                </a:solidFill>
              </a:defRPr>
            </a:lvl2pPr>
            <a:lvl3pPr marL="1828754" lvl="2" indent="-423323" rtl="0">
              <a:lnSpc>
                <a:spcPct val="115000"/>
              </a:lnSpc>
              <a:spcBef>
                <a:spcPts val="0"/>
              </a:spcBef>
              <a:spcAft>
                <a:spcPts val="0"/>
              </a:spcAft>
              <a:buSzPts val="1400"/>
              <a:buFont typeface="Overpass"/>
              <a:buChar char="■"/>
              <a:defRPr>
                <a:solidFill>
                  <a:srgbClr val="434343"/>
                </a:solidFill>
              </a:defRPr>
            </a:lvl3pPr>
            <a:lvl4pPr marL="2438339" lvl="3" indent="-423323" rtl="0">
              <a:lnSpc>
                <a:spcPct val="115000"/>
              </a:lnSpc>
              <a:spcBef>
                <a:spcPts val="0"/>
              </a:spcBef>
              <a:spcAft>
                <a:spcPts val="0"/>
              </a:spcAft>
              <a:buSzPts val="1400"/>
              <a:buFont typeface="Overpass"/>
              <a:buChar char="●"/>
              <a:defRPr>
                <a:solidFill>
                  <a:srgbClr val="434343"/>
                </a:solidFill>
              </a:defRPr>
            </a:lvl4pPr>
            <a:lvl5pPr marL="3047924" lvl="4" indent="-423323" rtl="0">
              <a:lnSpc>
                <a:spcPct val="115000"/>
              </a:lnSpc>
              <a:spcBef>
                <a:spcPts val="0"/>
              </a:spcBef>
              <a:spcAft>
                <a:spcPts val="0"/>
              </a:spcAft>
              <a:buSzPts val="1400"/>
              <a:buFont typeface="Overpass"/>
              <a:buChar char="○"/>
              <a:defRPr>
                <a:solidFill>
                  <a:srgbClr val="434343"/>
                </a:solidFill>
              </a:defRPr>
            </a:lvl5pPr>
            <a:lvl6pPr marL="3657509" lvl="5" indent="-423323" rtl="0">
              <a:lnSpc>
                <a:spcPct val="115000"/>
              </a:lnSpc>
              <a:spcBef>
                <a:spcPts val="0"/>
              </a:spcBef>
              <a:spcAft>
                <a:spcPts val="0"/>
              </a:spcAft>
              <a:buSzPts val="1400"/>
              <a:buFont typeface="Overpass"/>
              <a:buChar char="■"/>
              <a:defRPr>
                <a:solidFill>
                  <a:srgbClr val="434343"/>
                </a:solidFill>
              </a:defRPr>
            </a:lvl6pPr>
            <a:lvl7pPr marL="4267093" lvl="6" indent="-423323" rtl="0">
              <a:lnSpc>
                <a:spcPct val="115000"/>
              </a:lnSpc>
              <a:spcBef>
                <a:spcPts val="0"/>
              </a:spcBef>
              <a:spcAft>
                <a:spcPts val="0"/>
              </a:spcAft>
              <a:buSzPts val="1400"/>
              <a:buFont typeface="Overpass"/>
              <a:buChar char="●"/>
              <a:defRPr>
                <a:solidFill>
                  <a:srgbClr val="434343"/>
                </a:solidFill>
              </a:defRPr>
            </a:lvl7pPr>
            <a:lvl8pPr marL="4876678" lvl="7" indent="-423323" rtl="0">
              <a:lnSpc>
                <a:spcPct val="115000"/>
              </a:lnSpc>
              <a:spcBef>
                <a:spcPts val="0"/>
              </a:spcBef>
              <a:spcAft>
                <a:spcPts val="0"/>
              </a:spcAft>
              <a:buSzPts val="1400"/>
              <a:buFont typeface="Overpass"/>
              <a:buChar char="○"/>
              <a:defRPr>
                <a:solidFill>
                  <a:srgbClr val="434343"/>
                </a:solidFill>
              </a:defRPr>
            </a:lvl8pPr>
            <a:lvl9pPr marL="5486263" lvl="8" indent="-423323" rtl="0">
              <a:lnSpc>
                <a:spcPct val="115000"/>
              </a:lnSpc>
              <a:spcBef>
                <a:spcPts val="0"/>
              </a:spcBef>
              <a:spcAft>
                <a:spcPts val="0"/>
              </a:spcAft>
              <a:buSzPts val="1400"/>
              <a:buFont typeface="Overpass"/>
              <a:buChar char="■"/>
              <a:defRPr>
                <a:solidFill>
                  <a:srgbClr val="434343"/>
                </a:solidFill>
              </a:defRPr>
            </a:lvl9pPr>
          </a:lstStyle>
          <a:p>
            <a:pPr lvl="0"/>
            <a:r>
              <a:rPr lang="en-US"/>
              <a:t>Click to edit Master text styles</a:t>
            </a:r>
          </a:p>
        </p:txBody>
      </p:sp>
      <p:grpSp>
        <p:nvGrpSpPr>
          <p:cNvPr id="589" name="Google Shape;589;p4"/>
          <p:cNvGrpSpPr/>
          <p:nvPr/>
        </p:nvGrpSpPr>
        <p:grpSpPr>
          <a:xfrm flipH="1">
            <a:off x="11613166" y="-222468"/>
            <a:ext cx="578831" cy="7314599"/>
            <a:chOff x="13274" y="-166851"/>
            <a:chExt cx="434123" cy="5485949"/>
          </a:xfrm>
        </p:grpSpPr>
        <p:sp>
          <p:nvSpPr>
            <p:cNvPr id="590" name="Google Shape;590;p4"/>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4"/>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4"/>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4"/>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4"/>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4"/>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4"/>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4"/>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4"/>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4"/>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4"/>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4"/>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4"/>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4"/>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4"/>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4"/>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 name="Google Shape;606;p4"/>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4"/>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4"/>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4"/>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4"/>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4"/>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4"/>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4"/>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4"/>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4"/>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4"/>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4"/>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4"/>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4"/>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4"/>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4"/>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4"/>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4"/>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4"/>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4"/>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4"/>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4"/>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4"/>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4"/>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4"/>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4"/>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4"/>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4"/>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4"/>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4"/>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4"/>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4"/>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4"/>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4"/>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4"/>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4"/>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4"/>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4"/>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4"/>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4"/>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4"/>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4"/>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4"/>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4"/>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4"/>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4"/>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4"/>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4"/>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4"/>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4"/>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4"/>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4"/>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4"/>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4"/>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4"/>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4"/>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4"/>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4"/>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4"/>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4"/>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4"/>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4"/>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4"/>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4"/>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4"/>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4"/>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4"/>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4"/>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4"/>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4"/>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4"/>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4"/>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4"/>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4"/>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4"/>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4"/>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4"/>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4"/>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4"/>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4"/>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4"/>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4"/>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4"/>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4"/>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4"/>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4"/>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4"/>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4"/>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4"/>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4"/>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4"/>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4"/>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4"/>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4"/>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4"/>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4"/>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4"/>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4"/>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4"/>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4"/>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4"/>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4"/>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4"/>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4"/>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4"/>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4"/>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4"/>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4"/>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4"/>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4"/>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4"/>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4"/>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4"/>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4"/>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4"/>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4"/>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4"/>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4"/>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4"/>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4"/>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26" name="Google Shape;726;p4"/>
          <p:cNvGrpSpPr/>
          <p:nvPr/>
        </p:nvGrpSpPr>
        <p:grpSpPr>
          <a:xfrm>
            <a:off x="66" y="-222468"/>
            <a:ext cx="578831" cy="7314599"/>
            <a:chOff x="13274" y="-166851"/>
            <a:chExt cx="434123" cy="5485949"/>
          </a:xfrm>
        </p:grpSpPr>
        <p:sp>
          <p:nvSpPr>
            <p:cNvPr id="727" name="Google Shape;727;p4"/>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4"/>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4"/>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4"/>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4"/>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4"/>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4"/>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4"/>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4"/>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4"/>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4"/>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4"/>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4"/>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4"/>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4"/>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4"/>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4"/>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4"/>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4"/>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4"/>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4"/>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4"/>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4"/>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4"/>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4"/>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4"/>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4"/>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4"/>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4"/>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4"/>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4"/>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4"/>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4"/>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4"/>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4"/>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4"/>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4"/>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4"/>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4"/>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4"/>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4"/>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4"/>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4"/>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4"/>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4"/>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4"/>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4"/>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4"/>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4"/>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4"/>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4"/>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4"/>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4"/>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4"/>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4"/>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4"/>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4"/>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4"/>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4"/>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4"/>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4"/>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4"/>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4"/>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4"/>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4"/>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4"/>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4"/>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4"/>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4"/>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4"/>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4"/>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4"/>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4"/>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4"/>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4"/>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4"/>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4"/>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4"/>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4"/>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4"/>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4"/>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4"/>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4"/>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4"/>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4"/>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4"/>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4"/>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4"/>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4"/>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4"/>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4"/>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4"/>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4"/>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4"/>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4"/>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4"/>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4"/>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4"/>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4"/>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4"/>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4"/>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4"/>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4"/>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4"/>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4"/>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4"/>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4"/>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4"/>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4"/>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4"/>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4"/>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4"/>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4"/>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4"/>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4"/>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4"/>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4"/>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4"/>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4"/>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4"/>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4"/>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4"/>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4"/>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4"/>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4"/>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4"/>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4"/>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4"/>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4"/>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4"/>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4"/>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4"/>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4"/>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4"/>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4"/>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4"/>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01727067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type="twoColTx" preserve="1">
  <p:cSld name="Title and two columns">
    <p:spTree>
      <p:nvGrpSpPr>
        <p:cNvPr id="1" name="Shape 863"/>
        <p:cNvGrpSpPr/>
        <p:nvPr/>
      </p:nvGrpSpPr>
      <p:grpSpPr>
        <a:xfrm>
          <a:off x="0" y="0"/>
          <a:ext cx="0" cy="0"/>
          <a:chOff x="0" y="0"/>
          <a:chExt cx="0" cy="0"/>
        </a:xfrm>
      </p:grpSpPr>
      <p:grpSp>
        <p:nvGrpSpPr>
          <p:cNvPr id="864" name="Google Shape;864;p5"/>
          <p:cNvGrpSpPr/>
          <p:nvPr/>
        </p:nvGrpSpPr>
        <p:grpSpPr>
          <a:xfrm rot="8285964">
            <a:off x="9662447" y="-731386"/>
            <a:ext cx="1671799" cy="2245553"/>
            <a:chOff x="5504500" y="2070425"/>
            <a:chExt cx="849950" cy="1141650"/>
          </a:xfrm>
        </p:grpSpPr>
        <p:sp>
          <p:nvSpPr>
            <p:cNvPr id="865" name="Google Shape;865;p5"/>
            <p:cNvSpPr/>
            <p:nvPr/>
          </p:nvSpPr>
          <p:spPr>
            <a:xfrm>
              <a:off x="5549325" y="2190050"/>
              <a:ext cx="652275" cy="869300"/>
            </a:xfrm>
            <a:custGeom>
              <a:avLst/>
              <a:gdLst/>
              <a:ahLst/>
              <a:cxnLst/>
              <a:rect l="l" t="t" r="r" b="b"/>
              <a:pathLst>
                <a:path w="26091" h="34772" extrusionOk="0">
                  <a:moveTo>
                    <a:pt x="8787" y="697"/>
                  </a:moveTo>
                  <a:cubicBezTo>
                    <a:pt x="9233" y="697"/>
                    <a:pt x="9675" y="804"/>
                    <a:pt x="10078" y="1044"/>
                  </a:cubicBezTo>
                  <a:cubicBezTo>
                    <a:pt x="10909" y="1540"/>
                    <a:pt x="11478" y="2468"/>
                    <a:pt x="11771" y="3370"/>
                  </a:cubicBezTo>
                  <a:cubicBezTo>
                    <a:pt x="12230" y="4771"/>
                    <a:pt x="11990" y="6407"/>
                    <a:pt x="10939" y="7397"/>
                  </a:cubicBezTo>
                  <a:lnTo>
                    <a:pt x="10939" y="7397"/>
                  </a:lnTo>
                  <a:cubicBezTo>
                    <a:pt x="10608" y="7599"/>
                    <a:pt x="10285" y="7810"/>
                    <a:pt x="9968" y="8021"/>
                  </a:cubicBezTo>
                  <a:cubicBezTo>
                    <a:pt x="9731" y="8179"/>
                    <a:pt x="9870" y="8574"/>
                    <a:pt x="10122" y="8574"/>
                  </a:cubicBezTo>
                  <a:cubicBezTo>
                    <a:pt x="10156" y="8574"/>
                    <a:pt x="10193" y="8566"/>
                    <a:pt x="10231" y="8550"/>
                  </a:cubicBezTo>
                  <a:cubicBezTo>
                    <a:pt x="10617" y="8382"/>
                    <a:pt x="10964" y="8158"/>
                    <a:pt x="11268" y="7889"/>
                  </a:cubicBezTo>
                  <a:lnTo>
                    <a:pt x="11268" y="7889"/>
                  </a:lnTo>
                  <a:cubicBezTo>
                    <a:pt x="12213" y="7304"/>
                    <a:pt x="13219" y="6796"/>
                    <a:pt x="14326" y="6640"/>
                  </a:cubicBezTo>
                  <a:cubicBezTo>
                    <a:pt x="14551" y="6609"/>
                    <a:pt x="14778" y="6592"/>
                    <a:pt x="15006" y="6592"/>
                  </a:cubicBezTo>
                  <a:cubicBezTo>
                    <a:pt x="16051" y="6592"/>
                    <a:pt x="17092" y="6941"/>
                    <a:pt x="17770" y="7785"/>
                  </a:cubicBezTo>
                  <a:cubicBezTo>
                    <a:pt x="19529" y="9980"/>
                    <a:pt x="18282" y="12888"/>
                    <a:pt x="16742" y="14794"/>
                  </a:cubicBezTo>
                  <a:cubicBezTo>
                    <a:pt x="15717" y="16059"/>
                    <a:pt x="14522" y="17180"/>
                    <a:pt x="13192" y="18121"/>
                  </a:cubicBezTo>
                  <a:cubicBezTo>
                    <a:pt x="12947" y="18299"/>
                    <a:pt x="13111" y="18625"/>
                    <a:pt x="13354" y="18625"/>
                  </a:cubicBezTo>
                  <a:cubicBezTo>
                    <a:pt x="13401" y="18625"/>
                    <a:pt x="13452" y="18613"/>
                    <a:pt x="13503" y="18585"/>
                  </a:cubicBezTo>
                  <a:lnTo>
                    <a:pt x="13503" y="18585"/>
                  </a:lnTo>
                  <a:lnTo>
                    <a:pt x="13504" y="18587"/>
                  </a:lnTo>
                  <a:cubicBezTo>
                    <a:pt x="13512" y="18582"/>
                    <a:pt x="13519" y="18577"/>
                    <a:pt x="13527" y="18571"/>
                  </a:cubicBezTo>
                  <a:lnTo>
                    <a:pt x="13527" y="18571"/>
                  </a:lnTo>
                  <a:cubicBezTo>
                    <a:pt x="15120" y="17673"/>
                    <a:pt x="16783" y="16729"/>
                    <a:pt x="18621" y="16464"/>
                  </a:cubicBezTo>
                  <a:cubicBezTo>
                    <a:pt x="18938" y="16418"/>
                    <a:pt x="19262" y="16394"/>
                    <a:pt x="19589" y="16394"/>
                  </a:cubicBezTo>
                  <a:cubicBezTo>
                    <a:pt x="20701" y="16394"/>
                    <a:pt x="21832" y="16678"/>
                    <a:pt x="22717" y="17359"/>
                  </a:cubicBezTo>
                  <a:cubicBezTo>
                    <a:pt x="23928" y="18291"/>
                    <a:pt x="24397" y="19871"/>
                    <a:pt x="24157" y="21352"/>
                  </a:cubicBezTo>
                  <a:cubicBezTo>
                    <a:pt x="23904" y="22905"/>
                    <a:pt x="22873" y="24186"/>
                    <a:pt x="21576" y="25025"/>
                  </a:cubicBezTo>
                  <a:cubicBezTo>
                    <a:pt x="20227" y="25895"/>
                    <a:pt x="18675" y="26225"/>
                    <a:pt x="17105" y="26383"/>
                  </a:cubicBezTo>
                  <a:lnTo>
                    <a:pt x="17105" y="26383"/>
                  </a:lnTo>
                  <a:cubicBezTo>
                    <a:pt x="16653" y="26396"/>
                    <a:pt x="16204" y="26431"/>
                    <a:pt x="15762" y="26486"/>
                  </a:cubicBezTo>
                  <a:lnTo>
                    <a:pt x="15762" y="26486"/>
                  </a:lnTo>
                  <a:cubicBezTo>
                    <a:pt x="15746" y="26487"/>
                    <a:pt x="15730" y="26487"/>
                    <a:pt x="15714" y="26488"/>
                  </a:cubicBezTo>
                  <a:lnTo>
                    <a:pt x="15714" y="26492"/>
                  </a:lnTo>
                  <a:lnTo>
                    <a:pt x="15714" y="26492"/>
                  </a:lnTo>
                  <a:cubicBezTo>
                    <a:pt x="15714" y="26492"/>
                    <a:pt x="15714" y="26492"/>
                    <a:pt x="15714" y="26492"/>
                  </a:cubicBezTo>
                  <a:cubicBezTo>
                    <a:pt x="15412" y="26530"/>
                    <a:pt x="15423" y="26986"/>
                    <a:pt x="15710" y="26986"/>
                  </a:cubicBezTo>
                  <a:cubicBezTo>
                    <a:pt x="15721" y="26986"/>
                    <a:pt x="15732" y="26985"/>
                    <a:pt x="15743" y="26984"/>
                  </a:cubicBezTo>
                  <a:cubicBezTo>
                    <a:pt x="15744" y="26984"/>
                    <a:pt x="15745" y="26984"/>
                    <a:pt x="15746" y="26984"/>
                  </a:cubicBezTo>
                  <a:lnTo>
                    <a:pt x="15746" y="26984"/>
                  </a:lnTo>
                  <a:cubicBezTo>
                    <a:pt x="15987" y="26972"/>
                    <a:pt x="16227" y="26967"/>
                    <a:pt x="16467" y="26967"/>
                  </a:cubicBezTo>
                  <a:cubicBezTo>
                    <a:pt x="18177" y="26967"/>
                    <a:pt x="19866" y="27257"/>
                    <a:pt x="21469" y="27869"/>
                  </a:cubicBezTo>
                  <a:cubicBezTo>
                    <a:pt x="22999" y="28451"/>
                    <a:pt x="24809" y="29393"/>
                    <a:pt x="25089" y="31186"/>
                  </a:cubicBezTo>
                  <a:cubicBezTo>
                    <a:pt x="25208" y="31971"/>
                    <a:pt x="25016" y="32793"/>
                    <a:pt x="24390" y="33319"/>
                  </a:cubicBezTo>
                  <a:cubicBezTo>
                    <a:pt x="23691" y="33911"/>
                    <a:pt x="22687" y="34100"/>
                    <a:pt x="21798" y="34177"/>
                  </a:cubicBezTo>
                  <a:cubicBezTo>
                    <a:pt x="21556" y="34198"/>
                    <a:pt x="21314" y="34209"/>
                    <a:pt x="21071" y="34209"/>
                  </a:cubicBezTo>
                  <a:cubicBezTo>
                    <a:pt x="19708" y="34209"/>
                    <a:pt x="18351" y="33874"/>
                    <a:pt x="17131" y="33272"/>
                  </a:cubicBezTo>
                  <a:cubicBezTo>
                    <a:pt x="15899" y="32661"/>
                    <a:pt x="14810" y="31802"/>
                    <a:pt x="13977" y="30729"/>
                  </a:cubicBezTo>
                  <a:lnTo>
                    <a:pt x="13977" y="30729"/>
                  </a:lnTo>
                  <a:cubicBezTo>
                    <a:pt x="13953" y="30625"/>
                    <a:pt x="13892" y="30534"/>
                    <a:pt x="13796" y="30487"/>
                  </a:cubicBezTo>
                  <a:lnTo>
                    <a:pt x="13796" y="30487"/>
                  </a:lnTo>
                  <a:cubicBezTo>
                    <a:pt x="13572" y="30175"/>
                    <a:pt x="13368" y="29847"/>
                    <a:pt x="13188" y="29503"/>
                  </a:cubicBezTo>
                  <a:cubicBezTo>
                    <a:pt x="13172" y="29471"/>
                    <a:pt x="13143" y="29458"/>
                    <a:pt x="13112" y="29458"/>
                  </a:cubicBezTo>
                  <a:cubicBezTo>
                    <a:pt x="13048" y="29458"/>
                    <a:pt x="12978" y="29519"/>
                    <a:pt x="13012" y="29589"/>
                  </a:cubicBezTo>
                  <a:lnTo>
                    <a:pt x="13009" y="29589"/>
                  </a:lnTo>
                  <a:cubicBezTo>
                    <a:pt x="13155" y="29893"/>
                    <a:pt x="13318" y="30186"/>
                    <a:pt x="13496" y="30468"/>
                  </a:cubicBezTo>
                  <a:lnTo>
                    <a:pt x="13496" y="30468"/>
                  </a:lnTo>
                  <a:cubicBezTo>
                    <a:pt x="13321" y="30488"/>
                    <a:pt x="13145" y="30497"/>
                    <a:pt x="12970" y="30497"/>
                  </a:cubicBezTo>
                  <a:cubicBezTo>
                    <a:pt x="11698" y="30497"/>
                    <a:pt x="10426" y="30010"/>
                    <a:pt x="9346" y="29383"/>
                  </a:cubicBezTo>
                  <a:cubicBezTo>
                    <a:pt x="8015" y="28604"/>
                    <a:pt x="6867" y="27520"/>
                    <a:pt x="5869" y="26359"/>
                  </a:cubicBezTo>
                  <a:cubicBezTo>
                    <a:pt x="3600" y="23724"/>
                    <a:pt x="1967" y="20497"/>
                    <a:pt x="1348" y="17063"/>
                  </a:cubicBezTo>
                  <a:cubicBezTo>
                    <a:pt x="789" y="13969"/>
                    <a:pt x="1062" y="10785"/>
                    <a:pt x="2136" y="7835"/>
                  </a:cubicBezTo>
                  <a:cubicBezTo>
                    <a:pt x="2655" y="6397"/>
                    <a:pt x="3364" y="5030"/>
                    <a:pt x="4276" y="3806"/>
                  </a:cubicBezTo>
                  <a:cubicBezTo>
                    <a:pt x="5174" y="2601"/>
                    <a:pt x="6268" y="1400"/>
                    <a:pt x="7722" y="888"/>
                  </a:cubicBezTo>
                  <a:cubicBezTo>
                    <a:pt x="8070" y="765"/>
                    <a:pt x="8430" y="697"/>
                    <a:pt x="8787" y="697"/>
                  </a:cubicBezTo>
                  <a:close/>
                  <a:moveTo>
                    <a:pt x="8822" y="0"/>
                  </a:moveTo>
                  <a:cubicBezTo>
                    <a:pt x="7705" y="0"/>
                    <a:pt x="6596" y="556"/>
                    <a:pt x="5723" y="1254"/>
                  </a:cubicBezTo>
                  <a:cubicBezTo>
                    <a:pt x="4412" y="2295"/>
                    <a:pt x="3394" y="3693"/>
                    <a:pt x="2546" y="5120"/>
                  </a:cubicBezTo>
                  <a:cubicBezTo>
                    <a:pt x="809" y="8047"/>
                    <a:pt x="1" y="11504"/>
                    <a:pt x="174" y="14901"/>
                  </a:cubicBezTo>
                  <a:cubicBezTo>
                    <a:pt x="370" y="18773"/>
                    <a:pt x="1817" y="22546"/>
                    <a:pt x="4103" y="25660"/>
                  </a:cubicBezTo>
                  <a:cubicBezTo>
                    <a:pt x="5294" y="27287"/>
                    <a:pt x="6704" y="28801"/>
                    <a:pt x="8394" y="29918"/>
                  </a:cubicBezTo>
                  <a:cubicBezTo>
                    <a:pt x="9160" y="30421"/>
                    <a:pt x="9978" y="30833"/>
                    <a:pt x="10856" y="31099"/>
                  </a:cubicBezTo>
                  <a:cubicBezTo>
                    <a:pt x="11399" y="31264"/>
                    <a:pt x="11969" y="31330"/>
                    <a:pt x="12538" y="31330"/>
                  </a:cubicBezTo>
                  <a:cubicBezTo>
                    <a:pt x="12904" y="31330"/>
                    <a:pt x="13270" y="31303"/>
                    <a:pt x="13628" y="31256"/>
                  </a:cubicBezTo>
                  <a:cubicBezTo>
                    <a:pt x="13763" y="31238"/>
                    <a:pt x="13860" y="31168"/>
                    <a:pt x="13918" y="31077"/>
                  </a:cubicBezTo>
                  <a:lnTo>
                    <a:pt x="13918" y="31077"/>
                  </a:lnTo>
                  <a:cubicBezTo>
                    <a:pt x="15643" y="33356"/>
                    <a:pt x="18429" y="34772"/>
                    <a:pt x="21312" y="34772"/>
                  </a:cubicBezTo>
                  <a:cubicBezTo>
                    <a:pt x="21446" y="34772"/>
                    <a:pt x="21581" y="34769"/>
                    <a:pt x="21715" y="34762"/>
                  </a:cubicBezTo>
                  <a:cubicBezTo>
                    <a:pt x="23532" y="34679"/>
                    <a:pt x="25684" y="33997"/>
                    <a:pt x="25890" y="31901"/>
                  </a:cubicBezTo>
                  <a:cubicBezTo>
                    <a:pt x="26090" y="29869"/>
                    <a:pt x="24596" y="28328"/>
                    <a:pt x="22880" y="27516"/>
                  </a:cubicBezTo>
                  <a:cubicBezTo>
                    <a:pt x="21743" y="26978"/>
                    <a:pt x="20497" y="26640"/>
                    <a:pt x="19226" y="26482"/>
                  </a:cubicBezTo>
                  <a:lnTo>
                    <a:pt x="19226" y="26482"/>
                  </a:lnTo>
                  <a:cubicBezTo>
                    <a:pt x="20017" y="26296"/>
                    <a:pt x="20786" y="26033"/>
                    <a:pt x="21509" y="25633"/>
                  </a:cubicBezTo>
                  <a:cubicBezTo>
                    <a:pt x="22979" y="24822"/>
                    <a:pt x="24210" y="23481"/>
                    <a:pt x="24650" y="21837"/>
                  </a:cubicBezTo>
                  <a:cubicBezTo>
                    <a:pt x="25059" y="20287"/>
                    <a:pt x="24749" y="18564"/>
                    <a:pt x="23642" y="17373"/>
                  </a:cubicBezTo>
                  <a:cubicBezTo>
                    <a:pt x="22613" y="16273"/>
                    <a:pt x="21071" y="15807"/>
                    <a:pt x="19595" y="15807"/>
                  </a:cubicBezTo>
                  <a:cubicBezTo>
                    <a:pt x="19538" y="15807"/>
                    <a:pt x="19482" y="15808"/>
                    <a:pt x="19426" y="15809"/>
                  </a:cubicBezTo>
                  <a:cubicBezTo>
                    <a:pt x="18091" y="15842"/>
                    <a:pt x="16828" y="16264"/>
                    <a:pt x="15623" y="16828"/>
                  </a:cubicBezTo>
                  <a:lnTo>
                    <a:pt x="15623" y="16828"/>
                  </a:lnTo>
                  <a:cubicBezTo>
                    <a:pt x="16136" y="16333"/>
                    <a:pt x="16621" y="15810"/>
                    <a:pt x="17074" y="15260"/>
                  </a:cubicBezTo>
                  <a:cubicBezTo>
                    <a:pt x="17972" y="14166"/>
                    <a:pt x="18751" y="12918"/>
                    <a:pt x="19054" y="11524"/>
                  </a:cubicBezTo>
                  <a:cubicBezTo>
                    <a:pt x="19340" y="10223"/>
                    <a:pt x="19154" y="8769"/>
                    <a:pt x="18388" y="7658"/>
                  </a:cubicBezTo>
                  <a:cubicBezTo>
                    <a:pt x="17611" y="6538"/>
                    <a:pt x="16330" y="6004"/>
                    <a:pt x="14992" y="6004"/>
                  </a:cubicBezTo>
                  <a:cubicBezTo>
                    <a:pt x="14968" y="6004"/>
                    <a:pt x="14943" y="6004"/>
                    <a:pt x="14918" y="6005"/>
                  </a:cubicBezTo>
                  <a:cubicBezTo>
                    <a:pt x="13950" y="6019"/>
                    <a:pt x="13042" y="6303"/>
                    <a:pt x="12182" y="6713"/>
                  </a:cubicBezTo>
                  <a:lnTo>
                    <a:pt x="12182" y="6713"/>
                  </a:lnTo>
                  <a:cubicBezTo>
                    <a:pt x="12502" y="6100"/>
                    <a:pt x="12677" y="5405"/>
                    <a:pt x="12683" y="4694"/>
                  </a:cubicBezTo>
                  <a:cubicBezTo>
                    <a:pt x="12696" y="3004"/>
                    <a:pt x="11731" y="1041"/>
                    <a:pt x="10154" y="296"/>
                  </a:cubicBezTo>
                  <a:cubicBezTo>
                    <a:pt x="9719" y="90"/>
                    <a:pt x="9270" y="0"/>
                    <a:pt x="8822" y="0"/>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5"/>
            <p:cNvSpPr/>
            <p:nvPr/>
          </p:nvSpPr>
          <p:spPr>
            <a:xfrm>
              <a:off x="6155725" y="2814175"/>
              <a:ext cx="75050" cy="48800"/>
            </a:xfrm>
            <a:custGeom>
              <a:avLst/>
              <a:gdLst/>
              <a:ahLst/>
              <a:cxnLst/>
              <a:rect l="l" t="t" r="r" b="b"/>
              <a:pathLst>
                <a:path w="3002" h="1952" extrusionOk="0">
                  <a:moveTo>
                    <a:pt x="1293" y="882"/>
                  </a:moveTo>
                  <a:lnTo>
                    <a:pt x="1293" y="882"/>
                  </a:lnTo>
                  <a:cubicBezTo>
                    <a:pt x="1301" y="882"/>
                    <a:pt x="1320" y="884"/>
                    <a:pt x="1355" y="891"/>
                  </a:cubicBezTo>
                  <a:lnTo>
                    <a:pt x="1352" y="891"/>
                  </a:lnTo>
                  <a:cubicBezTo>
                    <a:pt x="1338" y="889"/>
                    <a:pt x="1325" y="887"/>
                    <a:pt x="1312" y="885"/>
                  </a:cubicBezTo>
                  <a:cubicBezTo>
                    <a:pt x="1305" y="884"/>
                    <a:pt x="1299" y="883"/>
                    <a:pt x="1293" y="882"/>
                  </a:cubicBezTo>
                  <a:close/>
                  <a:moveTo>
                    <a:pt x="1083" y="1404"/>
                  </a:moveTo>
                  <a:lnTo>
                    <a:pt x="1083" y="1405"/>
                  </a:lnTo>
                  <a:lnTo>
                    <a:pt x="1083" y="1405"/>
                  </a:lnTo>
                  <a:cubicBezTo>
                    <a:pt x="1077" y="1410"/>
                    <a:pt x="1073" y="1414"/>
                    <a:pt x="1072" y="1414"/>
                  </a:cubicBezTo>
                  <a:cubicBezTo>
                    <a:pt x="1072" y="1414"/>
                    <a:pt x="1072" y="1414"/>
                    <a:pt x="1072" y="1414"/>
                  </a:cubicBezTo>
                  <a:cubicBezTo>
                    <a:pt x="1076" y="1410"/>
                    <a:pt x="1079" y="1407"/>
                    <a:pt x="1083" y="1404"/>
                  </a:cubicBezTo>
                  <a:close/>
                  <a:moveTo>
                    <a:pt x="1715" y="1"/>
                  </a:moveTo>
                  <a:cubicBezTo>
                    <a:pt x="1615" y="1"/>
                    <a:pt x="1516" y="11"/>
                    <a:pt x="1418" y="26"/>
                  </a:cubicBezTo>
                  <a:cubicBezTo>
                    <a:pt x="1099" y="83"/>
                    <a:pt x="793" y="189"/>
                    <a:pt x="530" y="389"/>
                  </a:cubicBezTo>
                  <a:cubicBezTo>
                    <a:pt x="380" y="499"/>
                    <a:pt x="237" y="628"/>
                    <a:pt x="147" y="795"/>
                  </a:cubicBezTo>
                  <a:cubicBezTo>
                    <a:pt x="1" y="1081"/>
                    <a:pt x="68" y="1427"/>
                    <a:pt x="310" y="1640"/>
                  </a:cubicBezTo>
                  <a:cubicBezTo>
                    <a:pt x="563" y="1859"/>
                    <a:pt x="939" y="1929"/>
                    <a:pt x="1262" y="1949"/>
                  </a:cubicBezTo>
                  <a:cubicBezTo>
                    <a:pt x="1295" y="1951"/>
                    <a:pt x="1328" y="1952"/>
                    <a:pt x="1361" y="1952"/>
                  </a:cubicBezTo>
                  <a:cubicBezTo>
                    <a:pt x="1884" y="1952"/>
                    <a:pt x="2425" y="1731"/>
                    <a:pt x="2766" y="1337"/>
                  </a:cubicBezTo>
                  <a:cubicBezTo>
                    <a:pt x="2902" y="1181"/>
                    <a:pt x="3002" y="998"/>
                    <a:pt x="2995" y="788"/>
                  </a:cubicBezTo>
                  <a:cubicBezTo>
                    <a:pt x="2992" y="585"/>
                    <a:pt x="2895" y="392"/>
                    <a:pt x="2736" y="266"/>
                  </a:cubicBezTo>
                  <a:lnTo>
                    <a:pt x="2646" y="203"/>
                  </a:lnTo>
                  <a:lnTo>
                    <a:pt x="2646" y="203"/>
                  </a:lnTo>
                  <a:cubicBezTo>
                    <a:pt x="2674" y="223"/>
                    <a:pt x="2688" y="233"/>
                    <a:pt x="2688" y="233"/>
                  </a:cubicBezTo>
                  <a:cubicBezTo>
                    <a:pt x="2688" y="233"/>
                    <a:pt x="2658" y="212"/>
                    <a:pt x="2599" y="173"/>
                  </a:cubicBezTo>
                  <a:cubicBezTo>
                    <a:pt x="2573" y="156"/>
                    <a:pt x="2546" y="139"/>
                    <a:pt x="2519" y="129"/>
                  </a:cubicBezTo>
                  <a:cubicBezTo>
                    <a:pt x="2450" y="96"/>
                    <a:pt x="2376" y="73"/>
                    <a:pt x="2303" y="53"/>
                  </a:cubicBezTo>
                  <a:cubicBezTo>
                    <a:pt x="2186" y="27"/>
                    <a:pt x="2069" y="13"/>
                    <a:pt x="1950" y="13"/>
                  </a:cubicBezTo>
                  <a:cubicBezTo>
                    <a:pt x="1946" y="13"/>
                    <a:pt x="1941" y="13"/>
                    <a:pt x="1936" y="13"/>
                  </a:cubicBezTo>
                  <a:lnTo>
                    <a:pt x="1936" y="13"/>
                  </a:lnTo>
                  <a:cubicBezTo>
                    <a:pt x="1889" y="8"/>
                    <a:pt x="1841" y="5"/>
                    <a:pt x="1794" y="3"/>
                  </a:cubicBezTo>
                  <a:cubicBezTo>
                    <a:pt x="1768" y="2"/>
                    <a:pt x="1741" y="1"/>
                    <a:pt x="1715"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5"/>
            <p:cNvSpPr/>
            <p:nvPr/>
          </p:nvSpPr>
          <p:spPr>
            <a:xfrm>
              <a:off x="6055350" y="2505750"/>
              <a:ext cx="64975" cy="50650"/>
            </a:xfrm>
            <a:custGeom>
              <a:avLst/>
              <a:gdLst/>
              <a:ahLst/>
              <a:cxnLst/>
              <a:rect l="l" t="t" r="r" b="b"/>
              <a:pathLst>
                <a:path w="2599" h="2026" extrusionOk="0">
                  <a:moveTo>
                    <a:pt x="1724" y="1"/>
                  </a:moveTo>
                  <a:cubicBezTo>
                    <a:pt x="1554" y="1"/>
                    <a:pt x="1388" y="57"/>
                    <a:pt x="1231" y="114"/>
                  </a:cubicBezTo>
                  <a:cubicBezTo>
                    <a:pt x="1065" y="177"/>
                    <a:pt x="892" y="233"/>
                    <a:pt x="726" y="300"/>
                  </a:cubicBezTo>
                  <a:cubicBezTo>
                    <a:pt x="476" y="400"/>
                    <a:pt x="260" y="536"/>
                    <a:pt x="124" y="772"/>
                  </a:cubicBezTo>
                  <a:cubicBezTo>
                    <a:pt x="20" y="959"/>
                    <a:pt x="0" y="1182"/>
                    <a:pt x="67" y="1388"/>
                  </a:cubicBezTo>
                  <a:cubicBezTo>
                    <a:pt x="133" y="1551"/>
                    <a:pt x="240" y="1697"/>
                    <a:pt x="376" y="1810"/>
                  </a:cubicBezTo>
                  <a:cubicBezTo>
                    <a:pt x="509" y="1920"/>
                    <a:pt x="672" y="1993"/>
                    <a:pt x="845" y="2017"/>
                  </a:cubicBezTo>
                  <a:cubicBezTo>
                    <a:pt x="896" y="2023"/>
                    <a:pt x="946" y="2025"/>
                    <a:pt x="997" y="2025"/>
                  </a:cubicBezTo>
                  <a:cubicBezTo>
                    <a:pt x="1027" y="2025"/>
                    <a:pt x="1057" y="2024"/>
                    <a:pt x="1087" y="2022"/>
                  </a:cubicBezTo>
                  <a:lnTo>
                    <a:pt x="1087" y="2022"/>
                  </a:lnTo>
                  <a:cubicBezTo>
                    <a:pt x="1281" y="2022"/>
                    <a:pt x="1474" y="1982"/>
                    <a:pt x="1654" y="1904"/>
                  </a:cubicBezTo>
                  <a:cubicBezTo>
                    <a:pt x="1993" y="1747"/>
                    <a:pt x="2293" y="1508"/>
                    <a:pt x="2452" y="1158"/>
                  </a:cubicBezTo>
                  <a:cubicBezTo>
                    <a:pt x="2579" y="882"/>
                    <a:pt x="2599" y="589"/>
                    <a:pt x="2429" y="327"/>
                  </a:cubicBezTo>
                  <a:cubicBezTo>
                    <a:pt x="2279" y="90"/>
                    <a:pt x="1990" y="1"/>
                    <a:pt x="1724"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5"/>
            <p:cNvSpPr/>
            <p:nvPr/>
          </p:nvSpPr>
          <p:spPr>
            <a:xfrm>
              <a:off x="5908350" y="2229775"/>
              <a:ext cx="60100" cy="68800"/>
            </a:xfrm>
            <a:custGeom>
              <a:avLst/>
              <a:gdLst/>
              <a:ahLst/>
              <a:cxnLst/>
              <a:rect l="l" t="t" r="r" b="b"/>
              <a:pathLst>
                <a:path w="2404" h="2752" extrusionOk="0">
                  <a:moveTo>
                    <a:pt x="1613" y="1"/>
                  </a:moveTo>
                  <a:cubicBezTo>
                    <a:pt x="1382" y="1"/>
                    <a:pt x="1154" y="104"/>
                    <a:pt x="953" y="207"/>
                  </a:cubicBezTo>
                  <a:cubicBezTo>
                    <a:pt x="790" y="300"/>
                    <a:pt x="644" y="417"/>
                    <a:pt x="521" y="557"/>
                  </a:cubicBezTo>
                  <a:cubicBezTo>
                    <a:pt x="391" y="693"/>
                    <a:pt x="288" y="849"/>
                    <a:pt x="211" y="1019"/>
                  </a:cubicBezTo>
                  <a:cubicBezTo>
                    <a:pt x="64" y="1343"/>
                    <a:pt x="1" y="1698"/>
                    <a:pt x="60" y="2041"/>
                  </a:cubicBezTo>
                  <a:lnTo>
                    <a:pt x="60" y="2041"/>
                  </a:lnTo>
                  <a:cubicBezTo>
                    <a:pt x="19" y="2243"/>
                    <a:pt x="117" y="2470"/>
                    <a:pt x="268" y="2599"/>
                  </a:cubicBezTo>
                  <a:cubicBezTo>
                    <a:pt x="383" y="2698"/>
                    <a:pt x="528" y="2751"/>
                    <a:pt x="676" y="2751"/>
                  </a:cubicBezTo>
                  <a:cubicBezTo>
                    <a:pt x="742" y="2751"/>
                    <a:pt x="809" y="2741"/>
                    <a:pt x="873" y="2719"/>
                  </a:cubicBezTo>
                  <a:cubicBezTo>
                    <a:pt x="1249" y="2593"/>
                    <a:pt x="1589" y="2370"/>
                    <a:pt x="1852" y="2070"/>
                  </a:cubicBezTo>
                  <a:cubicBezTo>
                    <a:pt x="2111" y="1778"/>
                    <a:pt x="2311" y="1398"/>
                    <a:pt x="2371" y="1012"/>
                  </a:cubicBezTo>
                  <a:cubicBezTo>
                    <a:pt x="2404" y="843"/>
                    <a:pt x="2394" y="673"/>
                    <a:pt x="2344" y="510"/>
                  </a:cubicBezTo>
                  <a:cubicBezTo>
                    <a:pt x="2264" y="250"/>
                    <a:pt x="2025" y="71"/>
                    <a:pt x="1768" y="18"/>
                  </a:cubicBezTo>
                  <a:cubicBezTo>
                    <a:pt x="1716" y="6"/>
                    <a:pt x="1664" y="1"/>
                    <a:pt x="1613"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5"/>
            <p:cNvSpPr/>
            <p:nvPr/>
          </p:nvSpPr>
          <p:spPr>
            <a:xfrm>
              <a:off x="5504500" y="2070425"/>
              <a:ext cx="849950" cy="1141650"/>
            </a:xfrm>
            <a:custGeom>
              <a:avLst/>
              <a:gdLst/>
              <a:ahLst/>
              <a:cxnLst/>
              <a:rect l="l" t="t" r="r" b="b"/>
              <a:pathLst>
                <a:path w="33998" h="45666" fill="none" extrusionOk="0">
                  <a:moveTo>
                    <a:pt x="19596" y="41194"/>
                  </a:moveTo>
                  <a:cubicBezTo>
                    <a:pt x="19899" y="43749"/>
                    <a:pt x="22770" y="45666"/>
                    <a:pt x="25245" y="44960"/>
                  </a:cubicBezTo>
                  <a:cubicBezTo>
                    <a:pt x="27717" y="44258"/>
                    <a:pt x="29154" y="41118"/>
                    <a:pt x="28066" y="38789"/>
                  </a:cubicBezTo>
                  <a:cubicBezTo>
                    <a:pt x="29786" y="39557"/>
                    <a:pt x="32038" y="38779"/>
                    <a:pt x="32913" y="37115"/>
                  </a:cubicBezTo>
                  <a:cubicBezTo>
                    <a:pt x="33788" y="35449"/>
                    <a:pt x="33153" y="33153"/>
                    <a:pt x="31546" y="32172"/>
                  </a:cubicBezTo>
                  <a:cubicBezTo>
                    <a:pt x="32967" y="31862"/>
                    <a:pt x="33998" y="30332"/>
                    <a:pt x="33748" y="28901"/>
                  </a:cubicBezTo>
                  <a:cubicBezTo>
                    <a:pt x="33502" y="27471"/>
                    <a:pt x="32015" y="26373"/>
                    <a:pt x="30575" y="26559"/>
                  </a:cubicBezTo>
                  <a:cubicBezTo>
                    <a:pt x="31696" y="25847"/>
                    <a:pt x="32285" y="24380"/>
                    <a:pt x="31959" y="23086"/>
                  </a:cubicBezTo>
                  <a:cubicBezTo>
                    <a:pt x="31633" y="21795"/>
                    <a:pt x="30425" y="20780"/>
                    <a:pt x="29097" y="20684"/>
                  </a:cubicBezTo>
                  <a:cubicBezTo>
                    <a:pt x="30245" y="19839"/>
                    <a:pt x="30724" y="18192"/>
                    <a:pt x="30205" y="16865"/>
                  </a:cubicBezTo>
                  <a:cubicBezTo>
                    <a:pt x="29686" y="15537"/>
                    <a:pt x="28219" y="14649"/>
                    <a:pt x="26802" y="14809"/>
                  </a:cubicBezTo>
                  <a:cubicBezTo>
                    <a:pt x="27936" y="13864"/>
                    <a:pt x="28246" y="12064"/>
                    <a:pt x="27487" y="10796"/>
                  </a:cubicBezTo>
                  <a:cubicBezTo>
                    <a:pt x="26732" y="9529"/>
                    <a:pt x="25002" y="8943"/>
                    <a:pt x="23628" y="9492"/>
                  </a:cubicBezTo>
                  <a:cubicBezTo>
                    <a:pt x="24762" y="8681"/>
                    <a:pt x="25039" y="6901"/>
                    <a:pt x="24210" y="5783"/>
                  </a:cubicBezTo>
                  <a:cubicBezTo>
                    <a:pt x="23385" y="4662"/>
                    <a:pt x="21602" y="4409"/>
                    <a:pt x="20491" y="5254"/>
                  </a:cubicBezTo>
                  <a:cubicBezTo>
                    <a:pt x="20963" y="3876"/>
                    <a:pt x="20201" y="2200"/>
                    <a:pt x="18854" y="1647"/>
                  </a:cubicBezTo>
                  <a:cubicBezTo>
                    <a:pt x="17510" y="1095"/>
                    <a:pt x="15790" y="1751"/>
                    <a:pt x="15154" y="3061"/>
                  </a:cubicBezTo>
                  <a:cubicBezTo>
                    <a:pt x="15886" y="1684"/>
                    <a:pt x="14269" y="1"/>
                    <a:pt x="12712" y="84"/>
                  </a:cubicBezTo>
                  <a:cubicBezTo>
                    <a:pt x="11155" y="167"/>
                    <a:pt x="9895" y="1338"/>
                    <a:pt x="8860" y="2506"/>
                  </a:cubicBezTo>
                  <a:cubicBezTo>
                    <a:pt x="6345" y="1860"/>
                    <a:pt x="3494" y="2822"/>
                    <a:pt x="1883" y="4858"/>
                  </a:cubicBezTo>
                  <a:cubicBezTo>
                    <a:pt x="277" y="6897"/>
                    <a:pt x="0" y="9895"/>
                    <a:pt x="1215" y="12190"/>
                  </a:cubicBezTo>
                </a:path>
              </a:pathLst>
            </a:custGeom>
            <a:noFill/>
            <a:ln w="1075" cap="flat" cmpd="sng">
              <a:solidFill>
                <a:schemeClr val="accent2"/>
              </a:solidFill>
              <a:prstDash val="solid"/>
              <a:miter lim="332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70" name="Google Shape;870;p5"/>
          <p:cNvSpPr txBox="1">
            <a:spLocks noGrp="1"/>
          </p:cNvSpPr>
          <p:nvPr>
            <p:ph type="subTitle" idx="1"/>
          </p:nvPr>
        </p:nvSpPr>
        <p:spPr>
          <a:xfrm>
            <a:off x="960000" y="2416633"/>
            <a:ext cx="5152000" cy="7028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71" name="Google Shape;871;p5"/>
          <p:cNvSpPr txBox="1">
            <a:spLocks noGrp="1"/>
          </p:cNvSpPr>
          <p:nvPr>
            <p:ph type="subTitle" idx="2"/>
          </p:nvPr>
        </p:nvSpPr>
        <p:spPr>
          <a:xfrm>
            <a:off x="960000" y="4393867"/>
            <a:ext cx="5152000" cy="702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72" name="Google Shape;872;p5"/>
          <p:cNvSpPr txBox="1">
            <a:spLocks noGrp="1"/>
          </p:cNvSpPr>
          <p:nvPr>
            <p:ph type="subTitle" idx="3"/>
          </p:nvPr>
        </p:nvSpPr>
        <p:spPr>
          <a:xfrm>
            <a:off x="960000" y="3119433"/>
            <a:ext cx="5152000" cy="1048000"/>
          </a:xfrm>
          <a:prstGeom prst="rect">
            <a:avLst/>
          </a:prstGeom>
          <a:noFill/>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73" name="Google Shape;873;p5"/>
          <p:cNvSpPr txBox="1">
            <a:spLocks noGrp="1"/>
          </p:cNvSpPr>
          <p:nvPr>
            <p:ph type="subTitle" idx="4"/>
          </p:nvPr>
        </p:nvSpPr>
        <p:spPr>
          <a:xfrm>
            <a:off x="960000" y="5096667"/>
            <a:ext cx="5152000" cy="1048000"/>
          </a:xfrm>
          <a:prstGeom prst="rect">
            <a:avLst/>
          </a:prstGeom>
          <a:noFill/>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74" name="Google Shape;874;p5"/>
          <p:cNvSpPr txBox="1">
            <a:spLocks noGrp="1"/>
          </p:cNvSpPr>
          <p:nvPr>
            <p:ph type="title"/>
          </p:nvPr>
        </p:nvSpPr>
        <p:spPr>
          <a:xfrm>
            <a:off x="960000" y="491767"/>
            <a:ext cx="5834800" cy="15968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875" name="Google Shape;875;p5"/>
          <p:cNvGrpSpPr/>
          <p:nvPr/>
        </p:nvGrpSpPr>
        <p:grpSpPr>
          <a:xfrm flipH="1">
            <a:off x="11613166" y="-222468"/>
            <a:ext cx="578831" cy="7314599"/>
            <a:chOff x="13274" y="-166851"/>
            <a:chExt cx="434123" cy="5485949"/>
          </a:xfrm>
        </p:grpSpPr>
        <p:sp>
          <p:nvSpPr>
            <p:cNvPr id="876" name="Google Shape;876;p5"/>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5"/>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5"/>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5"/>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5"/>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5"/>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5"/>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5"/>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5"/>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5"/>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5"/>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5"/>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5"/>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5"/>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5"/>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5"/>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5"/>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5"/>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5"/>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5"/>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5"/>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5"/>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5"/>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5"/>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5"/>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5"/>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5"/>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5"/>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5"/>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5"/>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5"/>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5"/>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5"/>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5"/>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5"/>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5"/>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5"/>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5"/>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5"/>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5"/>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5"/>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5"/>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5"/>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5"/>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5"/>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5"/>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5"/>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5"/>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5"/>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5"/>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5"/>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5"/>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5"/>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5"/>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5"/>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5"/>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5"/>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5"/>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5"/>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5"/>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5"/>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5"/>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5"/>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5"/>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5"/>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5"/>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5"/>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5"/>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5"/>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5"/>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5"/>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5"/>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5"/>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5"/>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5"/>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5"/>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5"/>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5"/>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5"/>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5"/>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5"/>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5"/>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5"/>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5"/>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5"/>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5"/>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5"/>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5"/>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5"/>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5"/>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5"/>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5"/>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5"/>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5"/>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5"/>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5"/>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5"/>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5"/>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5"/>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5"/>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5"/>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5"/>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5"/>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5"/>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5"/>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5"/>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5"/>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5"/>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5"/>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5"/>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5"/>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5"/>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5"/>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5"/>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5"/>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5"/>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5"/>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5"/>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5"/>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5"/>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5"/>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5"/>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5"/>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5"/>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5"/>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5"/>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5"/>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5"/>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5"/>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5"/>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5"/>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5"/>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5"/>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5"/>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5"/>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5"/>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12" name="Google Shape;1012;p5"/>
          <p:cNvGrpSpPr/>
          <p:nvPr/>
        </p:nvGrpSpPr>
        <p:grpSpPr>
          <a:xfrm>
            <a:off x="66" y="-222468"/>
            <a:ext cx="578831" cy="7314599"/>
            <a:chOff x="13274" y="-166851"/>
            <a:chExt cx="434123" cy="5485949"/>
          </a:xfrm>
        </p:grpSpPr>
        <p:sp>
          <p:nvSpPr>
            <p:cNvPr id="1013" name="Google Shape;1013;p5"/>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5"/>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5"/>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5"/>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5"/>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5"/>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5"/>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5"/>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5"/>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5"/>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5"/>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5"/>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5"/>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5"/>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5"/>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5"/>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5"/>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5"/>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5"/>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5"/>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5"/>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5"/>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5"/>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5"/>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5"/>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5"/>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5"/>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5"/>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5"/>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5"/>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5"/>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5"/>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5"/>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5"/>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5"/>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5"/>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5"/>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5"/>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5"/>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5"/>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5"/>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5"/>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5"/>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5"/>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5"/>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5"/>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5"/>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5"/>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5"/>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5"/>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5"/>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5"/>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5"/>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5"/>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5"/>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5"/>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5"/>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5"/>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5"/>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5"/>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5"/>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5"/>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5"/>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5"/>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5"/>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5"/>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5"/>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5"/>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5"/>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5"/>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5"/>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5"/>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5"/>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5"/>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5"/>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5"/>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5"/>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5"/>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5"/>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5"/>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5"/>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5"/>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5"/>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5"/>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5"/>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5"/>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5"/>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5"/>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5"/>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5"/>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5"/>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5"/>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5"/>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5"/>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5"/>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5"/>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5"/>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5"/>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5"/>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5"/>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5"/>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5"/>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5"/>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5"/>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5"/>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5"/>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5"/>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5"/>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5"/>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5"/>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5"/>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5"/>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5"/>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5"/>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5"/>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5"/>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5"/>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5"/>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5"/>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5"/>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5"/>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5"/>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5"/>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5"/>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5"/>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5"/>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5"/>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5"/>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5"/>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5"/>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5"/>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5"/>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5"/>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5"/>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5"/>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5"/>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77331908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type="titleOnly" preserve="1">
  <p:cSld name="Title only">
    <p:spTree>
      <p:nvGrpSpPr>
        <p:cNvPr id="1" name="Shape 1149"/>
        <p:cNvGrpSpPr/>
        <p:nvPr/>
      </p:nvGrpSpPr>
      <p:grpSpPr>
        <a:xfrm>
          <a:off x="0" y="0"/>
          <a:ext cx="0" cy="0"/>
          <a:chOff x="0" y="0"/>
          <a:chExt cx="0" cy="0"/>
        </a:xfrm>
      </p:grpSpPr>
      <p:grpSp>
        <p:nvGrpSpPr>
          <p:cNvPr id="1150" name="Google Shape;1150;p6"/>
          <p:cNvGrpSpPr/>
          <p:nvPr/>
        </p:nvGrpSpPr>
        <p:grpSpPr>
          <a:xfrm>
            <a:off x="8558958" y="-1420477"/>
            <a:ext cx="2838973" cy="2890433"/>
            <a:chOff x="6443636" y="-651126"/>
            <a:chExt cx="1857643" cy="1891315"/>
          </a:xfrm>
        </p:grpSpPr>
        <p:sp>
          <p:nvSpPr>
            <p:cNvPr id="1151" name="Google Shape;1151;p6"/>
            <p:cNvSpPr/>
            <p:nvPr/>
          </p:nvSpPr>
          <p:spPr>
            <a:xfrm rot="2918932">
              <a:off x="6614851" y="-276011"/>
              <a:ext cx="1515213" cy="1141085"/>
            </a:xfrm>
            <a:custGeom>
              <a:avLst/>
              <a:gdLst/>
              <a:ahLst/>
              <a:cxnLst/>
              <a:rect l="l" t="t" r="r" b="b"/>
              <a:pathLst>
                <a:path w="47393" h="35691" extrusionOk="0">
                  <a:moveTo>
                    <a:pt x="33712" y="1"/>
                  </a:moveTo>
                  <a:cubicBezTo>
                    <a:pt x="33522" y="1"/>
                    <a:pt x="33430" y="292"/>
                    <a:pt x="33639" y="350"/>
                  </a:cubicBezTo>
                  <a:cubicBezTo>
                    <a:pt x="36952" y="1305"/>
                    <a:pt x="40130" y="2815"/>
                    <a:pt x="42944" y="4805"/>
                  </a:cubicBezTo>
                  <a:cubicBezTo>
                    <a:pt x="44371" y="5816"/>
                    <a:pt x="46135" y="7060"/>
                    <a:pt x="46561" y="8870"/>
                  </a:cubicBezTo>
                  <a:cubicBezTo>
                    <a:pt x="46737" y="9612"/>
                    <a:pt x="46670" y="10447"/>
                    <a:pt x="46291" y="11119"/>
                  </a:cubicBezTo>
                  <a:cubicBezTo>
                    <a:pt x="45875" y="11854"/>
                    <a:pt x="45167" y="12150"/>
                    <a:pt x="44371" y="12300"/>
                  </a:cubicBezTo>
                  <a:cubicBezTo>
                    <a:pt x="43620" y="12447"/>
                    <a:pt x="42798" y="12516"/>
                    <a:pt x="42172" y="13009"/>
                  </a:cubicBezTo>
                  <a:cubicBezTo>
                    <a:pt x="41800" y="13302"/>
                    <a:pt x="41547" y="13724"/>
                    <a:pt x="41420" y="14180"/>
                  </a:cubicBezTo>
                  <a:cubicBezTo>
                    <a:pt x="41151" y="15158"/>
                    <a:pt x="41347" y="16219"/>
                    <a:pt x="41397" y="17214"/>
                  </a:cubicBezTo>
                  <a:cubicBezTo>
                    <a:pt x="41450" y="18272"/>
                    <a:pt x="41374" y="19523"/>
                    <a:pt x="40286" y="20048"/>
                  </a:cubicBezTo>
                  <a:cubicBezTo>
                    <a:pt x="39761" y="20301"/>
                    <a:pt x="39191" y="20334"/>
                    <a:pt x="38615" y="20334"/>
                  </a:cubicBezTo>
                  <a:cubicBezTo>
                    <a:pt x="38408" y="20334"/>
                    <a:pt x="38200" y="20330"/>
                    <a:pt x="37993" y="20330"/>
                  </a:cubicBezTo>
                  <a:cubicBezTo>
                    <a:pt x="37414" y="20330"/>
                    <a:pt x="36842" y="20363"/>
                    <a:pt x="36314" y="20617"/>
                  </a:cubicBezTo>
                  <a:cubicBezTo>
                    <a:pt x="35010" y="21239"/>
                    <a:pt x="34976" y="22846"/>
                    <a:pt x="35209" y="24081"/>
                  </a:cubicBezTo>
                  <a:cubicBezTo>
                    <a:pt x="35369" y="24942"/>
                    <a:pt x="35642" y="25834"/>
                    <a:pt x="35499" y="26719"/>
                  </a:cubicBezTo>
                  <a:cubicBezTo>
                    <a:pt x="35379" y="27461"/>
                    <a:pt x="34847" y="28279"/>
                    <a:pt x="34051" y="28392"/>
                  </a:cubicBezTo>
                  <a:cubicBezTo>
                    <a:pt x="33992" y="28401"/>
                    <a:pt x="33934" y="28404"/>
                    <a:pt x="33877" y="28404"/>
                  </a:cubicBezTo>
                  <a:cubicBezTo>
                    <a:pt x="33180" y="28404"/>
                    <a:pt x="32676" y="27810"/>
                    <a:pt x="32252" y="27318"/>
                  </a:cubicBezTo>
                  <a:cubicBezTo>
                    <a:pt x="31829" y="26832"/>
                    <a:pt x="31407" y="26343"/>
                    <a:pt x="30788" y="26110"/>
                  </a:cubicBezTo>
                  <a:cubicBezTo>
                    <a:pt x="30467" y="25990"/>
                    <a:pt x="30136" y="25935"/>
                    <a:pt x="29805" y="25935"/>
                  </a:cubicBezTo>
                  <a:cubicBezTo>
                    <a:pt x="28836" y="25935"/>
                    <a:pt x="27875" y="26409"/>
                    <a:pt x="27215" y="27111"/>
                  </a:cubicBezTo>
                  <a:cubicBezTo>
                    <a:pt x="26110" y="28286"/>
                    <a:pt x="25718" y="29903"/>
                    <a:pt x="25415" y="31436"/>
                  </a:cubicBezTo>
                  <a:cubicBezTo>
                    <a:pt x="25219" y="32440"/>
                    <a:pt x="24868" y="35515"/>
                    <a:pt x="23426" y="35515"/>
                  </a:cubicBezTo>
                  <a:cubicBezTo>
                    <a:pt x="23229" y="35515"/>
                    <a:pt x="23011" y="35458"/>
                    <a:pt x="22770" y="35329"/>
                  </a:cubicBezTo>
                  <a:cubicBezTo>
                    <a:pt x="22075" y="34956"/>
                    <a:pt x="21669" y="34201"/>
                    <a:pt x="21379" y="33502"/>
                  </a:cubicBezTo>
                  <a:cubicBezTo>
                    <a:pt x="21000" y="32591"/>
                    <a:pt x="20817" y="31609"/>
                    <a:pt x="20837" y="30625"/>
                  </a:cubicBezTo>
                  <a:cubicBezTo>
                    <a:pt x="20857" y="29773"/>
                    <a:pt x="21007" y="28915"/>
                    <a:pt x="20864" y="28066"/>
                  </a:cubicBezTo>
                  <a:cubicBezTo>
                    <a:pt x="20744" y="27388"/>
                    <a:pt x="20461" y="26749"/>
                    <a:pt x="20035" y="26207"/>
                  </a:cubicBezTo>
                  <a:cubicBezTo>
                    <a:pt x="19157" y="25062"/>
                    <a:pt x="17783" y="24340"/>
                    <a:pt x="16399" y="24011"/>
                  </a:cubicBezTo>
                  <a:cubicBezTo>
                    <a:pt x="15743" y="23855"/>
                    <a:pt x="15074" y="23792"/>
                    <a:pt x="14402" y="23792"/>
                  </a:cubicBezTo>
                  <a:cubicBezTo>
                    <a:pt x="13427" y="23792"/>
                    <a:pt x="12446" y="23924"/>
                    <a:pt x="11492" y="24094"/>
                  </a:cubicBezTo>
                  <a:cubicBezTo>
                    <a:pt x="9531" y="24442"/>
                    <a:pt x="7460" y="24985"/>
                    <a:pt x="5436" y="24985"/>
                  </a:cubicBezTo>
                  <a:cubicBezTo>
                    <a:pt x="4227" y="24985"/>
                    <a:pt x="3035" y="24792"/>
                    <a:pt x="1894" y="24247"/>
                  </a:cubicBezTo>
                  <a:cubicBezTo>
                    <a:pt x="1208" y="23918"/>
                    <a:pt x="606" y="23492"/>
                    <a:pt x="110" y="22913"/>
                  </a:cubicBezTo>
                  <a:cubicBezTo>
                    <a:pt x="99" y="22901"/>
                    <a:pt x="86" y="22897"/>
                    <a:pt x="74" y="22897"/>
                  </a:cubicBezTo>
                  <a:cubicBezTo>
                    <a:pt x="35" y="22897"/>
                    <a:pt x="0" y="22943"/>
                    <a:pt x="31" y="22983"/>
                  </a:cubicBezTo>
                  <a:lnTo>
                    <a:pt x="24" y="22983"/>
                  </a:lnTo>
                  <a:cubicBezTo>
                    <a:pt x="1404" y="24636"/>
                    <a:pt x="3438" y="25156"/>
                    <a:pt x="5498" y="25156"/>
                  </a:cubicBezTo>
                  <a:cubicBezTo>
                    <a:pt x="6477" y="25156"/>
                    <a:pt x="7462" y="25038"/>
                    <a:pt x="8384" y="24869"/>
                  </a:cubicBezTo>
                  <a:cubicBezTo>
                    <a:pt x="10345" y="24509"/>
                    <a:pt x="12432" y="23947"/>
                    <a:pt x="14446" y="23947"/>
                  </a:cubicBezTo>
                  <a:cubicBezTo>
                    <a:pt x="15947" y="23947"/>
                    <a:pt x="17409" y="24260"/>
                    <a:pt x="18748" y="25202"/>
                  </a:cubicBezTo>
                  <a:cubicBezTo>
                    <a:pt x="19403" y="25658"/>
                    <a:pt x="19969" y="26250"/>
                    <a:pt x="20328" y="26965"/>
                  </a:cubicBezTo>
                  <a:cubicBezTo>
                    <a:pt x="20754" y="27810"/>
                    <a:pt x="20780" y="28708"/>
                    <a:pt x="20717" y="29633"/>
                  </a:cubicBezTo>
                  <a:cubicBezTo>
                    <a:pt x="20594" y="31353"/>
                    <a:pt x="20734" y="33126"/>
                    <a:pt x="21732" y="34597"/>
                  </a:cubicBezTo>
                  <a:cubicBezTo>
                    <a:pt x="22055" y="35076"/>
                    <a:pt x="22520" y="35548"/>
                    <a:pt x="23113" y="35665"/>
                  </a:cubicBezTo>
                  <a:cubicBezTo>
                    <a:pt x="23199" y="35682"/>
                    <a:pt x="23285" y="35690"/>
                    <a:pt x="23368" y="35690"/>
                  </a:cubicBezTo>
                  <a:cubicBezTo>
                    <a:pt x="23959" y="35690"/>
                    <a:pt x="24447" y="35276"/>
                    <a:pt x="24736" y="34757"/>
                  </a:cubicBezTo>
                  <a:cubicBezTo>
                    <a:pt x="25152" y="34021"/>
                    <a:pt x="25308" y="33143"/>
                    <a:pt x="25468" y="32321"/>
                  </a:cubicBezTo>
                  <a:cubicBezTo>
                    <a:pt x="25648" y="31406"/>
                    <a:pt x="25794" y="30485"/>
                    <a:pt x="26077" y="29597"/>
                  </a:cubicBezTo>
                  <a:cubicBezTo>
                    <a:pt x="26579" y="28010"/>
                    <a:pt x="27611" y="26413"/>
                    <a:pt x="29387" y="26147"/>
                  </a:cubicBezTo>
                  <a:cubicBezTo>
                    <a:pt x="29530" y="26125"/>
                    <a:pt x="29672" y="26114"/>
                    <a:pt x="29812" y="26114"/>
                  </a:cubicBezTo>
                  <a:cubicBezTo>
                    <a:pt x="30487" y="26114"/>
                    <a:pt x="31120" y="26365"/>
                    <a:pt x="31613" y="26859"/>
                  </a:cubicBezTo>
                  <a:cubicBezTo>
                    <a:pt x="32079" y="27324"/>
                    <a:pt x="32425" y="27917"/>
                    <a:pt x="32964" y="28309"/>
                  </a:cubicBezTo>
                  <a:cubicBezTo>
                    <a:pt x="33266" y="28529"/>
                    <a:pt x="33575" y="28625"/>
                    <a:pt x="33872" y="28625"/>
                  </a:cubicBezTo>
                  <a:cubicBezTo>
                    <a:pt x="34748" y="28625"/>
                    <a:pt x="35519" y="27794"/>
                    <a:pt x="35715" y="26865"/>
                  </a:cubicBezTo>
                  <a:cubicBezTo>
                    <a:pt x="36061" y="25218"/>
                    <a:pt x="34910" y="23608"/>
                    <a:pt x="35412" y="21958"/>
                  </a:cubicBezTo>
                  <a:cubicBezTo>
                    <a:pt x="35944" y="20211"/>
                    <a:pt x="37884" y="20614"/>
                    <a:pt x="39288" y="20494"/>
                  </a:cubicBezTo>
                  <a:cubicBezTo>
                    <a:pt x="40426" y="20398"/>
                    <a:pt x="41311" y="19789"/>
                    <a:pt x="41540" y="18641"/>
                  </a:cubicBezTo>
                  <a:cubicBezTo>
                    <a:pt x="41753" y="17570"/>
                    <a:pt x="41497" y="16465"/>
                    <a:pt x="41504" y="15384"/>
                  </a:cubicBezTo>
                  <a:cubicBezTo>
                    <a:pt x="41507" y="14872"/>
                    <a:pt x="41554" y="14330"/>
                    <a:pt x="41790" y="13867"/>
                  </a:cubicBezTo>
                  <a:cubicBezTo>
                    <a:pt x="42136" y="13202"/>
                    <a:pt x="42814" y="12922"/>
                    <a:pt x="43520" y="12799"/>
                  </a:cubicBezTo>
                  <a:cubicBezTo>
                    <a:pt x="44322" y="12659"/>
                    <a:pt x="45190" y="12636"/>
                    <a:pt x="45885" y="12160"/>
                  </a:cubicBezTo>
                  <a:cubicBezTo>
                    <a:pt x="46454" y="11774"/>
                    <a:pt x="46827" y="11159"/>
                    <a:pt x="46990" y="10497"/>
                  </a:cubicBezTo>
                  <a:cubicBezTo>
                    <a:pt x="47392" y="8827"/>
                    <a:pt x="46531" y="7286"/>
                    <a:pt x="45363" y="6149"/>
                  </a:cubicBezTo>
                  <a:cubicBezTo>
                    <a:pt x="44092" y="4908"/>
                    <a:pt x="42558" y="3883"/>
                    <a:pt x="41031" y="2982"/>
                  </a:cubicBezTo>
                  <a:cubicBezTo>
                    <a:pt x="39517" y="2087"/>
                    <a:pt x="37917" y="1345"/>
                    <a:pt x="36257" y="759"/>
                  </a:cubicBezTo>
                  <a:cubicBezTo>
                    <a:pt x="35435" y="473"/>
                    <a:pt x="34604" y="220"/>
                    <a:pt x="33762" y="7"/>
                  </a:cubicBezTo>
                  <a:cubicBezTo>
                    <a:pt x="33745" y="3"/>
                    <a:pt x="33728" y="1"/>
                    <a:pt x="33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6"/>
            <p:cNvSpPr/>
            <p:nvPr/>
          </p:nvSpPr>
          <p:spPr>
            <a:xfrm rot="2918932">
              <a:off x="6900323" y="-129092"/>
              <a:ext cx="1014319" cy="735882"/>
            </a:xfrm>
            <a:custGeom>
              <a:avLst/>
              <a:gdLst/>
              <a:ahLst/>
              <a:cxnLst/>
              <a:rect l="l" t="t" r="r" b="b"/>
              <a:pathLst>
                <a:path w="31726" h="23017" extrusionOk="0">
                  <a:moveTo>
                    <a:pt x="23033" y="1"/>
                  </a:moveTo>
                  <a:cubicBezTo>
                    <a:pt x="22811" y="1"/>
                    <a:pt x="22756" y="369"/>
                    <a:pt x="22982" y="447"/>
                  </a:cubicBezTo>
                  <a:cubicBezTo>
                    <a:pt x="23458" y="617"/>
                    <a:pt x="23917" y="843"/>
                    <a:pt x="24343" y="1113"/>
                  </a:cubicBezTo>
                  <a:cubicBezTo>
                    <a:pt x="24769" y="1379"/>
                    <a:pt x="25211" y="1605"/>
                    <a:pt x="25614" y="1901"/>
                  </a:cubicBezTo>
                  <a:cubicBezTo>
                    <a:pt x="26422" y="2493"/>
                    <a:pt x="27207" y="3089"/>
                    <a:pt x="27893" y="3824"/>
                  </a:cubicBezTo>
                  <a:cubicBezTo>
                    <a:pt x="29130" y="5148"/>
                    <a:pt x="30168" y="6778"/>
                    <a:pt x="30514" y="8582"/>
                  </a:cubicBezTo>
                  <a:cubicBezTo>
                    <a:pt x="30664" y="9367"/>
                    <a:pt x="30714" y="10225"/>
                    <a:pt x="30514" y="11007"/>
                  </a:cubicBezTo>
                  <a:cubicBezTo>
                    <a:pt x="30404" y="11433"/>
                    <a:pt x="30245" y="11845"/>
                    <a:pt x="30005" y="12218"/>
                  </a:cubicBezTo>
                  <a:cubicBezTo>
                    <a:pt x="29696" y="12697"/>
                    <a:pt x="29203" y="13173"/>
                    <a:pt x="28638" y="13302"/>
                  </a:cubicBezTo>
                  <a:cubicBezTo>
                    <a:pt x="28185" y="13402"/>
                    <a:pt x="27743" y="13419"/>
                    <a:pt x="27307" y="13602"/>
                  </a:cubicBezTo>
                  <a:cubicBezTo>
                    <a:pt x="26928" y="13765"/>
                    <a:pt x="26582" y="13991"/>
                    <a:pt x="26279" y="14274"/>
                  </a:cubicBezTo>
                  <a:cubicBezTo>
                    <a:pt x="25694" y="14826"/>
                    <a:pt x="25281" y="15568"/>
                    <a:pt x="25178" y="16370"/>
                  </a:cubicBezTo>
                  <a:cubicBezTo>
                    <a:pt x="25071" y="17188"/>
                    <a:pt x="25464" y="18376"/>
                    <a:pt x="24765" y="19011"/>
                  </a:cubicBezTo>
                  <a:cubicBezTo>
                    <a:pt x="24526" y="19229"/>
                    <a:pt x="24211" y="19319"/>
                    <a:pt x="23893" y="19319"/>
                  </a:cubicBezTo>
                  <a:cubicBezTo>
                    <a:pt x="23716" y="19319"/>
                    <a:pt x="23537" y="19291"/>
                    <a:pt x="23371" y="19241"/>
                  </a:cubicBezTo>
                  <a:cubicBezTo>
                    <a:pt x="22849" y="19085"/>
                    <a:pt x="22570" y="18702"/>
                    <a:pt x="22194" y="18346"/>
                  </a:cubicBezTo>
                  <a:cubicBezTo>
                    <a:pt x="21856" y="18027"/>
                    <a:pt x="21453" y="17906"/>
                    <a:pt x="21036" y="17906"/>
                  </a:cubicBezTo>
                  <a:cubicBezTo>
                    <a:pt x="20637" y="17906"/>
                    <a:pt x="20224" y="18017"/>
                    <a:pt x="19842" y="18170"/>
                  </a:cubicBezTo>
                  <a:cubicBezTo>
                    <a:pt x="19003" y="18509"/>
                    <a:pt x="18198" y="19061"/>
                    <a:pt x="17742" y="19863"/>
                  </a:cubicBezTo>
                  <a:cubicBezTo>
                    <a:pt x="17479" y="20329"/>
                    <a:pt x="17413" y="20811"/>
                    <a:pt x="17277" y="21317"/>
                  </a:cubicBezTo>
                  <a:cubicBezTo>
                    <a:pt x="17217" y="21540"/>
                    <a:pt x="17153" y="21776"/>
                    <a:pt x="17007" y="21962"/>
                  </a:cubicBezTo>
                  <a:cubicBezTo>
                    <a:pt x="16901" y="22095"/>
                    <a:pt x="16658" y="22285"/>
                    <a:pt x="16488" y="22325"/>
                  </a:cubicBezTo>
                  <a:cubicBezTo>
                    <a:pt x="16462" y="22331"/>
                    <a:pt x="16437" y="22334"/>
                    <a:pt x="16412" y="22334"/>
                  </a:cubicBezTo>
                  <a:cubicBezTo>
                    <a:pt x="16045" y="22334"/>
                    <a:pt x="15775" y="21681"/>
                    <a:pt x="15713" y="21413"/>
                  </a:cubicBezTo>
                  <a:cubicBezTo>
                    <a:pt x="15590" y="20884"/>
                    <a:pt x="15603" y="20312"/>
                    <a:pt x="15580" y="19773"/>
                  </a:cubicBezTo>
                  <a:cubicBezTo>
                    <a:pt x="15537" y="18835"/>
                    <a:pt x="15453" y="17790"/>
                    <a:pt x="14781" y="17065"/>
                  </a:cubicBezTo>
                  <a:cubicBezTo>
                    <a:pt x="14166" y="16400"/>
                    <a:pt x="13228" y="16170"/>
                    <a:pt x="12356" y="16114"/>
                  </a:cubicBezTo>
                  <a:cubicBezTo>
                    <a:pt x="12202" y="16104"/>
                    <a:pt x="12048" y="16099"/>
                    <a:pt x="11895" y="16099"/>
                  </a:cubicBezTo>
                  <a:cubicBezTo>
                    <a:pt x="10119" y="16099"/>
                    <a:pt x="8417" y="16731"/>
                    <a:pt x="6680" y="17019"/>
                  </a:cubicBezTo>
                  <a:cubicBezTo>
                    <a:pt x="6184" y="17100"/>
                    <a:pt x="5680" y="17153"/>
                    <a:pt x="5177" y="17153"/>
                  </a:cubicBezTo>
                  <a:cubicBezTo>
                    <a:pt x="4658" y="17153"/>
                    <a:pt x="4141" y="17097"/>
                    <a:pt x="3636" y="16959"/>
                  </a:cubicBezTo>
                  <a:cubicBezTo>
                    <a:pt x="2658" y="16689"/>
                    <a:pt x="1770" y="16167"/>
                    <a:pt x="1055" y="15445"/>
                  </a:cubicBezTo>
                  <a:cubicBezTo>
                    <a:pt x="699" y="15082"/>
                    <a:pt x="393" y="14676"/>
                    <a:pt x="146" y="14237"/>
                  </a:cubicBezTo>
                  <a:cubicBezTo>
                    <a:pt x="132" y="14213"/>
                    <a:pt x="109" y="14202"/>
                    <a:pt x="87" y="14202"/>
                  </a:cubicBezTo>
                  <a:cubicBezTo>
                    <a:pt x="43" y="14202"/>
                    <a:pt x="0" y="14243"/>
                    <a:pt x="27" y="14294"/>
                  </a:cubicBezTo>
                  <a:lnTo>
                    <a:pt x="23" y="14294"/>
                  </a:lnTo>
                  <a:cubicBezTo>
                    <a:pt x="948" y="15977"/>
                    <a:pt x="2675" y="17142"/>
                    <a:pt x="4591" y="17335"/>
                  </a:cubicBezTo>
                  <a:cubicBezTo>
                    <a:pt x="4822" y="17358"/>
                    <a:pt x="5051" y="17368"/>
                    <a:pt x="5281" y="17368"/>
                  </a:cubicBezTo>
                  <a:cubicBezTo>
                    <a:pt x="7074" y="17368"/>
                    <a:pt x="8825" y="16728"/>
                    <a:pt x="10586" y="16460"/>
                  </a:cubicBezTo>
                  <a:cubicBezTo>
                    <a:pt x="11042" y="16390"/>
                    <a:pt x="11519" y="16340"/>
                    <a:pt x="11994" y="16340"/>
                  </a:cubicBezTo>
                  <a:cubicBezTo>
                    <a:pt x="12608" y="16340"/>
                    <a:pt x="13219" y="16423"/>
                    <a:pt x="13780" y="16656"/>
                  </a:cubicBezTo>
                  <a:cubicBezTo>
                    <a:pt x="15057" y="17185"/>
                    <a:pt x="15297" y="18449"/>
                    <a:pt x="15340" y="19697"/>
                  </a:cubicBezTo>
                  <a:cubicBezTo>
                    <a:pt x="15367" y="20575"/>
                    <a:pt x="15274" y="21676"/>
                    <a:pt x="15833" y="22425"/>
                  </a:cubicBezTo>
                  <a:cubicBezTo>
                    <a:pt x="16052" y="22724"/>
                    <a:pt x="16418" y="22960"/>
                    <a:pt x="16787" y="23010"/>
                  </a:cubicBezTo>
                  <a:cubicBezTo>
                    <a:pt x="16820" y="23015"/>
                    <a:pt x="16852" y="23017"/>
                    <a:pt x="16884" y="23017"/>
                  </a:cubicBezTo>
                  <a:cubicBezTo>
                    <a:pt x="17330" y="23017"/>
                    <a:pt x="17748" y="22599"/>
                    <a:pt x="17962" y="22242"/>
                  </a:cubicBezTo>
                  <a:cubicBezTo>
                    <a:pt x="18251" y="21753"/>
                    <a:pt x="18308" y="21170"/>
                    <a:pt x="18454" y="20632"/>
                  </a:cubicBezTo>
                  <a:cubicBezTo>
                    <a:pt x="18584" y="20166"/>
                    <a:pt x="18777" y="19727"/>
                    <a:pt x="19066" y="19337"/>
                  </a:cubicBezTo>
                  <a:cubicBezTo>
                    <a:pt x="19495" y="18764"/>
                    <a:pt x="20335" y="18207"/>
                    <a:pt x="21113" y="18207"/>
                  </a:cubicBezTo>
                  <a:cubicBezTo>
                    <a:pt x="21422" y="18207"/>
                    <a:pt x="21721" y="18295"/>
                    <a:pt x="21981" y="18506"/>
                  </a:cubicBezTo>
                  <a:cubicBezTo>
                    <a:pt x="22337" y="18795"/>
                    <a:pt x="22600" y="19168"/>
                    <a:pt x="23015" y="19381"/>
                  </a:cubicBezTo>
                  <a:cubicBezTo>
                    <a:pt x="23297" y="19525"/>
                    <a:pt x="23608" y="19599"/>
                    <a:pt x="23922" y="19599"/>
                  </a:cubicBezTo>
                  <a:cubicBezTo>
                    <a:pt x="24028" y="19599"/>
                    <a:pt x="24134" y="19590"/>
                    <a:pt x="24240" y="19574"/>
                  </a:cubicBezTo>
                  <a:cubicBezTo>
                    <a:pt x="25121" y="19421"/>
                    <a:pt x="25484" y="18642"/>
                    <a:pt x="25491" y="17817"/>
                  </a:cubicBezTo>
                  <a:cubicBezTo>
                    <a:pt x="25494" y="17358"/>
                    <a:pt x="25427" y="16902"/>
                    <a:pt x="25477" y="16443"/>
                  </a:cubicBezTo>
                  <a:cubicBezTo>
                    <a:pt x="25534" y="15961"/>
                    <a:pt x="25704" y="15498"/>
                    <a:pt x="25973" y="15092"/>
                  </a:cubicBezTo>
                  <a:cubicBezTo>
                    <a:pt x="26529" y="14234"/>
                    <a:pt x="27460" y="13688"/>
                    <a:pt x="28485" y="13622"/>
                  </a:cubicBezTo>
                  <a:cubicBezTo>
                    <a:pt x="29047" y="13585"/>
                    <a:pt x="29556" y="13539"/>
                    <a:pt x="30025" y="13203"/>
                  </a:cubicBezTo>
                  <a:cubicBezTo>
                    <a:pt x="30438" y="12903"/>
                    <a:pt x="30774" y="12487"/>
                    <a:pt x="31030" y="12048"/>
                  </a:cubicBezTo>
                  <a:cubicBezTo>
                    <a:pt x="31476" y="11276"/>
                    <a:pt x="31725" y="10338"/>
                    <a:pt x="31695" y="9443"/>
                  </a:cubicBezTo>
                  <a:cubicBezTo>
                    <a:pt x="31619" y="7487"/>
                    <a:pt x="30767" y="5664"/>
                    <a:pt x="29599" y="4124"/>
                  </a:cubicBezTo>
                  <a:cubicBezTo>
                    <a:pt x="28352" y="2483"/>
                    <a:pt x="26595" y="880"/>
                    <a:pt x="24556" y="334"/>
                  </a:cubicBezTo>
                  <a:cubicBezTo>
                    <a:pt x="24070" y="204"/>
                    <a:pt x="23571" y="101"/>
                    <a:pt x="23075" y="5"/>
                  </a:cubicBezTo>
                  <a:cubicBezTo>
                    <a:pt x="23061" y="2"/>
                    <a:pt x="23047" y="1"/>
                    <a:pt x="23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6"/>
            <p:cNvSpPr/>
            <p:nvPr/>
          </p:nvSpPr>
          <p:spPr>
            <a:xfrm rot="2918932">
              <a:off x="7163812" y="82452"/>
              <a:ext cx="567362" cy="322846"/>
            </a:xfrm>
            <a:custGeom>
              <a:avLst/>
              <a:gdLst/>
              <a:ahLst/>
              <a:cxnLst/>
              <a:rect l="l" t="t" r="r" b="b"/>
              <a:pathLst>
                <a:path w="17746" h="10098" extrusionOk="0">
                  <a:moveTo>
                    <a:pt x="12843" y="1"/>
                  </a:moveTo>
                  <a:cubicBezTo>
                    <a:pt x="12753" y="1"/>
                    <a:pt x="12669" y="119"/>
                    <a:pt x="12748" y="193"/>
                  </a:cubicBezTo>
                  <a:cubicBezTo>
                    <a:pt x="14059" y="1401"/>
                    <a:pt x="16518" y="2089"/>
                    <a:pt x="16810" y="4109"/>
                  </a:cubicBezTo>
                  <a:cubicBezTo>
                    <a:pt x="16933" y="4954"/>
                    <a:pt x="16458" y="5656"/>
                    <a:pt x="15736" y="6052"/>
                  </a:cubicBezTo>
                  <a:cubicBezTo>
                    <a:pt x="15370" y="6251"/>
                    <a:pt x="14977" y="6401"/>
                    <a:pt x="14571" y="6497"/>
                  </a:cubicBezTo>
                  <a:cubicBezTo>
                    <a:pt x="14119" y="6607"/>
                    <a:pt x="13627" y="6610"/>
                    <a:pt x="13221" y="6863"/>
                  </a:cubicBezTo>
                  <a:cubicBezTo>
                    <a:pt x="12485" y="7316"/>
                    <a:pt x="12642" y="8271"/>
                    <a:pt x="12316" y="8959"/>
                  </a:cubicBezTo>
                  <a:cubicBezTo>
                    <a:pt x="12093" y="9433"/>
                    <a:pt x="11637" y="9809"/>
                    <a:pt x="11104" y="9809"/>
                  </a:cubicBezTo>
                  <a:cubicBezTo>
                    <a:pt x="11071" y="9809"/>
                    <a:pt x="11038" y="9807"/>
                    <a:pt x="11005" y="9804"/>
                  </a:cubicBezTo>
                  <a:cubicBezTo>
                    <a:pt x="10373" y="9751"/>
                    <a:pt x="10137" y="9252"/>
                    <a:pt x="9960" y="8716"/>
                  </a:cubicBezTo>
                  <a:cubicBezTo>
                    <a:pt x="9721" y="7988"/>
                    <a:pt x="9245" y="7549"/>
                    <a:pt x="8457" y="7542"/>
                  </a:cubicBezTo>
                  <a:cubicBezTo>
                    <a:pt x="8449" y="7542"/>
                    <a:pt x="8441" y="7542"/>
                    <a:pt x="8433" y="7542"/>
                  </a:cubicBezTo>
                  <a:cubicBezTo>
                    <a:pt x="7644" y="7542"/>
                    <a:pt x="6919" y="7867"/>
                    <a:pt x="6171" y="8074"/>
                  </a:cubicBezTo>
                  <a:cubicBezTo>
                    <a:pt x="5546" y="8249"/>
                    <a:pt x="4874" y="8349"/>
                    <a:pt x="4206" y="8349"/>
                  </a:cubicBezTo>
                  <a:cubicBezTo>
                    <a:pt x="2535" y="8349"/>
                    <a:pt x="891" y="7727"/>
                    <a:pt x="93" y="6111"/>
                  </a:cubicBezTo>
                  <a:cubicBezTo>
                    <a:pt x="84" y="6096"/>
                    <a:pt x="70" y="6089"/>
                    <a:pt x="56" y="6089"/>
                  </a:cubicBezTo>
                  <a:cubicBezTo>
                    <a:pt x="28" y="6089"/>
                    <a:pt x="1" y="6116"/>
                    <a:pt x="16" y="6151"/>
                  </a:cubicBezTo>
                  <a:lnTo>
                    <a:pt x="16" y="6148"/>
                  </a:lnTo>
                  <a:cubicBezTo>
                    <a:pt x="783" y="7832"/>
                    <a:pt x="2575" y="8577"/>
                    <a:pt x="4332" y="8577"/>
                  </a:cubicBezTo>
                  <a:cubicBezTo>
                    <a:pt x="4512" y="8577"/>
                    <a:pt x="4692" y="8569"/>
                    <a:pt x="4870" y="8553"/>
                  </a:cubicBezTo>
                  <a:cubicBezTo>
                    <a:pt x="5878" y="8464"/>
                    <a:pt x="6790" y="8074"/>
                    <a:pt x="7771" y="7881"/>
                  </a:cubicBezTo>
                  <a:cubicBezTo>
                    <a:pt x="7980" y="7840"/>
                    <a:pt x="8204" y="7807"/>
                    <a:pt x="8425" y="7807"/>
                  </a:cubicBezTo>
                  <a:cubicBezTo>
                    <a:pt x="8654" y="7807"/>
                    <a:pt x="8881" y="7843"/>
                    <a:pt x="9085" y="7945"/>
                  </a:cubicBezTo>
                  <a:cubicBezTo>
                    <a:pt x="9614" y="8207"/>
                    <a:pt x="9658" y="8803"/>
                    <a:pt x="9874" y="9289"/>
                  </a:cubicBezTo>
                  <a:cubicBezTo>
                    <a:pt x="10114" y="9818"/>
                    <a:pt x="10635" y="10098"/>
                    <a:pt x="11171" y="10098"/>
                  </a:cubicBezTo>
                  <a:cubicBezTo>
                    <a:pt x="11454" y="10098"/>
                    <a:pt x="11741" y="10020"/>
                    <a:pt x="11993" y="9861"/>
                  </a:cubicBezTo>
                  <a:cubicBezTo>
                    <a:pt x="12362" y="9618"/>
                    <a:pt x="12645" y="9262"/>
                    <a:pt x="12792" y="8843"/>
                  </a:cubicBezTo>
                  <a:cubicBezTo>
                    <a:pt x="12935" y="8444"/>
                    <a:pt x="12911" y="7851"/>
                    <a:pt x="13234" y="7542"/>
                  </a:cubicBezTo>
                  <a:cubicBezTo>
                    <a:pt x="13444" y="7342"/>
                    <a:pt x="13750" y="7379"/>
                    <a:pt x="14016" y="7366"/>
                  </a:cubicBezTo>
                  <a:cubicBezTo>
                    <a:pt x="14269" y="7356"/>
                    <a:pt x="14518" y="7332"/>
                    <a:pt x="14764" y="7296"/>
                  </a:cubicBezTo>
                  <a:cubicBezTo>
                    <a:pt x="15237" y="7223"/>
                    <a:pt x="15696" y="7080"/>
                    <a:pt x="16122" y="6867"/>
                  </a:cubicBezTo>
                  <a:cubicBezTo>
                    <a:pt x="16953" y="6444"/>
                    <a:pt x="17625" y="5689"/>
                    <a:pt x="17682" y="4721"/>
                  </a:cubicBezTo>
                  <a:cubicBezTo>
                    <a:pt x="17745" y="3633"/>
                    <a:pt x="17017" y="2628"/>
                    <a:pt x="16202" y="1989"/>
                  </a:cubicBezTo>
                  <a:cubicBezTo>
                    <a:pt x="15187" y="1194"/>
                    <a:pt x="13943" y="775"/>
                    <a:pt x="12901" y="20"/>
                  </a:cubicBezTo>
                  <a:cubicBezTo>
                    <a:pt x="12883" y="7"/>
                    <a:pt x="12863" y="1"/>
                    <a:pt x="128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54" name="Google Shape;1154;p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1155" name="Google Shape;1155;p6"/>
          <p:cNvGrpSpPr/>
          <p:nvPr/>
        </p:nvGrpSpPr>
        <p:grpSpPr>
          <a:xfrm flipH="1">
            <a:off x="11613166" y="-222468"/>
            <a:ext cx="578831" cy="7314599"/>
            <a:chOff x="13274" y="-166851"/>
            <a:chExt cx="434123" cy="5485949"/>
          </a:xfrm>
        </p:grpSpPr>
        <p:sp>
          <p:nvSpPr>
            <p:cNvPr id="1156" name="Google Shape;1156;p6"/>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6"/>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6"/>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6"/>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6"/>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6"/>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6"/>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6"/>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6"/>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6"/>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6"/>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6"/>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6"/>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6"/>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6"/>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6"/>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6"/>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6"/>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6"/>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6"/>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6"/>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6"/>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6"/>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6"/>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6"/>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6"/>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6"/>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6"/>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6"/>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6"/>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6"/>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6"/>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6"/>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6"/>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6"/>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6"/>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6"/>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6"/>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6"/>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6"/>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6"/>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6"/>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6"/>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6"/>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6"/>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6"/>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6"/>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6"/>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6"/>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6"/>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6"/>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6"/>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6"/>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6"/>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6"/>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6"/>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6"/>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6"/>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6"/>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6"/>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6"/>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6"/>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6"/>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6"/>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6"/>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6"/>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6"/>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6"/>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6"/>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6"/>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6"/>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6"/>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6"/>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6"/>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6"/>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6"/>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6"/>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6"/>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6"/>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6"/>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6"/>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6"/>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6"/>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6"/>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6"/>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6"/>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6"/>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6"/>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6"/>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6"/>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6"/>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6"/>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6"/>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6"/>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6"/>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6"/>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6"/>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6"/>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6"/>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6"/>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6"/>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6"/>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6"/>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6"/>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6"/>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6"/>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6"/>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6"/>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6"/>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6"/>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6"/>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6"/>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6"/>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6"/>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6"/>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6"/>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6"/>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6"/>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6"/>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6"/>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6"/>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6"/>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6"/>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6"/>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6"/>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6"/>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6"/>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6"/>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6"/>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6"/>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6"/>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6"/>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6"/>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6"/>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6"/>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6"/>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92" name="Google Shape;1292;p6"/>
          <p:cNvGrpSpPr/>
          <p:nvPr/>
        </p:nvGrpSpPr>
        <p:grpSpPr>
          <a:xfrm>
            <a:off x="66" y="-222468"/>
            <a:ext cx="578831" cy="7314599"/>
            <a:chOff x="13274" y="-166851"/>
            <a:chExt cx="434123" cy="5485949"/>
          </a:xfrm>
        </p:grpSpPr>
        <p:sp>
          <p:nvSpPr>
            <p:cNvPr id="1293" name="Google Shape;1293;p6"/>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6"/>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6"/>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6"/>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6"/>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6"/>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6"/>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6"/>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6"/>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6"/>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6"/>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6"/>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6"/>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6"/>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6"/>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6"/>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6"/>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6"/>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6"/>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6"/>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6"/>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6"/>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6"/>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6"/>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6"/>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6"/>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6"/>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6"/>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6"/>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6"/>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6"/>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6"/>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6"/>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6"/>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6"/>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6"/>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6"/>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6"/>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6"/>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6"/>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6"/>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6"/>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6"/>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6"/>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6"/>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6"/>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6"/>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6"/>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6"/>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6"/>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6"/>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6"/>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6"/>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6"/>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6"/>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6"/>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6"/>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6"/>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6"/>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6"/>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6"/>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6"/>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6"/>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6"/>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6"/>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6"/>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6"/>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6"/>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6"/>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6"/>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6"/>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6"/>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6"/>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6"/>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6"/>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6"/>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6"/>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6"/>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6"/>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6"/>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6"/>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6"/>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6"/>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6"/>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6"/>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6"/>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6"/>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6"/>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6"/>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6"/>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6"/>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6"/>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6"/>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6"/>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6"/>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6"/>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6"/>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6"/>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6"/>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6"/>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6"/>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6"/>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6"/>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6"/>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6"/>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6"/>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6"/>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6"/>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6"/>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6"/>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6"/>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6"/>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6"/>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6"/>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6"/>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6"/>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6"/>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6"/>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6"/>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6"/>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6"/>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6"/>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6"/>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6"/>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6"/>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6"/>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6"/>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6"/>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6"/>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6"/>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6"/>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6"/>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6"/>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6"/>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6"/>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6"/>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69629881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One column text" preserve="1">
  <p:cSld name="One column text">
    <p:spTree>
      <p:nvGrpSpPr>
        <p:cNvPr id="1" name="Shape 1429"/>
        <p:cNvGrpSpPr/>
        <p:nvPr/>
      </p:nvGrpSpPr>
      <p:grpSpPr>
        <a:xfrm>
          <a:off x="0" y="0"/>
          <a:ext cx="0" cy="0"/>
          <a:chOff x="0" y="0"/>
          <a:chExt cx="0" cy="0"/>
        </a:xfrm>
      </p:grpSpPr>
      <p:grpSp>
        <p:nvGrpSpPr>
          <p:cNvPr id="1430" name="Google Shape;1430;p7"/>
          <p:cNvGrpSpPr/>
          <p:nvPr/>
        </p:nvGrpSpPr>
        <p:grpSpPr>
          <a:xfrm rot="3586312" flipH="1">
            <a:off x="5749149" y="5137894"/>
            <a:ext cx="2356699" cy="1412540"/>
            <a:chOff x="3911500" y="3122300"/>
            <a:chExt cx="597375" cy="358050"/>
          </a:xfrm>
        </p:grpSpPr>
        <p:sp>
          <p:nvSpPr>
            <p:cNvPr id="1431" name="Google Shape;1431;p7"/>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7"/>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7"/>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7"/>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7"/>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7"/>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7"/>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7"/>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7"/>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7"/>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7"/>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7"/>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7"/>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7"/>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7"/>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7"/>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7"/>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7"/>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7"/>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7"/>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7"/>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7"/>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7"/>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7"/>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7"/>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7"/>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7"/>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7"/>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7"/>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7"/>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7"/>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462" name="Google Shape;1462;p7"/>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1463" name="Google Shape;1463;p7"/>
          <p:cNvSpPr txBox="1">
            <a:spLocks noGrp="1"/>
          </p:cNvSpPr>
          <p:nvPr>
            <p:ph type="body" idx="1"/>
          </p:nvPr>
        </p:nvSpPr>
        <p:spPr>
          <a:xfrm>
            <a:off x="960000" y="2031367"/>
            <a:ext cx="5988400" cy="4060400"/>
          </a:xfrm>
          <a:prstGeom prst="rect">
            <a:avLst/>
          </a:prstGeom>
        </p:spPr>
        <p:txBody>
          <a:bodyPr spcFirstLastPara="1" wrap="square" lIns="91425" tIns="91425" rIns="91425" bIns="91425" anchor="t" anchorCtr="0">
            <a:noAutofit/>
          </a:bodyPr>
          <a:lstStyle>
            <a:lvl1pPr marL="609585" lvl="0" indent="-423323" rtl="0">
              <a:spcBef>
                <a:spcPts val="0"/>
              </a:spcBef>
              <a:spcAft>
                <a:spcPts val="0"/>
              </a:spcAft>
              <a:buClr>
                <a:schemeClr val="lt2"/>
              </a:buClr>
              <a:buSzPts val="1400"/>
              <a:buChar char="●"/>
              <a:defRPr sz="1867">
                <a:solidFill>
                  <a:srgbClr val="434343"/>
                </a:solidFill>
              </a:defRPr>
            </a:lvl1pPr>
            <a:lvl2pPr marL="1219170" lvl="1" indent="-423323" rtl="0">
              <a:lnSpc>
                <a:spcPct val="115000"/>
              </a:lnSpc>
              <a:spcBef>
                <a:spcPts val="0"/>
              </a:spcBef>
              <a:spcAft>
                <a:spcPts val="0"/>
              </a:spcAft>
              <a:buSzPts val="1400"/>
              <a:buFont typeface="Anaheim"/>
              <a:buChar char="○"/>
              <a:defRPr>
                <a:solidFill>
                  <a:srgbClr val="434343"/>
                </a:solidFill>
              </a:defRPr>
            </a:lvl2pPr>
            <a:lvl3pPr marL="1828754" lvl="2" indent="-423323" rtl="0">
              <a:lnSpc>
                <a:spcPct val="115000"/>
              </a:lnSpc>
              <a:spcBef>
                <a:spcPts val="0"/>
              </a:spcBef>
              <a:spcAft>
                <a:spcPts val="0"/>
              </a:spcAft>
              <a:buSzPts val="1400"/>
              <a:buFont typeface="Anaheim"/>
              <a:buChar char="■"/>
              <a:defRPr>
                <a:solidFill>
                  <a:srgbClr val="434343"/>
                </a:solidFill>
              </a:defRPr>
            </a:lvl3pPr>
            <a:lvl4pPr marL="2438339" lvl="3" indent="-423323" rtl="0">
              <a:lnSpc>
                <a:spcPct val="115000"/>
              </a:lnSpc>
              <a:spcBef>
                <a:spcPts val="0"/>
              </a:spcBef>
              <a:spcAft>
                <a:spcPts val="0"/>
              </a:spcAft>
              <a:buSzPts val="1400"/>
              <a:buFont typeface="Anaheim"/>
              <a:buChar char="●"/>
              <a:defRPr>
                <a:solidFill>
                  <a:srgbClr val="434343"/>
                </a:solidFill>
              </a:defRPr>
            </a:lvl4pPr>
            <a:lvl5pPr marL="3047924" lvl="4" indent="-423323" rtl="0">
              <a:lnSpc>
                <a:spcPct val="115000"/>
              </a:lnSpc>
              <a:spcBef>
                <a:spcPts val="0"/>
              </a:spcBef>
              <a:spcAft>
                <a:spcPts val="0"/>
              </a:spcAft>
              <a:buSzPts val="1400"/>
              <a:buFont typeface="Anaheim"/>
              <a:buChar char="○"/>
              <a:defRPr>
                <a:solidFill>
                  <a:srgbClr val="434343"/>
                </a:solidFill>
              </a:defRPr>
            </a:lvl5pPr>
            <a:lvl6pPr marL="3657509" lvl="5" indent="-423323" rtl="0">
              <a:lnSpc>
                <a:spcPct val="115000"/>
              </a:lnSpc>
              <a:spcBef>
                <a:spcPts val="0"/>
              </a:spcBef>
              <a:spcAft>
                <a:spcPts val="0"/>
              </a:spcAft>
              <a:buSzPts val="1400"/>
              <a:buFont typeface="Anaheim"/>
              <a:buChar char="■"/>
              <a:defRPr>
                <a:solidFill>
                  <a:srgbClr val="434343"/>
                </a:solidFill>
              </a:defRPr>
            </a:lvl6pPr>
            <a:lvl7pPr marL="4267093" lvl="6" indent="-423323" rtl="0">
              <a:lnSpc>
                <a:spcPct val="115000"/>
              </a:lnSpc>
              <a:spcBef>
                <a:spcPts val="0"/>
              </a:spcBef>
              <a:spcAft>
                <a:spcPts val="0"/>
              </a:spcAft>
              <a:buSzPts val="1400"/>
              <a:buFont typeface="Anaheim"/>
              <a:buChar char="●"/>
              <a:defRPr>
                <a:solidFill>
                  <a:srgbClr val="434343"/>
                </a:solidFill>
              </a:defRPr>
            </a:lvl7pPr>
            <a:lvl8pPr marL="4876678" lvl="7" indent="-423323" rtl="0">
              <a:lnSpc>
                <a:spcPct val="115000"/>
              </a:lnSpc>
              <a:spcBef>
                <a:spcPts val="0"/>
              </a:spcBef>
              <a:spcAft>
                <a:spcPts val="0"/>
              </a:spcAft>
              <a:buSzPts val="1400"/>
              <a:buFont typeface="Anaheim"/>
              <a:buChar char="○"/>
              <a:defRPr>
                <a:solidFill>
                  <a:srgbClr val="434343"/>
                </a:solidFill>
              </a:defRPr>
            </a:lvl8pPr>
            <a:lvl9pPr marL="5486263" lvl="8" indent="-423323" rtl="0">
              <a:lnSpc>
                <a:spcPct val="115000"/>
              </a:lnSpc>
              <a:spcBef>
                <a:spcPts val="0"/>
              </a:spcBef>
              <a:spcAft>
                <a:spcPts val="0"/>
              </a:spcAft>
              <a:buSzPts val="1400"/>
              <a:buFont typeface="Anaheim"/>
              <a:buChar char="■"/>
              <a:defRPr>
                <a:solidFill>
                  <a:srgbClr val="434343"/>
                </a:solidFill>
              </a:defRPr>
            </a:lvl9pPr>
          </a:lstStyle>
          <a:p>
            <a:pPr lvl="0"/>
            <a:r>
              <a:rPr lang="en-US"/>
              <a:t>Click to edit Master text styles</a:t>
            </a:r>
          </a:p>
        </p:txBody>
      </p:sp>
      <p:grpSp>
        <p:nvGrpSpPr>
          <p:cNvPr id="1464" name="Google Shape;1464;p7"/>
          <p:cNvGrpSpPr/>
          <p:nvPr/>
        </p:nvGrpSpPr>
        <p:grpSpPr>
          <a:xfrm flipH="1">
            <a:off x="11613166" y="-222468"/>
            <a:ext cx="578831" cy="7314599"/>
            <a:chOff x="13274" y="-166851"/>
            <a:chExt cx="434123" cy="5485949"/>
          </a:xfrm>
        </p:grpSpPr>
        <p:sp>
          <p:nvSpPr>
            <p:cNvPr id="1465" name="Google Shape;1465;p7"/>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7"/>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7"/>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7"/>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7"/>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7"/>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7"/>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7"/>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7"/>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7"/>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7"/>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7"/>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7"/>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7"/>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7"/>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7"/>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7"/>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7"/>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7"/>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7"/>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7"/>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7"/>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7"/>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7"/>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7"/>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7"/>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7"/>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7"/>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7"/>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7"/>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7"/>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7"/>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7"/>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7"/>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7"/>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7"/>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7"/>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7"/>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7"/>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7"/>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7"/>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7"/>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7"/>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7"/>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7"/>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7"/>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7"/>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7"/>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7"/>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7"/>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7"/>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7"/>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7"/>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7"/>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7"/>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7"/>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7"/>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7"/>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7"/>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7"/>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7"/>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7"/>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7"/>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7"/>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7"/>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7"/>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7"/>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7"/>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7"/>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7"/>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7"/>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7"/>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7"/>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7"/>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7"/>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7"/>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7"/>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7"/>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7"/>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7"/>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7"/>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7"/>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7"/>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7"/>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7"/>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7"/>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7"/>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7"/>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7"/>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7"/>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7"/>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7"/>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7"/>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7"/>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7"/>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7"/>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7"/>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7"/>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7"/>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7"/>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7"/>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7"/>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7"/>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7"/>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7"/>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7"/>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7"/>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7"/>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7"/>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7"/>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7"/>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7"/>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7"/>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7"/>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7"/>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7"/>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7"/>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7"/>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7"/>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7"/>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7"/>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7"/>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7"/>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7"/>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7"/>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7"/>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7"/>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7"/>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7"/>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7"/>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7"/>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7"/>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7"/>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7"/>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7"/>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7"/>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01" name="Google Shape;1601;p7"/>
          <p:cNvGrpSpPr/>
          <p:nvPr/>
        </p:nvGrpSpPr>
        <p:grpSpPr>
          <a:xfrm>
            <a:off x="66" y="-222468"/>
            <a:ext cx="578831" cy="7314599"/>
            <a:chOff x="13274" y="-166851"/>
            <a:chExt cx="434123" cy="5485949"/>
          </a:xfrm>
        </p:grpSpPr>
        <p:sp>
          <p:nvSpPr>
            <p:cNvPr id="1602" name="Google Shape;1602;p7"/>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7"/>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7"/>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7"/>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7"/>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7"/>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7"/>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7"/>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7"/>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7"/>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7"/>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7"/>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7"/>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7"/>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7"/>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7"/>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7"/>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7"/>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7"/>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7"/>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7"/>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7"/>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7"/>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7"/>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7"/>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7"/>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7"/>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7"/>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7"/>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7"/>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7"/>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7"/>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7"/>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7"/>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7"/>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7"/>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7"/>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7"/>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7"/>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7"/>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7"/>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7"/>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7"/>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7"/>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7"/>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7"/>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7"/>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7"/>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7"/>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7"/>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7"/>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7"/>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7"/>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7"/>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7"/>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7"/>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7"/>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7"/>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7"/>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7"/>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7"/>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7"/>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7"/>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7"/>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7"/>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7"/>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7"/>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7"/>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7"/>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7"/>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7"/>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7"/>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7"/>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7"/>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7"/>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7"/>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7"/>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7"/>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7"/>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7"/>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7"/>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7"/>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7"/>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7"/>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7"/>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7"/>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7"/>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7"/>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7"/>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7"/>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7"/>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7"/>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7"/>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7"/>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7"/>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7"/>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7"/>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7"/>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7"/>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7"/>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7"/>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7"/>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7"/>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7"/>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7"/>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7"/>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7"/>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7"/>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7"/>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7"/>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7"/>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7"/>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7"/>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7"/>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7"/>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7"/>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7"/>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7"/>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7"/>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7"/>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7"/>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7"/>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7"/>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7"/>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7"/>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7"/>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7"/>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7"/>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7"/>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7"/>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7"/>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7"/>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7"/>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7"/>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7"/>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7"/>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41693640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Main point" preserve="1">
  <p:cSld name="Main point">
    <p:spTree>
      <p:nvGrpSpPr>
        <p:cNvPr id="1" name="Shape 1738"/>
        <p:cNvGrpSpPr/>
        <p:nvPr/>
      </p:nvGrpSpPr>
      <p:grpSpPr>
        <a:xfrm>
          <a:off x="0" y="0"/>
          <a:ext cx="0" cy="0"/>
          <a:chOff x="0" y="0"/>
          <a:chExt cx="0" cy="0"/>
        </a:xfrm>
      </p:grpSpPr>
      <p:grpSp>
        <p:nvGrpSpPr>
          <p:cNvPr id="1739" name="Google Shape;1739;p8"/>
          <p:cNvGrpSpPr/>
          <p:nvPr/>
        </p:nvGrpSpPr>
        <p:grpSpPr>
          <a:xfrm rot="5400000" flipH="1">
            <a:off x="1806859" y="-1482401"/>
            <a:ext cx="2042571" cy="3457796"/>
            <a:chOff x="6699775" y="1851925"/>
            <a:chExt cx="697250" cy="1180350"/>
          </a:xfrm>
        </p:grpSpPr>
        <p:sp>
          <p:nvSpPr>
            <p:cNvPr id="1740" name="Google Shape;1740;p8"/>
            <p:cNvSpPr/>
            <p:nvPr/>
          </p:nvSpPr>
          <p:spPr>
            <a:xfrm>
              <a:off x="7058750" y="2146825"/>
              <a:ext cx="338275" cy="448000"/>
            </a:xfrm>
            <a:custGeom>
              <a:avLst/>
              <a:gdLst/>
              <a:ahLst/>
              <a:cxnLst/>
              <a:rect l="l" t="t" r="r" b="b"/>
              <a:pathLst>
                <a:path w="13531" h="17920" extrusionOk="0">
                  <a:moveTo>
                    <a:pt x="6705" y="1"/>
                  </a:moveTo>
                  <a:cubicBezTo>
                    <a:pt x="6038" y="1"/>
                    <a:pt x="5353" y="141"/>
                    <a:pt x="4674" y="445"/>
                  </a:cubicBezTo>
                  <a:cubicBezTo>
                    <a:pt x="3400" y="1014"/>
                    <a:pt x="2476" y="1973"/>
                    <a:pt x="1885" y="3129"/>
                  </a:cubicBezTo>
                  <a:lnTo>
                    <a:pt x="1885" y="3129"/>
                  </a:lnTo>
                  <a:cubicBezTo>
                    <a:pt x="1533" y="3558"/>
                    <a:pt x="1237" y="4038"/>
                    <a:pt x="1008" y="4553"/>
                  </a:cubicBezTo>
                  <a:cubicBezTo>
                    <a:pt x="0" y="6832"/>
                    <a:pt x="120" y="9554"/>
                    <a:pt x="659" y="11942"/>
                  </a:cubicBezTo>
                  <a:cubicBezTo>
                    <a:pt x="1204" y="14364"/>
                    <a:pt x="2459" y="16813"/>
                    <a:pt x="4950" y="17661"/>
                  </a:cubicBezTo>
                  <a:cubicBezTo>
                    <a:pt x="5471" y="17838"/>
                    <a:pt x="5987" y="17920"/>
                    <a:pt x="6489" y="17920"/>
                  </a:cubicBezTo>
                  <a:cubicBezTo>
                    <a:pt x="8300" y="17920"/>
                    <a:pt x="9939" y="16855"/>
                    <a:pt x="11012" y="15306"/>
                  </a:cubicBezTo>
                  <a:cubicBezTo>
                    <a:pt x="13384" y="11869"/>
                    <a:pt x="13531" y="5941"/>
                    <a:pt x="11125" y="2484"/>
                  </a:cubicBezTo>
                  <a:cubicBezTo>
                    <a:pt x="10058" y="953"/>
                    <a:pt x="8441" y="1"/>
                    <a:pt x="6705"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8"/>
            <p:cNvSpPr/>
            <p:nvPr/>
          </p:nvSpPr>
          <p:spPr>
            <a:xfrm>
              <a:off x="6740200" y="2466975"/>
              <a:ext cx="422700" cy="565300"/>
            </a:xfrm>
            <a:custGeom>
              <a:avLst/>
              <a:gdLst/>
              <a:ahLst/>
              <a:cxnLst/>
              <a:rect l="l" t="t" r="r" b="b"/>
              <a:pathLst>
                <a:path w="16908" h="22612" extrusionOk="0">
                  <a:moveTo>
                    <a:pt x="16593" y="0"/>
                  </a:moveTo>
                  <a:cubicBezTo>
                    <a:pt x="16590" y="0"/>
                    <a:pt x="16588" y="1"/>
                    <a:pt x="16585" y="1"/>
                  </a:cubicBezTo>
                  <a:lnTo>
                    <a:pt x="16585" y="5"/>
                  </a:lnTo>
                  <a:cubicBezTo>
                    <a:pt x="14658" y="301"/>
                    <a:pt x="12935" y="1575"/>
                    <a:pt x="11398" y="2703"/>
                  </a:cubicBezTo>
                  <a:cubicBezTo>
                    <a:pt x="8387" y="4915"/>
                    <a:pt x="5786" y="7633"/>
                    <a:pt x="3706" y="10737"/>
                  </a:cubicBezTo>
                  <a:cubicBezTo>
                    <a:pt x="2638" y="12327"/>
                    <a:pt x="1647" y="14034"/>
                    <a:pt x="958" y="15827"/>
                  </a:cubicBezTo>
                  <a:cubicBezTo>
                    <a:pt x="293" y="17547"/>
                    <a:pt x="0" y="19603"/>
                    <a:pt x="1171" y="21177"/>
                  </a:cubicBezTo>
                  <a:cubicBezTo>
                    <a:pt x="1640" y="21809"/>
                    <a:pt x="2306" y="22331"/>
                    <a:pt x="3077" y="22531"/>
                  </a:cubicBezTo>
                  <a:cubicBezTo>
                    <a:pt x="3290" y="22585"/>
                    <a:pt x="3502" y="22611"/>
                    <a:pt x="3711" y="22611"/>
                  </a:cubicBezTo>
                  <a:cubicBezTo>
                    <a:pt x="4296" y="22611"/>
                    <a:pt x="4863" y="22411"/>
                    <a:pt x="5370" y="22075"/>
                  </a:cubicBezTo>
                  <a:cubicBezTo>
                    <a:pt x="6135" y="21569"/>
                    <a:pt x="6800" y="20884"/>
                    <a:pt x="7449" y="20239"/>
                  </a:cubicBezTo>
                  <a:cubicBezTo>
                    <a:pt x="8118" y="19570"/>
                    <a:pt x="8760" y="18875"/>
                    <a:pt x="9375" y="18153"/>
                  </a:cubicBezTo>
                  <a:cubicBezTo>
                    <a:pt x="10600" y="16712"/>
                    <a:pt x="11701" y="15169"/>
                    <a:pt x="12666" y="13542"/>
                  </a:cubicBezTo>
                  <a:cubicBezTo>
                    <a:pt x="14582" y="10315"/>
                    <a:pt x="16066" y="6695"/>
                    <a:pt x="16741" y="2995"/>
                  </a:cubicBezTo>
                  <a:cubicBezTo>
                    <a:pt x="16824" y="2543"/>
                    <a:pt x="16877" y="2087"/>
                    <a:pt x="16904" y="1628"/>
                  </a:cubicBezTo>
                  <a:cubicBezTo>
                    <a:pt x="16908" y="1567"/>
                    <a:pt x="16857" y="1533"/>
                    <a:pt x="16806" y="1533"/>
                  </a:cubicBezTo>
                  <a:cubicBezTo>
                    <a:pt x="16765" y="1533"/>
                    <a:pt x="16724" y="1554"/>
                    <a:pt x="16711" y="1601"/>
                  </a:cubicBezTo>
                  <a:cubicBezTo>
                    <a:pt x="16222" y="3335"/>
                    <a:pt x="15886" y="5098"/>
                    <a:pt x="15307" y="6811"/>
                  </a:cubicBezTo>
                  <a:cubicBezTo>
                    <a:pt x="14722" y="8535"/>
                    <a:pt x="14003" y="10211"/>
                    <a:pt x="13155" y="11825"/>
                  </a:cubicBezTo>
                  <a:cubicBezTo>
                    <a:pt x="11494" y="14999"/>
                    <a:pt x="9349" y="17940"/>
                    <a:pt x="6790" y="20445"/>
                  </a:cubicBezTo>
                  <a:cubicBezTo>
                    <a:pt x="6135" y="21087"/>
                    <a:pt x="5443" y="21829"/>
                    <a:pt x="4571" y="22172"/>
                  </a:cubicBezTo>
                  <a:cubicBezTo>
                    <a:pt x="4295" y="22279"/>
                    <a:pt x="4012" y="22329"/>
                    <a:pt x="3732" y="22329"/>
                  </a:cubicBezTo>
                  <a:cubicBezTo>
                    <a:pt x="3188" y="22329"/>
                    <a:pt x="2651" y="22141"/>
                    <a:pt x="2186" y="21816"/>
                  </a:cubicBezTo>
                  <a:cubicBezTo>
                    <a:pt x="492" y="20631"/>
                    <a:pt x="366" y="18492"/>
                    <a:pt x="918" y="16666"/>
                  </a:cubicBezTo>
                  <a:cubicBezTo>
                    <a:pt x="1461" y="14876"/>
                    <a:pt x="2439" y="13179"/>
                    <a:pt x="3433" y="11605"/>
                  </a:cubicBezTo>
                  <a:cubicBezTo>
                    <a:pt x="5466" y="8398"/>
                    <a:pt x="8044" y="5570"/>
                    <a:pt x="11055" y="3255"/>
                  </a:cubicBezTo>
                  <a:cubicBezTo>
                    <a:pt x="11864" y="2633"/>
                    <a:pt x="12705" y="2051"/>
                    <a:pt x="13574" y="1508"/>
                  </a:cubicBezTo>
                  <a:cubicBezTo>
                    <a:pt x="14525" y="919"/>
                    <a:pt x="15503" y="334"/>
                    <a:pt x="16608" y="94"/>
                  </a:cubicBezTo>
                  <a:cubicBezTo>
                    <a:pt x="16665" y="82"/>
                    <a:pt x="16644" y="0"/>
                    <a:pt x="1659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8"/>
            <p:cNvSpPr/>
            <p:nvPr/>
          </p:nvSpPr>
          <p:spPr>
            <a:xfrm>
              <a:off x="6699775" y="2329000"/>
              <a:ext cx="431150" cy="208625"/>
            </a:xfrm>
            <a:custGeom>
              <a:avLst/>
              <a:gdLst/>
              <a:ahLst/>
              <a:cxnLst/>
              <a:rect l="l" t="t" r="r" b="b"/>
              <a:pathLst>
                <a:path w="17246" h="8345" extrusionOk="0">
                  <a:moveTo>
                    <a:pt x="7358" y="0"/>
                  </a:moveTo>
                  <a:cubicBezTo>
                    <a:pt x="5172" y="0"/>
                    <a:pt x="2879" y="511"/>
                    <a:pt x="1314" y="2114"/>
                  </a:cubicBezTo>
                  <a:cubicBezTo>
                    <a:pt x="556" y="2889"/>
                    <a:pt x="0" y="3967"/>
                    <a:pt x="43" y="5071"/>
                  </a:cubicBezTo>
                  <a:cubicBezTo>
                    <a:pt x="87" y="6142"/>
                    <a:pt x="735" y="7044"/>
                    <a:pt x="1627" y="7593"/>
                  </a:cubicBezTo>
                  <a:cubicBezTo>
                    <a:pt x="2625" y="8210"/>
                    <a:pt x="3823" y="8344"/>
                    <a:pt x="4977" y="8344"/>
                  </a:cubicBezTo>
                  <a:cubicBezTo>
                    <a:pt x="5081" y="8344"/>
                    <a:pt x="5184" y="8343"/>
                    <a:pt x="5287" y="8341"/>
                  </a:cubicBezTo>
                  <a:cubicBezTo>
                    <a:pt x="6544" y="8315"/>
                    <a:pt x="7795" y="8152"/>
                    <a:pt x="9019" y="7852"/>
                  </a:cubicBezTo>
                  <a:cubicBezTo>
                    <a:pt x="11731" y="7197"/>
                    <a:pt x="14369" y="5916"/>
                    <a:pt x="16405" y="3990"/>
                  </a:cubicBezTo>
                  <a:cubicBezTo>
                    <a:pt x="16440" y="3957"/>
                    <a:pt x="16409" y="3896"/>
                    <a:pt x="16370" y="3896"/>
                  </a:cubicBezTo>
                  <a:cubicBezTo>
                    <a:pt x="16361" y="3896"/>
                    <a:pt x="16351" y="3899"/>
                    <a:pt x="16342" y="3907"/>
                  </a:cubicBezTo>
                  <a:lnTo>
                    <a:pt x="16342" y="3903"/>
                  </a:lnTo>
                  <a:cubicBezTo>
                    <a:pt x="14466" y="5334"/>
                    <a:pt x="12406" y="6495"/>
                    <a:pt x="10147" y="7194"/>
                  </a:cubicBezTo>
                  <a:cubicBezTo>
                    <a:pt x="9009" y="7546"/>
                    <a:pt x="7842" y="7783"/>
                    <a:pt x="6661" y="7899"/>
                  </a:cubicBezTo>
                  <a:cubicBezTo>
                    <a:pt x="6100" y="7953"/>
                    <a:pt x="5523" y="7996"/>
                    <a:pt x="4947" y="7996"/>
                  </a:cubicBezTo>
                  <a:cubicBezTo>
                    <a:pt x="4280" y="7996"/>
                    <a:pt x="3615" y="7938"/>
                    <a:pt x="2978" y="7773"/>
                  </a:cubicBezTo>
                  <a:cubicBezTo>
                    <a:pt x="1920" y="7496"/>
                    <a:pt x="865" y="6814"/>
                    <a:pt x="519" y="5727"/>
                  </a:cubicBezTo>
                  <a:cubicBezTo>
                    <a:pt x="170" y="4635"/>
                    <a:pt x="639" y="3438"/>
                    <a:pt x="1351" y="2596"/>
                  </a:cubicBezTo>
                  <a:cubicBezTo>
                    <a:pt x="2808" y="871"/>
                    <a:pt x="5178" y="337"/>
                    <a:pt x="7361" y="337"/>
                  </a:cubicBezTo>
                  <a:cubicBezTo>
                    <a:pt x="7565" y="337"/>
                    <a:pt x="7768" y="341"/>
                    <a:pt x="7968" y="350"/>
                  </a:cubicBezTo>
                  <a:cubicBezTo>
                    <a:pt x="9525" y="420"/>
                    <a:pt x="11069" y="693"/>
                    <a:pt x="12599" y="949"/>
                  </a:cubicBezTo>
                  <a:cubicBezTo>
                    <a:pt x="13361" y="1076"/>
                    <a:pt x="14123" y="1209"/>
                    <a:pt x="14885" y="1348"/>
                  </a:cubicBezTo>
                  <a:cubicBezTo>
                    <a:pt x="15630" y="1485"/>
                    <a:pt x="16382" y="1668"/>
                    <a:pt x="17137" y="1691"/>
                  </a:cubicBezTo>
                  <a:cubicBezTo>
                    <a:pt x="17138" y="1691"/>
                    <a:pt x="17139" y="1691"/>
                    <a:pt x="17141" y="1691"/>
                  </a:cubicBezTo>
                  <a:cubicBezTo>
                    <a:pt x="17237" y="1691"/>
                    <a:pt x="17246" y="1558"/>
                    <a:pt x="17164" y="1528"/>
                  </a:cubicBezTo>
                  <a:cubicBezTo>
                    <a:pt x="16442" y="1255"/>
                    <a:pt x="15667" y="1149"/>
                    <a:pt x="14908" y="1009"/>
                  </a:cubicBezTo>
                  <a:cubicBezTo>
                    <a:pt x="14173" y="876"/>
                    <a:pt x="13434" y="746"/>
                    <a:pt x="12692" y="623"/>
                  </a:cubicBezTo>
                  <a:cubicBezTo>
                    <a:pt x="11238" y="380"/>
                    <a:pt x="9778" y="124"/>
                    <a:pt x="8304" y="31"/>
                  </a:cubicBezTo>
                  <a:cubicBezTo>
                    <a:pt x="7993" y="11"/>
                    <a:pt x="7676" y="0"/>
                    <a:pt x="735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8"/>
            <p:cNvSpPr/>
            <p:nvPr/>
          </p:nvSpPr>
          <p:spPr>
            <a:xfrm>
              <a:off x="6772450" y="2037250"/>
              <a:ext cx="409575" cy="325700"/>
            </a:xfrm>
            <a:custGeom>
              <a:avLst/>
              <a:gdLst/>
              <a:ahLst/>
              <a:cxnLst/>
              <a:rect l="l" t="t" r="r" b="b"/>
              <a:pathLst>
                <a:path w="16383" h="13028" extrusionOk="0">
                  <a:moveTo>
                    <a:pt x="4832" y="1"/>
                  </a:moveTo>
                  <a:cubicBezTo>
                    <a:pt x="4410" y="1"/>
                    <a:pt x="3983" y="50"/>
                    <a:pt x="3554" y="157"/>
                  </a:cubicBezTo>
                  <a:cubicBezTo>
                    <a:pt x="1621" y="639"/>
                    <a:pt x="1" y="2668"/>
                    <a:pt x="553" y="4718"/>
                  </a:cubicBezTo>
                  <a:cubicBezTo>
                    <a:pt x="859" y="5856"/>
                    <a:pt x="1841" y="6597"/>
                    <a:pt x="2742" y="7266"/>
                  </a:cubicBezTo>
                  <a:cubicBezTo>
                    <a:pt x="3833" y="8071"/>
                    <a:pt x="4965" y="8820"/>
                    <a:pt x="6136" y="9502"/>
                  </a:cubicBezTo>
                  <a:cubicBezTo>
                    <a:pt x="8771" y="11039"/>
                    <a:pt x="11595" y="12223"/>
                    <a:pt x="14539" y="13025"/>
                  </a:cubicBezTo>
                  <a:cubicBezTo>
                    <a:pt x="14546" y="13027"/>
                    <a:pt x="14553" y="13028"/>
                    <a:pt x="14559" y="13028"/>
                  </a:cubicBezTo>
                  <a:cubicBezTo>
                    <a:pt x="14627" y="13028"/>
                    <a:pt x="14649" y="12920"/>
                    <a:pt x="14573" y="12899"/>
                  </a:cubicBezTo>
                  <a:cubicBezTo>
                    <a:pt x="12147" y="12107"/>
                    <a:pt x="9779" y="11102"/>
                    <a:pt x="7540" y="9868"/>
                  </a:cubicBezTo>
                  <a:cubicBezTo>
                    <a:pt x="6425" y="9252"/>
                    <a:pt x="5331" y="8600"/>
                    <a:pt x="4276" y="7882"/>
                  </a:cubicBezTo>
                  <a:cubicBezTo>
                    <a:pt x="3298" y="7216"/>
                    <a:pt x="2170" y="6531"/>
                    <a:pt x="1435" y="5586"/>
                  </a:cubicBezTo>
                  <a:cubicBezTo>
                    <a:pt x="41" y="3793"/>
                    <a:pt x="1375" y="1278"/>
                    <a:pt x="3334" y="622"/>
                  </a:cubicBezTo>
                  <a:cubicBezTo>
                    <a:pt x="3839" y="454"/>
                    <a:pt x="4345" y="379"/>
                    <a:pt x="4845" y="379"/>
                  </a:cubicBezTo>
                  <a:cubicBezTo>
                    <a:pt x="6789" y="379"/>
                    <a:pt x="8655" y="1519"/>
                    <a:pt x="10081" y="2791"/>
                  </a:cubicBezTo>
                  <a:cubicBezTo>
                    <a:pt x="12061" y="4558"/>
                    <a:pt x="13731" y="7023"/>
                    <a:pt x="16283" y="8005"/>
                  </a:cubicBezTo>
                  <a:cubicBezTo>
                    <a:pt x="16291" y="8008"/>
                    <a:pt x="16298" y="8009"/>
                    <a:pt x="16305" y="8009"/>
                  </a:cubicBezTo>
                  <a:cubicBezTo>
                    <a:pt x="16360" y="8009"/>
                    <a:pt x="16383" y="7924"/>
                    <a:pt x="16333" y="7892"/>
                  </a:cubicBezTo>
                  <a:cubicBezTo>
                    <a:pt x="15181" y="7150"/>
                    <a:pt x="14137" y="6285"/>
                    <a:pt x="13162" y="5327"/>
                  </a:cubicBezTo>
                  <a:cubicBezTo>
                    <a:pt x="12217" y="4398"/>
                    <a:pt x="11332" y="3414"/>
                    <a:pt x="10348" y="2532"/>
                  </a:cubicBezTo>
                  <a:cubicBezTo>
                    <a:pt x="8834" y="1176"/>
                    <a:pt x="6894" y="1"/>
                    <a:pt x="483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8"/>
            <p:cNvSpPr/>
            <p:nvPr/>
          </p:nvSpPr>
          <p:spPr>
            <a:xfrm>
              <a:off x="6980725" y="1851925"/>
              <a:ext cx="200800" cy="465525"/>
            </a:xfrm>
            <a:custGeom>
              <a:avLst/>
              <a:gdLst/>
              <a:ahLst/>
              <a:cxnLst/>
              <a:rect l="l" t="t" r="r" b="b"/>
              <a:pathLst>
                <a:path w="8032" h="18621" extrusionOk="0">
                  <a:moveTo>
                    <a:pt x="3742" y="356"/>
                  </a:moveTo>
                  <a:cubicBezTo>
                    <a:pt x="4730" y="356"/>
                    <a:pt x="5598" y="1049"/>
                    <a:pt x="6168" y="1827"/>
                  </a:cubicBezTo>
                  <a:cubicBezTo>
                    <a:pt x="7662" y="3863"/>
                    <a:pt x="7669" y="6708"/>
                    <a:pt x="7672" y="9127"/>
                  </a:cubicBezTo>
                  <a:cubicBezTo>
                    <a:pt x="7675" y="11298"/>
                    <a:pt x="7599" y="13470"/>
                    <a:pt x="7549" y="15643"/>
                  </a:cubicBezTo>
                  <a:lnTo>
                    <a:pt x="7549" y="15643"/>
                  </a:lnTo>
                  <a:cubicBezTo>
                    <a:pt x="7548" y="15631"/>
                    <a:pt x="7543" y="15619"/>
                    <a:pt x="7533" y="15607"/>
                  </a:cubicBezTo>
                  <a:cubicBezTo>
                    <a:pt x="5852" y="13731"/>
                    <a:pt x="4532" y="11559"/>
                    <a:pt x="3361" y="9336"/>
                  </a:cubicBezTo>
                  <a:cubicBezTo>
                    <a:pt x="2772" y="8222"/>
                    <a:pt x="2166" y="7094"/>
                    <a:pt x="1697" y="5926"/>
                  </a:cubicBezTo>
                  <a:cubicBezTo>
                    <a:pt x="1255" y="4822"/>
                    <a:pt x="965" y="3581"/>
                    <a:pt x="1335" y="2416"/>
                  </a:cubicBezTo>
                  <a:cubicBezTo>
                    <a:pt x="1631" y="1481"/>
                    <a:pt x="2336" y="586"/>
                    <a:pt x="3344" y="393"/>
                  </a:cubicBezTo>
                  <a:cubicBezTo>
                    <a:pt x="3478" y="368"/>
                    <a:pt x="3611" y="356"/>
                    <a:pt x="3742" y="356"/>
                  </a:cubicBezTo>
                  <a:close/>
                  <a:moveTo>
                    <a:pt x="3741" y="0"/>
                  </a:moveTo>
                  <a:cubicBezTo>
                    <a:pt x="2794" y="0"/>
                    <a:pt x="1966" y="558"/>
                    <a:pt x="1451" y="1338"/>
                  </a:cubicBezTo>
                  <a:cubicBezTo>
                    <a:pt x="0" y="3521"/>
                    <a:pt x="1335" y="6112"/>
                    <a:pt x="2389" y="8142"/>
                  </a:cubicBezTo>
                  <a:cubicBezTo>
                    <a:pt x="3793" y="10843"/>
                    <a:pt x="5347" y="13468"/>
                    <a:pt x="7436" y="15701"/>
                  </a:cubicBezTo>
                  <a:cubicBezTo>
                    <a:pt x="7450" y="15715"/>
                    <a:pt x="7466" y="15722"/>
                    <a:pt x="7481" y="15722"/>
                  </a:cubicBezTo>
                  <a:cubicBezTo>
                    <a:pt x="7514" y="15722"/>
                    <a:pt x="7543" y="15694"/>
                    <a:pt x="7549" y="15662"/>
                  </a:cubicBezTo>
                  <a:lnTo>
                    <a:pt x="7549" y="15662"/>
                  </a:lnTo>
                  <a:cubicBezTo>
                    <a:pt x="7528" y="16618"/>
                    <a:pt x="7511" y="17575"/>
                    <a:pt x="7509" y="18532"/>
                  </a:cubicBezTo>
                  <a:cubicBezTo>
                    <a:pt x="7509" y="18591"/>
                    <a:pt x="7552" y="18620"/>
                    <a:pt x="7596" y="18620"/>
                  </a:cubicBezTo>
                  <a:cubicBezTo>
                    <a:pt x="7641" y="18620"/>
                    <a:pt x="7687" y="18590"/>
                    <a:pt x="7692" y="18532"/>
                  </a:cubicBezTo>
                  <a:cubicBezTo>
                    <a:pt x="8005" y="15478"/>
                    <a:pt x="8015" y="12387"/>
                    <a:pt x="8015" y="9320"/>
                  </a:cubicBezTo>
                  <a:cubicBezTo>
                    <a:pt x="8015" y="6768"/>
                    <a:pt x="8032" y="3757"/>
                    <a:pt x="6441" y="1608"/>
                  </a:cubicBezTo>
                  <a:cubicBezTo>
                    <a:pt x="5839" y="793"/>
                    <a:pt x="4974" y="87"/>
                    <a:pt x="3929" y="8"/>
                  </a:cubicBezTo>
                  <a:cubicBezTo>
                    <a:pt x="3866" y="3"/>
                    <a:pt x="3803" y="0"/>
                    <a:pt x="3741"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8"/>
            <p:cNvSpPr/>
            <p:nvPr/>
          </p:nvSpPr>
          <p:spPr>
            <a:xfrm>
              <a:off x="7074200" y="2519625"/>
              <a:ext cx="165225" cy="466775"/>
            </a:xfrm>
            <a:custGeom>
              <a:avLst/>
              <a:gdLst/>
              <a:ahLst/>
              <a:cxnLst/>
              <a:rect l="l" t="t" r="r" b="b"/>
              <a:pathLst>
                <a:path w="6609" h="18671" extrusionOk="0">
                  <a:moveTo>
                    <a:pt x="5513" y="0"/>
                  </a:moveTo>
                  <a:cubicBezTo>
                    <a:pt x="5445" y="0"/>
                    <a:pt x="5374" y="58"/>
                    <a:pt x="5390" y="148"/>
                  </a:cubicBezTo>
                  <a:cubicBezTo>
                    <a:pt x="5816" y="2543"/>
                    <a:pt x="6036" y="4982"/>
                    <a:pt x="5903" y="7413"/>
                  </a:cubicBezTo>
                  <a:cubicBezTo>
                    <a:pt x="5763" y="9845"/>
                    <a:pt x="5287" y="12241"/>
                    <a:pt x="4485" y="14540"/>
                  </a:cubicBezTo>
                  <a:cubicBezTo>
                    <a:pt x="4279" y="15125"/>
                    <a:pt x="4053" y="15704"/>
                    <a:pt x="3803" y="16273"/>
                  </a:cubicBezTo>
                  <a:cubicBezTo>
                    <a:pt x="3584" y="16775"/>
                    <a:pt x="3374" y="17314"/>
                    <a:pt x="3018" y="17740"/>
                  </a:cubicBezTo>
                  <a:cubicBezTo>
                    <a:pt x="2782" y="18022"/>
                    <a:pt x="2479" y="18220"/>
                    <a:pt x="2166" y="18220"/>
                  </a:cubicBezTo>
                  <a:cubicBezTo>
                    <a:pt x="1976" y="18220"/>
                    <a:pt x="1782" y="18147"/>
                    <a:pt x="1598" y="17976"/>
                  </a:cubicBezTo>
                  <a:cubicBezTo>
                    <a:pt x="1185" y="17600"/>
                    <a:pt x="919" y="17022"/>
                    <a:pt x="756" y="16496"/>
                  </a:cubicBezTo>
                  <a:cubicBezTo>
                    <a:pt x="413" y="15405"/>
                    <a:pt x="447" y="14220"/>
                    <a:pt x="613" y="13099"/>
                  </a:cubicBezTo>
                  <a:cubicBezTo>
                    <a:pt x="799" y="11848"/>
                    <a:pt x="1129" y="10617"/>
                    <a:pt x="1511" y="9416"/>
                  </a:cubicBezTo>
                  <a:cubicBezTo>
                    <a:pt x="2423" y="6545"/>
                    <a:pt x="3564" y="3741"/>
                    <a:pt x="4612" y="919"/>
                  </a:cubicBezTo>
                  <a:cubicBezTo>
                    <a:pt x="4636" y="859"/>
                    <a:pt x="4587" y="820"/>
                    <a:pt x="4536" y="820"/>
                  </a:cubicBezTo>
                  <a:cubicBezTo>
                    <a:pt x="4503" y="820"/>
                    <a:pt x="4468" y="837"/>
                    <a:pt x="4452" y="876"/>
                  </a:cubicBezTo>
                  <a:cubicBezTo>
                    <a:pt x="3371" y="3574"/>
                    <a:pt x="2207" y="6259"/>
                    <a:pt x="1268" y="9014"/>
                  </a:cubicBezTo>
                  <a:cubicBezTo>
                    <a:pt x="823" y="10328"/>
                    <a:pt x="433" y="11675"/>
                    <a:pt x="224" y="13046"/>
                  </a:cubicBezTo>
                  <a:cubicBezTo>
                    <a:pt x="51" y="14187"/>
                    <a:pt x="1" y="15378"/>
                    <a:pt x="320" y="16499"/>
                  </a:cubicBezTo>
                  <a:cubicBezTo>
                    <a:pt x="562" y="17344"/>
                    <a:pt x="1149" y="18671"/>
                    <a:pt x="2188" y="18671"/>
                  </a:cubicBezTo>
                  <a:cubicBezTo>
                    <a:pt x="2238" y="18671"/>
                    <a:pt x="2288" y="18668"/>
                    <a:pt x="2340" y="18662"/>
                  </a:cubicBezTo>
                  <a:cubicBezTo>
                    <a:pt x="3414" y="18529"/>
                    <a:pt x="3930" y="17211"/>
                    <a:pt x="4303" y="16359"/>
                  </a:cubicBezTo>
                  <a:cubicBezTo>
                    <a:pt x="5337" y="13974"/>
                    <a:pt x="6009" y="11446"/>
                    <a:pt x="6289" y="8861"/>
                  </a:cubicBezTo>
                  <a:cubicBezTo>
                    <a:pt x="6608" y="5930"/>
                    <a:pt x="6458" y="2922"/>
                    <a:pt x="5620" y="84"/>
                  </a:cubicBezTo>
                  <a:cubicBezTo>
                    <a:pt x="5603" y="26"/>
                    <a:pt x="5558" y="0"/>
                    <a:pt x="551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8"/>
            <p:cNvSpPr/>
            <p:nvPr/>
          </p:nvSpPr>
          <p:spPr>
            <a:xfrm>
              <a:off x="6861950" y="2878175"/>
              <a:ext cx="21900" cy="17125"/>
            </a:xfrm>
            <a:custGeom>
              <a:avLst/>
              <a:gdLst/>
              <a:ahLst/>
              <a:cxnLst/>
              <a:rect l="l" t="t" r="r" b="b"/>
              <a:pathLst>
                <a:path w="876" h="685" extrusionOk="0">
                  <a:moveTo>
                    <a:pt x="356" y="0"/>
                  </a:moveTo>
                  <a:cubicBezTo>
                    <a:pt x="280" y="0"/>
                    <a:pt x="186" y="49"/>
                    <a:pt x="134" y="101"/>
                  </a:cubicBezTo>
                  <a:cubicBezTo>
                    <a:pt x="1" y="234"/>
                    <a:pt x="1" y="451"/>
                    <a:pt x="130" y="584"/>
                  </a:cubicBezTo>
                  <a:cubicBezTo>
                    <a:pt x="188" y="636"/>
                    <a:pt x="269" y="685"/>
                    <a:pt x="351" y="685"/>
                  </a:cubicBezTo>
                  <a:cubicBezTo>
                    <a:pt x="358" y="685"/>
                    <a:pt x="366" y="684"/>
                    <a:pt x="373" y="683"/>
                  </a:cubicBezTo>
                  <a:cubicBezTo>
                    <a:pt x="436" y="677"/>
                    <a:pt x="500" y="670"/>
                    <a:pt x="566" y="663"/>
                  </a:cubicBezTo>
                  <a:cubicBezTo>
                    <a:pt x="716" y="643"/>
                    <a:pt x="876" y="514"/>
                    <a:pt x="869" y="347"/>
                  </a:cubicBezTo>
                  <a:cubicBezTo>
                    <a:pt x="862" y="198"/>
                    <a:pt x="756" y="71"/>
                    <a:pt x="613" y="35"/>
                  </a:cubicBezTo>
                  <a:cubicBezTo>
                    <a:pt x="536" y="18"/>
                    <a:pt x="456" y="8"/>
                    <a:pt x="377" y="1"/>
                  </a:cubicBezTo>
                  <a:cubicBezTo>
                    <a:pt x="370" y="1"/>
                    <a:pt x="363" y="0"/>
                    <a:pt x="35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8"/>
            <p:cNvSpPr/>
            <p:nvPr/>
          </p:nvSpPr>
          <p:spPr>
            <a:xfrm>
              <a:off x="6893150" y="2909575"/>
              <a:ext cx="16325" cy="15825"/>
            </a:xfrm>
            <a:custGeom>
              <a:avLst/>
              <a:gdLst/>
              <a:ahLst/>
              <a:cxnLst/>
              <a:rect l="l" t="t" r="r" b="b"/>
              <a:pathLst>
                <a:path w="653" h="633" extrusionOk="0">
                  <a:moveTo>
                    <a:pt x="348" y="0"/>
                  </a:moveTo>
                  <a:cubicBezTo>
                    <a:pt x="332" y="0"/>
                    <a:pt x="315" y="2"/>
                    <a:pt x="300" y="6"/>
                  </a:cubicBezTo>
                  <a:cubicBezTo>
                    <a:pt x="270" y="6"/>
                    <a:pt x="243" y="13"/>
                    <a:pt x="220" y="26"/>
                  </a:cubicBezTo>
                  <a:cubicBezTo>
                    <a:pt x="180" y="40"/>
                    <a:pt x="143" y="63"/>
                    <a:pt x="117" y="93"/>
                  </a:cubicBezTo>
                  <a:cubicBezTo>
                    <a:pt x="107" y="99"/>
                    <a:pt x="100" y="106"/>
                    <a:pt x="90" y="113"/>
                  </a:cubicBezTo>
                  <a:cubicBezTo>
                    <a:pt x="70" y="129"/>
                    <a:pt x="53" y="153"/>
                    <a:pt x="40" y="176"/>
                  </a:cubicBezTo>
                  <a:cubicBezTo>
                    <a:pt x="14" y="219"/>
                    <a:pt x="0" y="266"/>
                    <a:pt x="0" y="316"/>
                  </a:cubicBezTo>
                  <a:cubicBezTo>
                    <a:pt x="4" y="362"/>
                    <a:pt x="14" y="409"/>
                    <a:pt x="37" y="452"/>
                  </a:cubicBezTo>
                  <a:cubicBezTo>
                    <a:pt x="50" y="475"/>
                    <a:pt x="67" y="499"/>
                    <a:pt x="83" y="515"/>
                  </a:cubicBezTo>
                  <a:cubicBezTo>
                    <a:pt x="93" y="525"/>
                    <a:pt x="103" y="532"/>
                    <a:pt x="113" y="539"/>
                  </a:cubicBezTo>
                  <a:lnTo>
                    <a:pt x="177" y="588"/>
                  </a:lnTo>
                  <a:lnTo>
                    <a:pt x="253" y="622"/>
                  </a:lnTo>
                  <a:cubicBezTo>
                    <a:pt x="276" y="630"/>
                    <a:pt x="301" y="633"/>
                    <a:pt x="325" y="633"/>
                  </a:cubicBezTo>
                  <a:cubicBezTo>
                    <a:pt x="342" y="633"/>
                    <a:pt x="360" y="631"/>
                    <a:pt x="376" y="628"/>
                  </a:cubicBezTo>
                  <a:cubicBezTo>
                    <a:pt x="406" y="628"/>
                    <a:pt x="433" y="622"/>
                    <a:pt x="456" y="605"/>
                  </a:cubicBezTo>
                  <a:cubicBezTo>
                    <a:pt x="483" y="598"/>
                    <a:pt x="506" y="585"/>
                    <a:pt x="526" y="565"/>
                  </a:cubicBezTo>
                  <a:cubicBezTo>
                    <a:pt x="549" y="552"/>
                    <a:pt x="569" y="532"/>
                    <a:pt x="582" y="509"/>
                  </a:cubicBezTo>
                  <a:cubicBezTo>
                    <a:pt x="629" y="455"/>
                    <a:pt x="652" y="389"/>
                    <a:pt x="652" y="319"/>
                  </a:cubicBezTo>
                  <a:cubicBezTo>
                    <a:pt x="652" y="262"/>
                    <a:pt x="636" y="209"/>
                    <a:pt x="612" y="159"/>
                  </a:cubicBezTo>
                  <a:cubicBezTo>
                    <a:pt x="582" y="113"/>
                    <a:pt x="546" y="73"/>
                    <a:pt x="499" y="46"/>
                  </a:cubicBezTo>
                  <a:lnTo>
                    <a:pt x="423" y="13"/>
                  </a:lnTo>
                  <a:cubicBezTo>
                    <a:pt x="399" y="5"/>
                    <a:pt x="373" y="0"/>
                    <a:pt x="34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8"/>
            <p:cNvSpPr/>
            <p:nvPr/>
          </p:nvSpPr>
          <p:spPr>
            <a:xfrm>
              <a:off x="6845325" y="2953025"/>
              <a:ext cx="24550" cy="27500"/>
            </a:xfrm>
            <a:custGeom>
              <a:avLst/>
              <a:gdLst/>
              <a:ahLst/>
              <a:cxnLst/>
              <a:rect l="l" t="t" r="r" b="b"/>
              <a:pathLst>
                <a:path w="982" h="1100" extrusionOk="0">
                  <a:moveTo>
                    <a:pt x="622" y="1"/>
                  </a:moveTo>
                  <a:cubicBezTo>
                    <a:pt x="580" y="1"/>
                    <a:pt x="537" y="13"/>
                    <a:pt x="499" y="42"/>
                  </a:cubicBezTo>
                  <a:cubicBezTo>
                    <a:pt x="389" y="121"/>
                    <a:pt x="283" y="211"/>
                    <a:pt x="183" y="308"/>
                  </a:cubicBezTo>
                  <a:cubicBezTo>
                    <a:pt x="0" y="484"/>
                    <a:pt x="0" y="780"/>
                    <a:pt x="180" y="960"/>
                  </a:cubicBezTo>
                  <a:cubicBezTo>
                    <a:pt x="271" y="1052"/>
                    <a:pt x="391" y="1099"/>
                    <a:pt x="511" y="1099"/>
                  </a:cubicBezTo>
                  <a:cubicBezTo>
                    <a:pt x="628" y="1099"/>
                    <a:pt x="745" y="1055"/>
                    <a:pt x="835" y="966"/>
                  </a:cubicBezTo>
                  <a:cubicBezTo>
                    <a:pt x="962" y="843"/>
                    <a:pt x="982" y="687"/>
                    <a:pt x="958" y="517"/>
                  </a:cubicBezTo>
                  <a:cubicBezTo>
                    <a:pt x="942" y="411"/>
                    <a:pt x="918" y="304"/>
                    <a:pt x="885" y="201"/>
                  </a:cubicBezTo>
                  <a:cubicBezTo>
                    <a:pt x="853" y="94"/>
                    <a:pt x="738" y="1"/>
                    <a:pt x="62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8"/>
            <p:cNvSpPr/>
            <p:nvPr/>
          </p:nvSpPr>
          <p:spPr>
            <a:xfrm>
              <a:off x="7123700" y="2872175"/>
              <a:ext cx="20325" cy="20600"/>
            </a:xfrm>
            <a:custGeom>
              <a:avLst/>
              <a:gdLst/>
              <a:ahLst/>
              <a:cxnLst/>
              <a:rect l="l" t="t" r="r" b="b"/>
              <a:pathLst>
                <a:path w="813" h="824" extrusionOk="0">
                  <a:moveTo>
                    <a:pt x="405" y="0"/>
                  </a:moveTo>
                  <a:cubicBezTo>
                    <a:pt x="344" y="0"/>
                    <a:pt x="283" y="16"/>
                    <a:pt x="230" y="48"/>
                  </a:cubicBezTo>
                  <a:lnTo>
                    <a:pt x="203" y="65"/>
                  </a:lnTo>
                  <a:cubicBezTo>
                    <a:pt x="157" y="88"/>
                    <a:pt x="120" y="125"/>
                    <a:pt x="90" y="168"/>
                  </a:cubicBezTo>
                  <a:cubicBezTo>
                    <a:pt x="64" y="195"/>
                    <a:pt x="47" y="225"/>
                    <a:pt x="37" y="258"/>
                  </a:cubicBezTo>
                  <a:cubicBezTo>
                    <a:pt x="10" y="305"/>
                    <a:pt x="0" y="361"/>
                    <a:pt x="0" y="414"/>
                  </a:cubicBezTo>
                  <a:lnTo>
                    <a:pt x="14" y="521"/>
                  </a:lnTo>
                  <a:cubicBezTo>
                    <a:pt x="27" y="554"/>
                    <a:pt x="40" y="587"/>
                    <a:pt x="57" y="621"/>
                  </a:cubicBezTo>
                  <a:cubicBezTo>
                    <a:pt x="80" y="664"/>
                    <a:pt x="113" y="704"/>
                    <a:pt x="157" y="734"/>
                  </a:cubicBezTo>
                  <a:cubicBezTo>
                    <a:pt x="180" y="757"/>
                    <a:pt x="210" y="777"/>
                    <a:pt x="247" y="787"/>
                  </a:cubicBezTo>
                  <a:cubicBezTo>
                    <a:pt x="293" y="810"/>
                    <a:pt x="346" y="824"/>
                    <a:pt x="403" y="824"/>
                  </a:cubicBezTo>
                  <a:lnTo>
                    <a:pt x="509" y="807"/>
                  </a:lnTo>
                  <a:lnTo>
                    <a:pt x="606" y="767"/>
                  </a:lnTo>
                  <a:cubicBezTo>
                    <a:pt x="652" y="744"/>
                    <a:pt x="692" y="707"/>
                    <a:pt x="722" y="664"/>
                  </a:cubicBezTo>
                  <a:cubicBezTo>
                    <a:pt x="746" y="637"/>
                    <a:pt x="766" y="607"/>
                    <a:pt x="776" y="574"/>
                  </a:cubicBezTo>
                  <a:cubicBezTo>
                    <a:pt x="799" y="528"/>
                    <a:pt x="812" y="474"/>
                    <a:pt x="809" y="418"/>
                  </a:cubicBezTo>
                  <a:lnTo>
                    <a:pt x="795" y="311"/>
                  </a:lnTo>
                  <a:cubicBezTo>
                    <a:pt x="782" y="278"/>
                    <a:pt x="769" y="245"/>
                    <a:pt x="756" y="215"/>
                  </a:cubicBezTo>
                  <a:cubicBezTo>
                    <a:pt x="722" y="155"/>
                    <a:pt x="672" y="105"/>
                    <a:pt x="612" y="68"/>
                  </a:cubicBezTo>
                  <a:lnTo>
                    <a:pt x="589" y="52"/>
                  </a:lnTo>
                  <a:cubicBezTo>
                    <a:pt x="533" y="18"/>
                    <a:pt x="469" y="0"/>
                    <a:pt x="405"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8"/>
            <p:cNvSpPr/>
            <p:nvPr/>
          </p:nvSpPr>
          <p:spPr>
            <a:xfrm>
              <a:off x="6856300" y="2073175"/>
              <a:ext cx="28300" cy="27975"/>
            </a:xfrm>
            <a:custGeom>
              <a:avLst/>
              <a:gdLst/>
              <a:ahLst/>
              <a:cxnLst/>
              <a:rect l="l" t="t" r="r" b="b"/>
              <a:pathLst>
                <a:path w="1132" h="1119" extrusionOk="0">
                  <a:moveTo>
                    <a:pt x="746" y="0"/>
                  </a:moveTo>
                  <a:cubicBezTo>
                    <a:pt x="553" y="0"/>
                    <a:pt x="385" y="170"/>
                    <a:pt x="233" y="277"/>
                  </a:cubicBezTo>
                  <a:cubicBezTo>
                    <a:pt x="107" y="370"/>
                    <a:pt x="0" y="496"/>
                    <a:pt x="7" y="666"/>
                  </a:cubicBezTo>
                  <a:cubicBezTo>
                    <a:pt x="10" y="786"/>
                    <a:pt x="57" y="899"/>
                    <a:pt x="137" y="985"/>
                  </a:cubicBezTo>
                  <a:cubicBezTo>
                    <a:pt x="223" y="1068"/>
                    <a:pt x="336" y="1118"/>
                    <a:pt x="456" y="1118"/>
                  </a:cubicBezTo>
                  <a:cubicBezTo>
                    <a:pt x="623" y="1118"/>
                    <a:pt x="756" y="1032"/>
                    <a:pt x="845" y="899"/>
                  </a:cubicBezTo>
                  <a:cubicBezTo>
                    <a:pt x="952" y="746"/>
                    <a:pt x="1132" y="559"/>
                    <a:pt x="1122" y="363"/>
                  </a:cubicBezTo>
                  <a:cubicBezTo>
                    <a:pt x="1118" y="167"/>
                    <a:pt x="962" y="7"/>
                    <a:pt x="762" y="0"/>
                  </a:cubicBezTo>
                  <a:cubicBezTo>
                    <a:pt x="757" y="0"/>
                    <a:pt x="751" y="0"/>
                    <a:pt x="74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8"/>
            <p:cNvSpPr/>
            <p:nvPr/>
          </p:nvSpPr>
          <p:spPr>
            <a:xfrm>
              <a:off x="6909025" y="2078000"/>
              <a:ext cx="21725" cy="23975"/>
            </a:xfrm>
            <a:custGeom>
              <a:avLst/>
              <a:gdLst/>
              <a:ahLst/>
              <a:cxnLst/>
              <a:rect l="l" t="t" r="r" b="b"/>
              <a:pathLst>
                <a:path w="869" h="959" extrusionOk="0">
                  <a:moveTo>
                    <a:pt x="440" y="0"/>
                  </a:moveTo>
                  <a:cubicBezTo>
                    <a:pt x="197" y="0"/>
                    <a:pt x="1" y="240"/>
                    <a:pt x="71" y="479"/>
                  </a:cubicBezTo>
                  <a:cubicBezTo>
                    <a:pt x="127" y="676"/>
                    <a:pt x="174" y="959"/>
                    <a:pt x="433" y="959"/>
                  </a:cubicBezTo>
                  <a:cubicBezTo>
                    <a:pt x="435" y="959"/>
                    <a:pt x="436" y="959"/>
                    <a:pt x="438" y="959"/>
                  </a:cubicBezTo>
                  <a:cubicBezTo>
                    <a:pt x="690" y="959"/>
                    <a:pt x="743" y="678"/>
                    <a:pt x="802" y="486"/>
                  </a:cubicBezTo>
                  <a:cubicBezTo>
                    <a:pt x="869" y="243"/>
                    <a:pt x="689" y="7"/>
                    <a:pt x="440"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8"/>
            <p:cNvSpPr/>
            <p:nvPr/>
          </p:nvSpPr>
          <p:spPr>
            <a:xfrm>
              <a:off x="6912700" y="2137675"/>
              <a:ext cx="29125" cy="25025"/>
            </a:xfrm>
            <a:custGeom>
              <a:avLst/>
              <a:gdLst/>
              <a:ahLst/>
              <a:cxnLst/>
              <a:rect l="l" t="t" r="r" b="b"/>
              <a:pathLst>
                <a:path w="1165" h="1001" extrusionOk="0">
                  <a:moveTo>
                    <a:pt x="647" y="0"/>
                  </a:moveTo>
                  <a:cubicBezTo>
                    <a:pt x="533" y="0"/>
                    <a:pt x="418" y="43"/>
                    <a:pt x="329" y="129"/>
                  </a:cubicBezTo>
                  <a:cubicBezTo>
                    <a:pt x="279" y="175"/>
                    <a:pt x="226" y="218"/>
                    <a:pt x="180" y="268"/>
                  </a:cubicBezTo>
                  <a:cubicBezTo>
                    <a:pt x="93" y="351"/>
                    <a:pt x="60" y="455"/>
                    <a:pt x="30" y="564"/>
                  </a:cubicBezTo>
                  <a:cubicBezTo>
                    <a:pt x="0" y="664"/>
                    <a:pt x="23" y="774"/>
                    <a:pt x="87" y="857"/>
                  </a:cubicBezTo>
                  <a:cubicBezTo>
                    <a:pt x="150" y="940"/>
                    <a:pt x="246" y="990"/>
                    <a:pt x="353" y="994"/>
                  </a:cubicBezTo>
                  <a:cubicBezTo>
                    <a:pt x="383" y="997"/>
                    <a:pt x="413" y="1000"/>
                    <a:pt x="442" y="1000"/>
                  </a:cubicBezTo>
                  <a:cubicBezTo>
                    <a:pt x="449" y="1000"/>
                    <a:pt x="455" y="1001"/>
                    <a:pt x="461" y="1001"/>
                  </a:cubicBezTo>
                  <a:cubicBezTo>
                    <a:pt x="541" y="1001"/>
                    <a:pt x="621" y="980"/>
                    <a:pt x="692" y="940"/>
                  </a:cubicBezTo>
                  <a:cubicBezTo>
                    <a:pt x="755" y="914"/>
                    <a:pt x="815" y="880"/>
                    <a:pt x="878" y="850"/>
                  </a:cubicBezTo>
                  <a:cubicBezTo>
                    <a:pt x="1128" y="731"/>
                    <a:pt x="1164" y="385"/>
                    <a:pt x="1011" y="182"/>
                  </a:cubicBezTo>
                  <a:cubicBezTo>
                    <a:pt x="920" y="62"/>
                    <a:pt x="784" y="0"/>
                    <a:pt x="647"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8"/>
            <p:cNvSpPr/>
            <p:nvPr/>
          </p:nvSpPr>
          <p:spPr>
            <a:xfrm>
              <a:off x="6878750" y="2173000"/>
              <a:ext cx="32375" cy="23975"/>
            </a:xfrm>
            <a:custGeom>
              <a:avLst/>
              <a:gdLst/>
              <a:ahLst/>
              <a:cxnLst/>
              <a:rect l="l" t="t" r="r" b="b"/>
              <a:pathLst>
                <a:path w="1295" h="959" extrusionOk="0">
                  <a:moveTo>
                    <a:pt x="765" y="0"/>
                  </a:moveTo>
                  <a:cubicBezTo>
                    <a:pt x="724" y="0"/>
                    <a:pt x="682" y="5"/>
                    <a:pt x="639" y="13"/>
                  </a:cubicBezTo>
                  <a:cubicBezTo>
                    <a:pt x="380" y="63"/>
                    <a:pt x="7" y="143"/>
                    <a:pt x="4" y="475"/>
                  </a:cubicBezTo>
                  <a:cubicBezTo>
                    <a:pt x="1" y="805"/>
                    <a:pt x="373" y="891"/>
                    <a:pt x="633" y="945"/>
                  </a:cubicBezTo>
                  <a:cubicBezTo>
                    <a:pt x="677" y="953"/>
                    <a:pt x="722" y="958"/>
                    <a:pt x="766" y="958"/>
                  </a:cubicBezTo>
                  <a:cubicBezTo>
                    <a:pt x="891" y="958"/>
                    <a:pt x="1014" y="920"/>
                    <a:pt x="1102" y="825"/>
                  </a:cubicBezTo>
                  <a:cubicBezTo>
                    <a:pt x="1291" y="635"/>
                    <a:pt x="1295" y="329"/>
                    <a:pt x="1109" y="139"/>
                  </a:cubicBezTo>
                  <a:cubicBezTo>
                    <a:pt x="1011" y="42"/>
                    <a:pt x="892" y="0"/>
                    <a:pt x="765"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8"/>
            <p:cNvSpPr/>
            <p:nvPr/>
          </p:nvSpPr>
          <p:spPr>
            <a:xfrm>
              <a:off x="6853800" y="2160300"/>
              <a:ext cx="22475" cy="31425"/>
            </a:xfrm>
            <a:custGeom>
              <a:avLst/>
              <a:gdLst/>
              <a:ahLst/>
              <a:cxnLst/>
              <a:rect l="l" t="t" r="r" b="b"/>
              <a:pathLst>
                <a:path w="899" h="1257" extrusionOk="0">
                  <a:moveTo>
                    <a:pt x="289" y="0"/>
                  </a:moveTo>
                  <a:cubicBezTo>
                    <a:pt x="183" y="0"/>
                    <a:pt x="80" y="55"/>
                    <a:pt x="60" y="175"/>
                  </a:cubicBezTo>
                  <a:cubicBezTo>
                    <a:pt x="44" y="291"/>
                    <a:pt x="17" y="408"/>
                    <a:pt x="11" y="524"/>
                  </a:cubicBezTo>
                  <a:cubicBezTo>
                    <a:pt x="1" y="634"/>
                    <a:pt x="14" y="744"/>
                    <a:pt x="14" y="854"/>
                  </a:cubicBezTo>
                  <a:cubicBezTo>
                    <a:pt x="14" y="1078"/>
                    <a:pt x="198" y="1257"/>
                    <a:pt x="418" y="1257"/>
                  </a:cubicBezTo>
                  <a:cubicBezTo>
                    <a:pt x="436" y="1257"/>
                    <a:pt x="454" y="1255"/>
                    <a:pt x="473" y="1253"/>
                  </a:cubicBezTo>
                  <a:cubicBezTo>
                    <a:pt x="696" y="1226"/>
                    <a:pt x="899" y="983"/>
                    <a:pt x="812" y="751"/>
                  </a:cubicBezTo>
                  <a:cubicBezTo>
                    <a:pt x="772" y="634"/>
                    <a:pt x="729" y="511"/>
                    <a:pt x="679" y="395"/>
                  </a:cubicBezTo>
                  <a:cubicBezTo>
                    <a:pt x="629" y="301"/>
                    <a:pt x="576" y="208"/>
                    <a:pt x="520" y="118"/>
                  </a:cubicBezTo>
                  <a:cubicBezTo>
                    <a:pt x="475" y="41"/>
                    <a:pt x="381" y="0"/>
                    <a:pt x="289"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8"/>
            <p:cNvSpPr/>
            <p:nvPr/>
          </p:nvSpPr>
          <p:spPr>
            <a:xfrm>
              <a:off x="6873300" y="2123650"/>
              <a:ext cx="19400" cy="18700"/>
            </a:xfrm>
            <a:custGeom>
              <a:avLst/>
              <a:gdLst/>
              <a:ahLst/>
              <a:cxnLst/>
              <a:rect l="l" t="t" r="r" b="b"/>
              <a:pathLst>
                <a:path w="776" h="748" extrusionOk="0">
                  <a:moveTo>
                    <a:pt x="388" y="0"/>
                  </a:moveTo>
                  <a:cubicBezTo>
                    <a:pt x="196" y="0"/>
                    <a:pt x="4" y="124"/>
                    <a:pt x="2" y="370"/>
                  </a:cubicBezTo>
                  <a:cubicBezTo>
                    <a:pt x="1" y="621"/>
                    <a:pt x="195" y="748"/>
                    <a:pt x="390" y="748"/>
                  </a:cubicBezTo>
                  <a:cubicBezTo>
                    <a:pt x="581" y="748"/>
                    <a:pt x="773" y="625"/>
                    <a:pt x="774" y="377"/>
                  </a:cubicBezTo>
                  <a:cubicBezTo>
                    <a:pt x="776" y="126"/>
                    <a:pt x="582" y="0"/>
                    <a:pt x="38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8"/>
            <p:cNvSpPr/>
            <p:nvPr/>
          </p:nvSpPr>
          <p:spPr>
            <a:xfrm>
              <a:off x="7029900" y="1905250"/>
              <a:ext cx="26625" cy="36375"/>
            </a:xfrm>
            <a:custGeom>
              <a:avLst/>
              <a:gdLst/>
              <a:ahLst/>
              <a:cxnLst/>
              <a:rect l="l" t="t" r="r" b="b"/>
              <a:pathLst>
                <a:path w="1065" h="1455" extrusionOk="0">
                  <a:moveTo>
                    <a:pt x="648" y="0"/>
                  </a:moveTo>
                  <a:cubicBezTo>
                    <a:pt x="503" y="10"/>
                    <a:pt x="408" y="61"/>
                    <a:pt x="324" y="146"/>
                  </a:cubicBezTo>
                  <a:lnTo>
                    <a:pt x="324" y="146"/>
                  </a:lnTo>
                  <a:cubicBezTo>
                    <a:pt x="0" y="328"/>
                    <a:pt x="9" y="781"/>
                    <a:pt x="83" y="1098"/>
                  </a:cubicBezTo>
                  <a:cubicBezTo>
                    <a:pt x="130" y="1302"/>
                    <a:pt x="340" y="1455"/>
                    <a:pt x="548" y="1455"/>
                  </a:cubicBezTo>
                  <a:cubicBezTo>
                    <a:pt x="587" y="1455"/>
                    <a:pt x="627" y="1449"/>
                    <a:pt x="665" y="1438"/>
                  </a:cubicBezTo>
                  <a:cubicBezTo>
                    <a:pt x="915" y="1364"/>
                    <a:pt x="1064" y="1108"/>
                    <a:pt x="1001" y="855"/>
                  </a:cubicBezTo>
                  <a:lnTo>
                    <a:pt x="1001" y="852"/>
                  </a:lnTo>
                  <a:cubicBezTo>
                    <a:pt x="998" y="842"/>
                    <a:pt x="992" y="762"/>
                    <a:pt x="989" y="762"/>
                  </a:cubicBezTo>
                  <a:cubicBezTo>
                    <a:pt x="988" y="762"/>
                    <a:pt x="988" y="769"/>
                    <a:pt x="988" y="787"/>
                  </a:cubicBezTo>
                  <a:lnTo>
                    <a:pt x="988" y="787"/>
                  </a:lnTo>
                  <a:cubicBezTo>
                    <a:pt x="988" y="741"/>
                    <a:pt x="991" y="695"/>
                    <a:pt x="988" y="646"/>
                  </a:cubicBezTo>
                  <a:lnTo>
                    <a:pt x="974" y="523"/>
                  </a:lnTo>
                  <a:lnTo>
                    <a:pt x="974" y="523"/>
                  </a:lnTo>
                  <a:cubicBezTo>
                    <a:pt x="976" y="547"/>
                    <a:pt x="976" y="559"/>
                    <a:pt x="975" y="559"/>
                  </a:cubicBezTo>
                  <a:cubicBezTo>
                    <a:pt x="974" y="559"/>
                    <a:pt x="970" y="517"/>
                    <a:pt x="961" y="433"/>
                  </a:cubicBezTo>
                  <a:cubicBezTo>
                    <a:pt x="952" y="402"/>
                    <a:pt x="940" y="370"/>
                    <a:pt x="924" y="339"/>
                  </a:cubicBezTo>
                  <a:lnTo>
                    <a:pt x="924" y="339"/>
                  </a:lnTo>
                  <a:cubicBezTo>
                    <a:pt x="913" y="263"/>
                    <a:pt x="890" y="188"/>
                    <a:pt x="855" y="120"/>
                  </a:cubicBezTo>
                  <a:cubicBezTo>
                    <a:pt x="811" y="47"/>
                    <a:pt x="735" y="0"/>
                    <a:pt x="64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8"/>
            <p:cNvSpPr/>
            <p:nvPr/>
          </p:nvSpPr>
          <p:spPr>
            <a:xfrm>
              <a:off x="7102075" y="1927350"/>
              <a:ext cx="28550" cy="24325"/>
            </a:xfrm>
            <a:custGeom>
              <a:avLst/>
              <a:gdLst/>
              <a:ahLst/>
              <a:cxnLst/>
              <a:rect l="l" t="t" r="r" b="b"/>
              <a:pathLst>
                <a:path w="1142" h="973" extrusionOk="0">
                  <a:moveTo>
                    <a:pt x="574" y="0"/>
                  </a:moveTo>
                  <a:cubicBezTo>
                    <a:pt x="447" y="0"/>
                    <a:pt x="325" y="49"/>
                    <a:pt x="233" y="138"/>
                  </a:cubicBezTo>
                  <a:cubicBezTo>
                    <a:pt x="207" y="164"/>
                    <a:pt x="183" y="191"/>
                    <a:pt x="157" y="221"/>
                  </a:cubicBezTo>
                  <a:cubicBezTo>
                    <a:pt x="94" y="291"/>
                    <a:pt x="50" y="374"/>
                    <a:pt x="27" y="464"/>
                  </a:cubicBezTo>
                  <a:cubicBezTo>
                    <a:pt x="0" y="564"/>
                    <a:pt x="14" y="670"/>
                    <a:pt x="64" y="760"/>
                  </a:cubicBezTo>
                  <a:cubicBezTo>
                    <a:pt x="84" y="787"/>
                    <a:pt x="103" y="813"/>
                    <a:pt x="123" y="840"/>
                  </a:cubicBezTo>
                  <a:cubicBezTo>
                    <a:pt x="170" y="886"/>
                    <a:pt x="227" y="923"/>
                    <a:pt x="293" y="940"/>
                  </a:cubicBezTo>
                  <a:cubicBezTo>
                    <a:pt x="352" y="962"/>
                    <a:pt x="416" y="973"/>
                    <a:pt x="480" y="973"/>
                  </a:cubicBezTo>
                  <a:cubicBezTo>
                    <a:pt x="510" y="973"/>
                    <a:pt x="540" y="970"/>
                    <a:pt x="569" y="966"/>
                  </a:cubicBezTo>
                  <a:cubicBezTo>
                    <a:pt x="652" y="966"/>
                    <a:pt x="739" y="946"/>
                    <a:pt x="812" y="903"/>
                  </a:cubicBezTo>
                  <a:cubicBezTo>
                    <a:pt x="885" y="860"/>
                    <a:pt x="945" y="800"/>
                    <a:pt x="988" y="730"/>
                  </a:cubicBezTo>
                  <a:cubicBezTo>
                    <a:pt x="1141" y="457"/>
                    <a:pt x="1005" y="111"/>
                    <a:pt x="706" y="18"/>
                  </a:cubicBezTo>
                  <a:cubicBezTo>
                    <a:pt x="662" y="6"/>
                    <a:pt x="618" y="0"/>
                    <a:pt x="574"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8"/>
            <p:cNvSpPr/>
            <p:nvPr/>
          </p:nvSpPr>
          <p:spPr>
            <a:xfrm>
              <a:off x="7076950" y="1978700"/>
              <a:ext cx="30875" cy="23850"/>
            </a:xfrm>
            <a:custGeom>
              <a:avLst/>
              <a:gdLst/>
              <a:ahLst/>
              <a:cxnLst/>
              <a:rect l="l" t="t" r="r" b="b"/>
              <a:pathLst>
                <a:path w="1235" h="954" extrusionOk="0">
                  <a:moveTo>
                    <a:pt x="408" y="1"/>
                  </a:moveTo>
                  <a:cubicBezTo>
                    <a:pt x="305" y="1"/>
                    <a:pt x="205" y="19"/>
                    <a:pt x="110" y="70"/>
                  </a:cubicBezTo>
                  <a:cubicBezTo>
                    <a:pt x="21" y="120"/>
                    <a:pt x="1" y="216"/>
                    <a:pt x="14" y="310"/>
                  </a:cubicBezTo>
                  <a:cubicBezTo>
                    <a:pt x="41" y="519"/>
                    <a:pt x="227" y="685"/>
                    <a:pt x="383" y="819"/>
                  </a:cubicBezTo>
                  <a:cubicBezTo>
                    <a:pt x="477" y="895"/>
                    <a:pt x="588" y="953"/>
                    <a:pt x="708" y="953"/>
                  </a:cubicBezTo>
                  <a:cubicBezTo>
                    <a:pt x="745" y="953"/>
                    <a:pt x="784" y="948"/>
                    <a:pt x="822" y="935"/>
                  </a:cubicBezTo>
                  <a:cubicBezTo>
                    <a:pt x="932" y="905"/>
                    <a:pt x="1029" y="832"/>
                    <a:pt x="1092" y="732"/>
                  </a:cubicBezTo>
                  <a:cubicBezTo>
                    <a:pt x="1235" y="489"/>
                    <a:pt x="1112" y="140"/>
                    <a:pt x="826" y="67"/>
                  </a:cubicBezTo>
                  <a:lnTo>
                    <a:pt x="826" y="70"/>
                  </a:lnTo>
                  <a:cubicBezTo>
                    <a:pt x="691" y="35"/>
                    <a:pt x="548" y="1"/>
                    <a:pt x="408"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8"/>
            <p:cNvSpPr/>
            <p:nvPr/>
          </p:nvSpPr>
          <p:spPr>
            <a:xfrm>
              <a:off x="7044850" y="1960425"/>
              <a:ext cx="26450" cy="35750"/>
            </a:xfrm>
            <a:custGeom>
              <a:avLst/>
              <a:gdLst/>
              <a:ahLst/>
              <a:cxnLst/>
              <a:rect l="l" t="t" r="r" b="b"/>
              <a:pathLst>
                <a:path w="1058" h="1430" extrusionOk="0">
                  <a:moveTo>
                    <a:pt x="533" y="0"/>
                  </a:moveTo>
                  <a:cubicBezTo>
                    <a:pt x="434" y="0"/>
                    <a:pt x="335" y="58"/>
                    <a:pt x="300" y="172"/>
                  </a:cubicBezTo>
                  <a:cubicBezTo>
                    <a:pt x="230" y="398"/>
                    <a:pt x="160" y="625"/>
                    <a:pt x="90" y="848"/>
                  </a:cubicBezTo>
                  <a:cubicBezTo>
                    <a:pt x="0" y="1134"/>
                    <a:pt x="237" y="1426"/>
                    <a:pt x="526" y="1430"/>
                  </a:cubicBezTo>
                  <a:cubicBezTo>
                    <a:pt x="528" y="1430"/>
                    <a:pt x="529" y="1430"/>
                    <a:pt x="531" y="1430"/>
                  </a:cubicBezTo>
                  <a:cubicBezTo>
                    <a:pt x="818" y="1430"/>
                    <a:pt x="1058" y="1139"/>
                    <a:pt x="972" y="854"/>
                  </a:cubicBezTo>
                  <a:lnTo>
                    <a:pt x="969" y="854"/>
                  </a:lnTo>
                  <a:cubicBezTo>
                    <a:pt x="902" y="628"/>
                    <a:pt x="836" y="402"/>
                    <a:pt x="769" y="176"/>
                  </a:cubicBezTo>
                  <a:cubicBezTo>
                    <a:pt x="734" y="59"/>
                    <a:pt x="634" y="0"/>
                    <a:pt x="53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8"/>
            <p:cNvSpPr/>
            <p:nvPr/>
          </p:nvSpPr>
          <p:spPr>
            <a:xfrm>
              <a:off x="7091925" y="1939350"/>
              <a:ext cx="6175" cy="6025"/>
            </a:xfrm>
            <a:custGeom>
              <a:avLst/>
              <a:gdLst/>
              <a:ahLst/>
              <a:cxnLst/>
              <a:rect l="l" t="t" r="r" b="b"/>
              <a:pathLst>
                <a:path w="247" h="241" extrusionOk="0">
                  <a:moveTo>
                    <a:pt x="124" y="0"/>
                  </a:moveTo>
                  <a:cubicBezTo>
                    <a:pt x="62" y="0"/>
                    <a:pt x="0" y="40"/>
                    <a:pt x="0" y="120"/>
                  </a:cubicBezTo>
                  <a:cubicBezTo>
                    <a:pt x="0" y="200"/>
                    <a:pt x="61" y="240"/>
                    <a:pt x="122" y="240"/>
                  </a:cubicBezTo>
                  <a:cubicBezTo>
                    <a:pt x="183" y="240"/>
                    <a:pt x="245" y="200"/>
                    <a:pt x="247" y="120"/>
                  </a:cubicBezTo>
                  <a:cubicBezTo>
                    <a:pt x="247" y="40"/>
                    <a:pt x="185" y="0"/>
                    <a:pt x="124"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61" name="Google Shape;1761;p8"/>
          <p:cNvGrpSpPr/>
          <p:nvPr/>
        </p:nvGrpSpPr>
        <p:grpSpPr>
          <a:xfrm rot="5400000">
            <a:off x="8235325" y="4768199"/>
            <a:ext cx="2042571" cy="3457796"/>
            <a:chOff x="6699775" y="1851925"/>
            <a:chExt cx="697250" cy="1180350"/>
          </a:xfrm>
        </p:grpSpPr>
        <p:sp>
          <p:nvSpPr>
            <p:cNvPr id="1762" name="Google Shape;1762;p8"/>
            <p:cNvSpPr/>
            <p:nvPr/>
          </p:nvSpPr>
          <p:spPr>
            <a:xfrm>
              <a:off x="7058750" y="2146825"/>
              <a:ext cx="338275" cy="448000"/>
            </a:xfrm>
            <a:custGeom>
              <a:avLst/>
              <a:gdLst/>
              <a:ahLst/>
              <a:cxnLst/>
              <a:rect l="l" t="t" r="r" b="b"/>
              <a:pathLst>
                <a:path w="13531" h="17920" extrusionOk="0">
                  <a:moveTo>
                    <a:pt x="6705" y="1"/>
                  </a:moveTo>
                  <a:cubicBezTo>
                    <a:pt x="6038" y="1"/>
                    <a:pt x="5353" y="141"/>
                    <a:pt x="4674" y="445"/>
                  </a:cubicBezTo>
                  <a:cubicBezTo>
                    <a:pt x="3400" y="1014"/>
                    <a:pt x="2476" y="1973"/>
                    <a:pt x="1885" y="3129"/>
                  </a:cubicBezTo>
                  <a:lnTo>
                    <a:pt x="1885" y="3129"/>
                  </a:lnTo>
                  <a:cubicBezTo>
                    <a:pt x="1533" y="3558"/>
                    <a:pt x="1237" y="4038"/>
                    <a:pt x="1008" y="4553"/>
                  </a:cubicBezTo>
                  <a:cubicBezTo>
                    <a:pt x="0" y="6832"/>
                    <a:pt x="120" y="9554"/>
                    <a:pt x="659" y="11942"/>
                  </a:cubicBezTo>
                  <a:cubicBezTo>
                    <a:pt x="1204" y="14364"/>
                    <a:pt x="2459" y="16813"/>
                    <a:pt x="4950" y="17661"/>
                  </a:cubicBezTo>
                  <a:cubicBezTo>
                    <a:pt x="5471" y="17838"/>
                    <a:pt x="5987" y="17920"/>
                    <a:pt x="6489" y="17920"/>
                  </a:cubicBezTo>
                  <a:cubicBezTo>
                    <a:pt x="8300" y="17920"/>
                    <a:pt x="9939" y="16855"/>
                    <a:pt x="11012" y="15306"/>
                  </a:cubicBezTo>
                  <a:cubicBezTo>
                    <a:pt x="13384" y="11869"/>
                    <a:pt x="13531" y="5941"/>
                    <a:pt x="11125" y="2484"/>
                  </a:cubicBezTo>
                  <a:cubicBezTo>
                    <a:pt x="10058" y="953"/>
                    <a:pt x="8441" y="1"/>
                    <a:pt x="6705"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8"/>
            <p:cNvSpPr/>
            <p:nvPr/>
          </p:nvSpPr>
          <p:spPr>
            <a:xfrm>
              <a:off x="6740200" y="2466975"/>
              <a:ext cx="422700" cy="565300"/>
            </a:xfrm>
            <a:custGeom>
              <a:avLst/>
              <a:gdLst/>
              <a:ahLst/>
              <a:cxnLst/>
              <a:rect l="l" t="t" r="r" b="b"/>
              <a:pathLst>
                <a:path w="16908" h="22612" extrusionOk="0">
                  <a:moveTo>
                    <a:pt x="16593" y="0"/>
                  </a:moveTo>
                  <a:cubicBezTo>
                    <a:pt x="16590" y="0"/>
                    <a:pt x="16588" y="1"/>
                    <a:pt x="16585" y="1"/>
                  </a:cubicBezTo>
                  <a:lnTo>
                    <a:pt x="16585" y="5"/>
                  </a:lnTo>
                  <a:cubicBezTo>
                    <a:pt x="14658" y="301"/>
                    <a:pt x="12935" y="1575"/>
                    <a:pt x="11398" y="2703"/>
                  </a:cubicBezTo>
                  <a:cubicBezTo>
                    <a:pt x="8387" y="4915"/>
                    <a:pt x="5786" y="7633"/>
                    <a:pt x="3706" y="10737"/>
                  </a:cubicBezTo>
                  <a:cubicBezTo>
                    <a:pt x="2638" y="12327"/>
                    <a:pt x="1647" y="14034"/>
                    <a:pt x="958" y="15827"/>
                  </a:cubicBezTo>
                  <a:cubicBezTo>
                    <a:pt x="293" y="17547"/>
                    <a:pt x="0" y="19603"/>
                    <a:pt x="1171" y="21177"/>
                  </a:cubicBezTo>
                  <a:cubicBezTo>
                    <a:pt x="1640" y="21809"/>
                    <a:pt x="2306" y="22331"/>
                    <a:pt x="3077" y="22531"/>
                  </a:cubicBezTo>
                  <a:cubicBezTo>
                    <a:pt x="3290" y="22585"/>
                    <a:pt x="3502" y="22611"/>
                    <a:pt x="3711" y="22611"/>
                  </a:cubicBezTo>
                  <a:cubicBezTo>
                    <a:pt x="4296" y="22611"/>
                    <a:pt x="4863" y="22411"/>
                    <a:pt x="5370" y="22075"/>
                  </a:cubicBezTo>
                  <a:cubicBezTo>
                    <a:pt x="6135" y="21569"/>
                    <a:pt x="6800" y="20884"/>
                    <a:pt x="7449" y="20239"/>
                  </a:cubicBezTo>
                  <a:cubicBezTo>
                    <a:pt x="8118" y="19570"/>
                    <a:pt x="8760" y="18875"/>
                    <a:pt x="9375" y="18153"/>
                  </a:cubicBezTo>
                  <a:cubicBezTo>
                    <a:pt x="10600" y="16712"/>
                    <a:pt x="11701" y="15169"/>
                    <a:pt x="12666" y="13542"/>
                  </a:cubicBezTo>
                  <a:cubicBezTo>
                    <a:pt x="14582" y="10315"/>
                    <a:pt x="16066" y="6695"/>
                    <a:pt x="16741" y="2995"/>
                  </a:cubicBezTo>
                  <a:cubicBezTo>
                    <a:pt x="16824" y="2543"/>
                    <a:pt x="16877" y="2087"/>
                    <a:pt x="16904" y="1628"/>
                  </a:cubicBezTo>
                  <a:cubicBezTo>
                    <a:pt x="16908" y="1567"/>
                    <a:pt x="16857" y="1533"/>
                    <a:pt x="16806" y="1533"/>
                  </a:cubicBezTo>
                  <a:cubicBezTo>
                    <a:pt x="16765" y="1533"/>
                    <a:pt x="16724" y="1554"/>
                    <a:pt x="16711" y="1601"/>
                  </a:cubicBezTo>
                  <a:cubicBezTo>
                    <a:pt x="16222" y="3335"/>
                    <a:pt x="15886" y="5098"/>
                    <a:pt x="15307" y="6811"/>
                  </a:cubicBezTo>
                  <a:cubicBezTo>
                    <a:pt x="14722" y="8535"/>
                    <a:pt x="14003" y="10211"/>
                    <a:pt x="13155" y="11825"/>
                  </a:cubicBezTo>
                  <a:cubicBezTo>
                    <a:pt x="11494" y="14999"/>
                    <a:pt x="9349" y="17940"/>
                    <a:pt x="6790" y="20445"/>
                  </a:cubicBezTo>
                  <a:cubicBezTo>
                    <a:pt x="6135" y="21087"/>
                    <a:pt x="5443" y="21829"/>
                    <a:pt x="4571" y="22172"/>
                  </a:cubicBezTo>
                  <a:cubicBezTo>
                    <a:pt x="4295" y="22279"/>
                    <a:pt x="4012" y="22329"/>
                    <a:pt x="3732" y="22329"/>
                  </a:cubicBezTo>
                  <a:cubicBezTo>
                    <a:pt x="3188" y="22329"/>
                    <a:pt x="2651" y="22141"/>
                    <a:pt x="2186" y="21816"/>
                  </a:cubicBezTo>
                  <a:cubicBezTo>
                    <a:pt x="492" y="20631"/>
                    <a:pt x="366" y="18492"/>
                    <a:pt x="918" y="16666"/>
                  </a:cubicBezTo>
                  <a:cubicBezTo>
                    <a:pt x="1461" y="14876"/>
                    <a:pt x="2439" y="13179"/>
                    <a:pt x="3433" y="11605"/>
                  </a:cubicBezTo>
                  <a:cubicBezTo>
                    <a:pt x="5466" y="8398"/>
                    <a:pt x="8044" y="5570"/>
                    <a:pt x="11055" y="3255"/>
                  </a:cubicBezTo>
                  <a:cubicBezTo>
                    <a:pt x="11864" y="2633"/>
                    <a:pt x="12705" y="2051"/>
                    <a:pt x="13574" y="1508"/>
                  </a:cubicBezTo>
                  <a:cubicBezTo>
                    <a:pt x="14525" y="919"/>
                    <a:pt x="15503" y="334"/>
                    <a:pt x="16608" y="94"/>
                  </a:cubicBezTo>
                  <a:cubicBezTo>
                    <a:pt x="16665" y="82"/>
                    <a:pt x="16644" y="0"/>
                    <a:pt x="1659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8"/>
            <p:cNvSpPr/>
            <p:nvPr/>
          </p:nvSpPr>
          <p:spPr>
            <a:xfrm>
              <a:off x="6699775" y="2329000"/>
              <a:ext cx="431150" cy="208625"/>
            </a:xfrm>
            <a:custGeom>
              <a:avLst/>
              <a:gdLst/>
              <a:ahLst/>
              <a:cxnLst/>
              <a:rect l="l" t="t" r="r" b="b"/>
              <a:pathLst>
                <a:path w="17246" h="8345" extrusionOk="0">
                  <a:moveTo>
                    <a:pt x="7358" y="0"/>
                  </a:moveTo>
                  <a:cubicBezTo>
                    <a:pt x="5172" y="0"/>
                    <a:pt x="2879" y="511"/>
                    <a:pt x="1314" y="2114"/>
                  </a:cubicBezTo>
                  <a:cubicBezTo>
                    <a:pt x="556" y="2889"/>
                    <a:pt x="0" y="3967"/>
                    <a:pt x="43" y="5071"/>
                  </a:cubicBezTo>
                  <a:cubicBezTo>
                    <a:pt x="87" y="6142"/>
                    <a:pt x="735" y="7044"/>
                    <a:pt x="1627" y="7593"/>
                  </a:cubicBezTo>
                  <a:cubicBezTo>
                    <a:pt x="2625" y="8210"/>
                    <a:pt x="3823" y="8344"/>
                    <a:pt x="4977" y="8344"/>
                  </a:cubicBezTo>
                  <a:cubicBezTo>
                    <a:pt x="5081" y="8344"/>
                    <a:pt x="5184" y="8343"/>
                    <a:pt x="5287" y="8341"/>
                  </a:cubicBezTo>
                  <a:cubicBezTo>
                    <a:pt x="6544" y="8315"/>
                    <a:pt x="7795" y="8152"/>
                    <a:pt x="9019" y="7852"/>
                  </a:cubicBezTo>
                  <a:cubicBezTo>
                    <a:pt x="11731" y="7197"/>
                    <a:pt x="14369" y="5916"/>
                    <a:pt x="16405" y="3990"/>
                  </a:cubicBezTo>
                  <a:cubicBezTo>
                    <a:pt x="16440" y="3957"/>
                    <a:pt x="16409" y="3896"/>
                    <a:pt x="16370" y="3896"/>
                  </a:cubicBezTo>
                  <a:cubicBezTo>
                    <a:pt x="16361" y="3896"/>
                    <a:pt x="16351" y="3899"/>
                    <a:pt x="16342" y="3907"/>
                  </a:cubicBezTo>
                  <a:lnTo>
                    <a:pt x="16342" y="3903"/>
                  </a:lnTo>
                  <a:cubicBezTo>
                    <a:pt x="14466" y="5334"/>
                    <a:pt x="12406" y="6495"/>
                    <a:pt x="10147" y="7194"/>
                  </a:cubicBezTo>
                  <a:cubicBezTo>
                    <a:pt x="9009" y="7546"/>
                    <a:pt x="7842" y="7783"/>
                    <a:pt x="6661" y="7899"/>
                  </a:cubicBezTo>
                  <a:cubicBezTo>
                    <a:pt x="6100" y="7953"/>
                    <a:pt x="5523" y="7996"/>
                    <a:pt x="4947" y="7996"/>
                  </a:cubicBezTo>
                  <a:cubicBezTo>
                    <a:pt x="4280" y="7996"/>
                    <a:pt x="3615" y="7938"/>
                    <a:pt x="2978" y="7773"/>
                  </a:cubicBezTo>
                  <a:cubicBezTo>
                    <a:pt x="1920" y="7496"/>
                    <a:pt x="865" y="6814"/>
                    <a:pt x="519" y="5727"/>
                  </a:cubicBezTo>
                  <a:cubicBezTo>
                    <a:pt x="170" y="4635"/>
                    <a:pt x="639" y="3438"/>
                    <a:pt x="1351" y="2596"/>
                  </a:cubicBezTo>
                  <a:cubicBezTo>
                    <a:pt x="2808" y="871"/>
                    <a:pt x="5178" y="337"/>
                    <a:pt x="7361" y="337"/>
                  </a:cubicBezTo>
                  <a:cubicBezTo>
                    <a:pt x="7565" y="337"/>
                    <a:pt x="7768" y="341"/>
                    <a:pt x="7968" y="350"/>
                  </a:cubicBezTo>
                  <a:cubicBezTo>
                    <a:pt x="9525" y="420"/>
                    <a:pt x="11069" y="693"/>
                    <a:pt x="12599" y="949"/>
                  </a:cubicBezTo>
                  <a:cubicBezTo>
                    <a:pt x="13361" y="1076"/>
                    <a:pt x="14123" y="1209"/>
                    <a:pt x="14885" y="1348"/>
                  </a:cubicBezTo>
                  <a:cubicBezTo>
                    <a:pt x="15630" y="1485"/>
                    <a:pt x="16382" y="1668"/>
                    <a:pt x="17137" y="1691"/>
                  </a:cubicBezTo>
                  <a:cubicBezTo>
                    <a:pt x="17138" y="1691"/>
                    <a:pt x="17139" y="1691"/>
                    <a:pt x="17141" y="1691"/>
                  </a:cubicBezTo>
                  <a:cubicBezTo>
                    <a:pt x="17237" y="1691"/>
                    <a:pt x="17246" y="1558"/>
                    <a:pt x="17164" y="1528"/>
                  </a:cubicBezTo>
                  <a:cubicBezTo>
                    <a:pt x="16442" y="1255"/>
                    <a:pt x="15667" y="1149"/>
                    <a:pt x="14908" y="1009"/>
                  </a:cubicBezTo>
                  <a:cubicBezTo>
                    <a:pt x="14173" y="876"/>
                    <a:pt x="13434" y="746"/>
                    <a:pt x="12692" y="623"/>
                  </a:cubicBezTo>
                  <a:cubicBezTo>
                    <a:pt x="11238" y="380"/>
                    <a:pt x="9778" y="124"/>
                    <a:pt x="8304" y="31"/>
                  </a:cubicBezTo>
                  <a:cubicBezTo>
                    <a:pt x="7993" y="11"/>
                    <a:pt x="7676" y="0"/>
                    <a:pt x="735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8"/>
            <p:cNvSpPr/>
            <p:nvPr/>
          </p:nvSpPr>
          <p:spPr>
            <a:xfrm>
              <a:off x="6772450" y="2037250"/>
              <a:ext cx="409575" cy="325700"/>
            </a:xfrm>
            <a:custGeom>
              <a:avLst/>
              <a:gdLst/>
              <a:ahLst/>
              <a:cxnLst/>
              <a:rect l="l" t="t" r="r" b="b"/>
              <a:pathLst>
                <a:path w="16383" h="13028" extrusionOk="0">
                  <a:moveTo>
                    <a:pt x="4832" y="1"/>
                  </a:moveTo>
                  <a:cubicBezTo>
                    <a:pt x="4410" y="1"/>
                    <a:pt x="3983" y="50"/>
                    <a:pt x="3554" y="157"/>
                  </a:cubicBezTo>
                  <a:cubicBezTo>
                    <a:pt x="1621" y="639"/>
                    <a:pt x="1" y="2668"/>
                    <a:pt x="553" y="4718"/>
                  </a:cubicBezTo>
                  <a:cubicBezTo>
                    <a:pt x="859" y="5856"/>
                    <a:pt x="1841" y="6597"/>
                    <a:pt x="2742" y="7266"/>
                  </a:cubicBezTo>
                  <a:cubicBezTo>
                    <a:pt x="3833" y="8071"/>
                    <a:pt x="4965" y="8820"/>
                    <a:pt x="6136" y="9502"/>
                  </a:cubicBezTo>
                  <a:cubicBezTo>
                    <a:pt x="8771" y="11039"/>
                    <a:pt x="11595" y="12223"/>
                    <a:pt x="14539" y="13025"/>
                  </a:cubicBezTo>
                  <a:cubicBezTo>
                    <a:pt x="14546" y="13027"/>
                    <a:pt x="14553" y="13028"/>
                    <a:pt x="14559" y="13028"/>
                  </a:cubicBezTo>
                  <a:cubicBezTo>
                    <a:pt x="14627" y="13028"/>
                    <a:pt x="14649" y="12920"/>
                    <a:pt x="14573" y="12899"/>
                  </a:cubicBezTo>
                  <a:cubicBezTo>
                    <a:pt x="12147" y="12107"/>
                    <a:pt x="9779" y="11102"/>
                    <a:pt x="7540" y="9868"/>
                  </a:cubicBezTo>
                  <a:cubicBezTo>
                    <a:pt x="6425" y="9252"/>
                    <a:pt x="5331" y="8600"/>
                    <a:pt x="4276" y="7882"/>
                  </a:cubicBezTo>
                  <a:cubicBezTo>
                    <a:pt x="3298" y="7216"/>
                    <a:pt x="2170" y="6531"/>
                    <a:pt x="1435" y="5586"/>
                  </a:cubicBezTo>
                  <a:cubicBezTo>
                    <a:pt x="41" y="3793"/>
                    <a:pt x="1375" y="1278"/>
                    <a:pt x="3334" y="622"/>
                  </a:cubicBezTo>
                  <a:cubicBezTo>
                    <a:pt x="3839" y="454"/>
                    <a:pt x="4345" y="379"/>
                    <a:pt x="4845" y="379"/>
                  </a:cubicBezTo>
                  <a:cubicBezTo>
                    <a:pt x="6789" y="379"/>
                    <a:pt x="8655" y="1519"/>
                    <a:pt x="10081" y="2791"/>
                  </a:cubicBezTo>
                  <a:cubicBezTo>
                    <a:pt x="12061" y="4558"/>
                    <a:pt x="13731" y="7023"/>
                    <a:pt x="16283" y="8005"/>
                  </a:cubicBezTo>
                  <a:cubicBezTo>
                    <a:pt x="16291" y="8008"/>
                    <a:pt x="16298" y="8009"/>
                    <a:pt x="16305" y="8009"/>
                  </a:cubicBezTo>
                  <a:cubicBezTo>
                    <a:pt x="16360" y="8009"/>
                    <a:pt x="16383" y="7924"/>
                    <a:pt x="16333" y="7892"/>
                  </a:cubicBezTo>
                  <a:cubicBezTo>
                    <a:pt x="15181" y="7150"/>
                    <a:pt x="14137" y="6285"/>
                    <a:pt x="13162" y="5327"/>
                  </a:cubicBezTo>
                  <a:cubicBezTo>
                    <a:pt x="12217" y="4398"/>
                    <a:pt x="11332" y="3414"/>
                    <a:pt x="10348" y="2532"/>
                  </a:cubicBezTo>
                  <a:cubicBezTo>
                    <a:pt x="8834" y="1176"/>
                    <a:pt x="6894" y="1"/>
                    <a:pt x="483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8"/>
            <p:cNvSpPr/>
            <p:nvPr/>
          </p:nvSpPr>
          <p:spPr>
            <a:xfrm>
              <a:off x="6980725" y="1851925"/>
              <a:ext cx="200800" cy="465525"/>
            </a:xfrm>
            <a:custGeom>
              <a:avLst/>
              <a:gdLst/>
              <a:ahLst/>
              <a:cxnLst/>
              <a:rect l="l" t="t" r="r" b="b"/>
              <a:pathLst>
                <a:path w="8032" h="18621" extrusionOk="0">
                  <a:moveTo>
                    <a:pt x="3742" y="356"/>
                  </a:moveTo>
                  <a:cubicBezTo>
                    <a:pt x="4730" y="356"/>
                    <a:pt x="5598" y="1049"/>
                    <a:pt x="6168" y="1827"/>
                  </a:cubicBezTo>
                  <a:cubicBezTo>
                    <a:pt x="7662" y="3863"/>
                    <a:pt x="7669" y="6708"/>
                    <a:pt x="7672" y="9127"/>
                  </a:cubicBezTo>
                  <a:cubicBezTo>
                    <a:pt x="7675" y="11298"/>
                    <a:pt x="7599" y="13470"/>
                    <a:pt x="7549" y="15643"/>
                  </a:cubicBezTo>
                  <a:lnTo>
                    <a:pt x="7549" y="15643"/>
                  </a:lnTo>
                  <a:cubicBezTo>
                    <a:pt x="7548" y="15631"/>
                    <a:pt x="7543" y="15619"/>
                    <a:pt x="7533" y="15607"/>
                  </a:cubicBezTo>
                  <a:cubicBezTo>
                    <a:pt x="5852" y="13731"/>
                    <a:pt x="4532" y="11559"/>
                    <a:pt x="3361" y="9336"/>
                  </a:cubicBezTo>
                  <a:cubicBezTo>
                    <a:pt x="2772" y="8222"/>
                    <a:pt x="2166" y="7094"/>
                    <a:pt x="1697" y="5926"/>
                  </a:cubicBezTo>
                  <a:cubicBezTo>
                    <a:pt x="1255" y="4822"/>
                    <a:pt x="965" y="3581"/>
                    <a:pt x="1335" y="2416"/>
                  </a:cubicBezTo>
                  <a:cubicBezTo>
                    <a:pt x="1631" y="1481"/>
                    <a:pt x="2336" y="586"/>
                    <a:pt x="3344" y="393"/>
                  </a:cubicBezTo>
                  <a:cubicBezTo>
                    <a:pt x="3478" y="368"/>
                    <a:pt x="3611" y="356"/>
                    <a:pt x="3742" y="356"/>
                  </a:cubicBezTo>
                  <a:close/>
                  <a:moveTo>
                    <a:pt x="3741" y="0"/>
                  </a:moveTo>
                  <a:cubicBezTo>
                    <a:pt x="2794" y="0"/>
                    <a:pt x="1966" y="558"/>
                    <a:pt x="1451" y="1338"/>
                  </a:cubicBezTo>
                  <a:cubicBezTo>
                    <a:pt x="0" y="3521"/>
                    <a:pt x="1335" y="6112"/>
                    <a:pt x="2389" y="8142"/>
                  </a:cubicBezTo>
                  <a:cubicBezTo>
                    <a:pt x="3793" y="10843"/>
                    <a:pt x="5347" y="13468"/>
                    <a:pt x="7436" y="15701"/>
                  </a:cubicBezTo>
                  <a:cubicBezTo>
                    <a:pt x="7450" y="15715"/>
                    <a:pt x="7466" y="15722"/>
                    <a:pt x="7481" y="15722"/>
                  </a:cubicBezTo>
                  <a:cubicBezTo>
                    <a:pt x="7514" y="15722"/>
                    <a:pt x="7543" y="15694"/>
                    <a:pt x="7549" y="15662"/>
                  </a:cubicBezTo>
                  <a:lnTo>
                    <a:pt x="7549" y="15662"/>
                  </a:lnTo>
                  <a:cubicBezTo>
                    <a:pt x="7528" y="16618"/>
                    <a:pt x="7511" y="17575"/>
                    <a:pt x="7509" y="18532"/>
                  </a:cubicBezTo>
                  <a:cubicBezTo>
                    <a:pt x="7509" y="18591"/>
                    <a:pt x="7552" y="18620"/>
                    <a:pt x="7596" y="18620"/>
                  </a:cubicBezTo>
                  <a:cubicBezTo>
                    <a:pt x="7641" y="18620"/>
                    <a:pt x="7687" y="18590"/>
                    <a:pt x="7692" y="18532"/>
                  </a:cubicBezTo>
                  <a:cubicBezTo>
                    <a:pt x="8005" y="15478"/>
                    <a:pt x="8015" y="12387"/>
                    <a:pt x="8015" y="9320"/>
                  </a:cubicBezTo>
                  <a:cubicBezTo>
                    <a:pt x="8015" y="6768"/>
                    <a:pt x="8032" y="3757"/>
                    <a:pt x="6441" y="1608"/>
                  </a:cubicBezTo>
                  <a:cubicBezTo>
                    <a:pt x="5839" y="793"/>
                    <a:pt x="4974" y="87"/>
                    <a:pt x="3929" y="8"/>
                  </a:cubicBezTo>
                  <a:cubicBezTo>
                    <a:pt x="3866" y="3"/>
                    <a:pt x="3803" y="0"/>
                    <a:pt x="3741"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8"/>
            <p:cNvSpPr/>
            <p:nvPr/>
          </p:nvSpPr>
          <p:spPr>
            <a:xfrm>
              <a:off x="7074200" y="2519625"/>
              <a:ext cx="165225" cy="466775"/>
            </a:xfrm>
            <a:custGeom>
              <a:avLst/>
              <a:gdLst/>
              <a:ahLst/>
              <a:cxnLst/>
              <a:rect l="l" t="t" r="r" b="b"/>
              <a:pathLst>
                <a:path w="6609" h="18671" extrusionOk="0">
                  <a:moveTo>
                    <a:pt x="5513" y="0"/>
                  </a:moveTo>
                  <a:cubicBezTo>
                    <a:pt x="5445" y="0"/>
                    <a:pt x="5374" y="58"/>
                    <a:pt x="5390" y="148"/>
                  </a:cubicBezTo>
                  <a:cubicBezTo>
                    <a:pt x="5816" y="2543"/>
                    <a:pt x="6036" y="4982"/>
                    <a:pt x="5903" y="7413"/>
                  </a:cubicBezTo>
                  <a:cubicBezTo>
                    <a:pt x="5763" y="9845"/>
                    <a:pt x="5287" y="12241"/>
                    <a:pt x="4485" y="14540"/>
                  </a:cubicBezTo>
                  <a:cubicBezTo>
                    <a:pt x="4279" y="15125"/>
                    <a:pt x="4053" y="15704"/>
                    <a:pt x="3803" y="16273"/>
                  </a:cubicBezTo>
                  <a:cubicBezTo>
                    <a:pt x="3584" y="16775"/>
                    <a:pt x="3374" y="17314"/>
                    <a:pt x="3018" y="17740"/>
                  </a:cubicBezTo>
                  <a:cubicBezTo>
                    <a:pt x="2782" y="18022"/>
                    <a:pt x="2479" y="18220"/>
                    <a:pt x="2166" y="18220"/>
                  </a:cubicBezTo>
                  <a:cubicBezTo>
                    <a:pt x="1976" y="18220"/>
                    <a:pt x="1782" y="18147"/>
                    <a:pt x="1598" y="17976"/>
                  </a:cubicBezTo>
                  <a:cubicBezTo>
                    <a:pt x="1185" y="17600"/>
                    <a:pt x="919" y="17022"/>
                    <a:pt x="756" y="16496"/>
                  </a:cubicBezTo>
                  <a:cubicBezTo>
                    <a:pt x="413" y="15405"/>
                    <a:pt x="447" y="14220"/>
                    <a:pt x="613" y="13099"/>
                  </a:cubicBezTo>
                  <a:cubicBezTo>
                    <a:pt x="799" y="11848"/>
                    <a:pt x="1129" y="10617"/>
                    <a:pt x="1511" y="9416"/>
                  </a:cubicBezTo>
                  <a:cubicBezTo>
                    <a:pt x="2423" y="6545"/>
                    <a:pt x="3564" y="3741"/>
                    <a:pt x="4612" y="919"/>
                  </a:cubicBezTo>
                  <a:cubicBezTo>
                    <a:pt x="4636" y="859"/>
                    <a:pt x="4587" y="820"/>
                    <a:pt x="4536" y="820"/>
                  </a:cubicBezTo>
                  <a:cubicBezTo>
                    <a:pt x="4503" y="820"/>
                    <a:pt x="4468" y="837"/>
                    <a:pt x="4452" y="876"/>
                  </a:cubicBezTo>
                  <a:cubicBezTo>
                    <a:pt x="3371" y="3574"/>
                    <a:pt x="2207" y="6259"/>
                    <a:pt x="1268" y="9014"/>
                  </a:cubicBezTo>
                  <a:cubicBezTo>
                    <a:pt x="823" y="10328"/>
                    <a:pt x="433" y="11675"/>
                    <a:pt x="224" y="13046"/>
                  </a:cubicBezTo>
                  <a:cubicBezTo>
                    <a:pt x="51" y="14187"/>
                    <a:pt x="1" y="15378"/>
                    <a:pt x="320" y="16499"/>
                  </a:cubicBezTo>
                  <a:cubicBezTo>
                    <a:pt x="562" y="17344"/>
                    <a:pt x="1149" y="18671"/>
                    <a:pt x="2188" y="18671"/>
                  </a:cubicBezTo>
                  <a:cubicBezTo>
                    <a:pt x="2238" y="18671"/>
                    <a:pt x="2288" y="18668"/>
                    <a:pt x="2340" y="18662"/>
                  </a:cubicBezTo>
                  <a:cubicBezTo>
                    <a:pt x="3414" y="18529"/>
                    <a:pt x="3930" y="17211"/>
                    <a:pt x="4303" y="16359"/>
                  </a:cubicBezTo>
                  <a:cubicBezTo>
                    <a:pt x="5337" y="13974"/>
                    <a:pt x="6009" y="11446"/>
                    <a:pt x="6289" y="8861"/>
                  </a:cubicBezTo>
                  <a:cubicBezTo>
                    <a:pt x="6608" y="5930"/>
                    <a:pt x="6458" y="2922"/>
                    <a:pt x="5620" y="84"/>
                  </a:cubicBezTo>
                  <a:cubicBezTo>
                    <a:pt x="5603" y="26"/>
                    <a:pt x="5558" y="0"/>
                    <a:pt x="551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8"/>
            <p:cNvSpPr/>
            <p:nvPr/>
          </p:nvSpPr>
          <p:spPr>
            <a:xfrm>
              <a:off x="6861950" y="2878175"/>
              <a:ext cx="21900" cy="17125"/>
            </a:xfrm>
            <a:custGeom>
              <a:avLst/>
              <a:gdLst/>
              <a:ahLst/>
              <a:cxnLst/>
              <a:rect l="l" t="t" r="r" b="b"/>
              <a:pathLst>
                <a:path w="876" h="685" extrusionOk="0">
                  <a:moveTo>
                    <a:pt x="356" y="0"/>
                  </a:moveTo>
                  <a:cubicBezTo>
                    <a:pt x="280" y="0"/>
                    <a:pt x="186" y="49"/>
                    <a:pt x="134" y="101"/>
                  </a:cubicBezTo>
                  <a:cubicBezTo>
                    <a:pt x="1" y="234"/>
                    <a:pt x="1" y="451"/>
                    <a:pt x="130" y="584"/>
                  </a:cubicBezTo>
                  <a:cubicBezTo>
                    <a:pt x="188" y="636"/>
                    <a:pt x="269" y="685"/>
                    <a:pt x="351" y="685"/>
                  </a:cubicBezTo>
                  <a:cubicBezTo>
                    <a:pt x="358" y="685"/>
                    <a:pt x="366" y="684"/>
                    <a:pt x="373" y="683"/>
                  </a:cubicBezTo>
                  <a:cubicBezTo>
                    <a:pt x="436" y="677"/>
                    <a:pt x="500" y="670"/>
                    <a:pt x="566" y="663"/>
                  </a:cubicBezTo>
                  <a:cubicBezTo>
                    <a:pt x="716" y="643"/>
                    <a:pt x="876" y="514"/>
                    <a:pt x="869" y="347"/>
                  </a:cubicBezTo>
                  <a:cubicBezTo>
                    <a:pt x="862" y="198"/>
                    <a:pt x="756" y="71"/>
                    <a:pt x="613" y="35"/>
                  </a:cubicBezTo>
                  <a:cubicBezTo>
                    <a:pt x="536" y="18"/>
                    <a:pt x="456" y="8"/>
                    <a:pt x="377" y="1"/>
                  </a:cubicBezTo>
                  <a:cubicBezTo>
                    <a:pt x="370" y="1"/>
                    <a:pt x="363" y="0"/>
                    <a:pt x="35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8"/>
            <p:cNvSpPr/>
            <p:nvPr/>
          </p:nvSpPr>
          <p:spPr>
            <a:xfrm>
              <a:off x="6893150" y="2909575"/>
              <a:ext cx="16325" cy="15825"/>
            </a:xfrm>
            <a:custGeom>
              <a:avLst/>
              <a:gdLst/>
              <a:ahLst/>
              <a:cxnLst/>
              <a:rect l="l" t="t" r="r" b="b"/>
              <a:pathLst>
                <a:path w="653" h="633" extrusionOk="0">
                  <a:moveTo>
                    <a:pt x="348" y="0"/>
                  </a:moveTo>
                  <a:cubicBezTo>
                    <a:pt x="332" y="0"/>
                    <a:pt x="315" y="2"/>
                    <a:pt x="300" y="6"/>
                  </a:cubicBezTo>
                  <a:cubicBezTo>
                    <a:pt x="270" y="6"/>
                    <a:pt x="243" y="13"/>
                    <a:pt x="220" y="26"/>
                  </a:cubicBezTo>
                  <a:cubicBezTo>
                    <a:pt x="180" y="40"/>
                    <a:pt x="143" y="63"/>
                    <a:pt x="117" y="93"/>
                  </a:cubicBezTo>
                  <a:cubicBezTo>
                    <a:pt x="107" y="99"/>
                    <a:pt x="100" y="106"/>
                    <a:pt x="90" y="113"/>
                  </a:cubicBezTo>
                  <a:cubicBezTo>
                    <a:pt x="70" y="129"/>
                    <a:pt x="53" y="153"/>
                    <a:pt x="40" y="176"/>
                  </a:cubicBezTo>
                  <a:cubicBezTo>
                    <a:pt x="14" y="219"/>
                    <a:pt x="0" y="266"/>
                    <a:pt x="0" y="316"/>
                  </a:cubicBezTo>
                  <a:cubicBezTo>
                    <a:pt x="4" y="362"/>
                    <a:pt x="14" y="409"/>
                    <a:pt x="37" y="452"/>
                  </a:cubicBezTo>
                  <a:cubicBezTo>
                    <a:pt x="50" y="475"/>
                    <a:pt x="67" y="499"/>
                    <a:pt x="83" y="515"/>
                  </a:cubicBezTo>
                  <a:cubicBezTo>
                    <a:pt x="93" y="525"/>
                    <a:pt x="103" y="532"/>
                    <a:pt x="113" y="539"/>
                  </a:cubicBezTo>
                  <a:lnTo>
                    <a:pt x="177" y="588"/>
                  </a:lnTo>
                  <a:lnTo>
                    <a:pt x="253" y="622"/>
                  </a:lnTo>
                  <a:cubicBezTo>
                    <a:pt x="276" y="630"/>
                    <a:pt x="301" y="633"/>
                    <a:pt x="325" y="633"/>
                  </a:cubicBezTo>
                  <a:cubicBezTo>
                    <a:pt x="342" y="633"/>
                    <a:pt x="360" y="631"/>
                    <a:pt x="376" y="628"/>
                  </a:cubicBezTo>
                  <a:cubicBezTo>
                    <a:pt x="406" y="628"/>
                    <a:pt x="433" y="622"/>
                    <a:pt x="456" y="605"/>
                  </a:cubicBezTo>
                  <a:cubicBezTo>
                    <a:pt x="483" y="598"/>
                    <a:pt x="506" y="585"/>
                    <a:pt x="526" y="565"/>
                  </a:cubicBezTo>
                  <a:cubicBezTo>
                    <a:pt x="549" y="552"/>
                    <a:pt x="569" y="532"/>
                    <a:pt x="582" y="509"/>
                  </a:cubicBezTo>
                  <a:cubicBezTo>
                    <a:pt x="629" y="455"/>
                    <a:pt x="652" y="389"/>
                    <a:pt x="652" y="319"/>
                  </a:cubicBezTo>
                  <a:cubicBezTo>
                    <a:pt x="652" y="262"/>
                    <a:pt x="636" y="209"/>
                    <a:pt x="612" y="159"/>
                  </a:cubicBezTo>
                  <a:cubicBezTo>
                    <a:pt x="582" y="113"/>
                    <a:pt x="546" y="73"/>
                    <a:pt x="499" y="46"/>
                  </a:cubicBezTo>
                  <a:lnTo>
                    <a:pt x="423" y="13"/>
                  </a:lnTo>
                  <a:cubicBezTo>
                    <a:pt x="399" y="5"/>
                    <a:pt x="373" y="0"/>
                    <a:pt x="34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8"/>
            <p:cNvSpPr/>
            <p:nvPr/>
          </p:nvSpPr>
          <p:spPr>
            <a:xfrm>
              <a:off x="6845325" y="2953025"/>
              <a:ext cx="24550" cy="27500"/>
            </a:xfrm>
            <a:custGeom>
              <a:avLst/>
              <a:gdLst/>
              <a:ahLst/>
              <a:cxnLst/>
              <a:rect l="l" t="t" r="r" b="b"/>
              <a:pathLst>
                <a:path w="982" h="1100" extrusionOk="0">
                  <a:moveTo>
                    <a:pt x="622" y="1"/>
                  </a:moveTo>
                  <a:cubicBezTo>
                    <a:pt x="580" y="1"/>
                    <a:pt x="537" y="13"/>
                    <a:pt x="499" y="42"/>
                  </a:cubicBezTo>
                  <a:cubicBezTo>
                    <a:pt x="389" y="121"/>
                    <a:pt x="283" y="211"/>
                    <a:pt x="183" y="308"/>
                  </a:cubicBezTo>
                  <a:cubicBezTo>
                    <a:pt x="0" y="484"/>
                    <a:pt x="0" y="780"/>
                    <a:pt x="180" y="960"/>
                  </a:cubicBezTo>
                  <a:cubicBezTo>
                    <a:pt x="271" y="1052"/>
                    <a:pt x="391" y="1099"/>
                    <a:pt x="511" y="1099"/>
                  </a:cubicBezTo>
                  <a:cubicBezTo>
                    <a:pt x="628" y="1099"/>
                    <a:pt x="745" y="1055"/>
                    <a:pt x="835" y="966"/>
                  </a:cubicBezTo>
                  <a:cubicBezTo>
                    <a:pt x="962" y="843"/>
                    <a:pt x="982" y="687"/>
                    <a:pt x="958" y="517"/>
                  </a:cubicBezTo>
                  <a:cubicBezTo>
                    <a:pt x="942" y="411"/>
                    <a:pt x="918" y="304"/>
                    <a:pt x="885" y="201"/>
                  </a:cubicBezTo>
                  <a:cubicBezTo>
                    <a:pt x="853" y="94"/>
                    <a:pt x="738" y="1"/>
                    <a:pt x="62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8"/>
            <p:cNvSpPr/>
            <p:nvPr/>
          </p:nvSpPr>
          <p:spPr>
            <a:xfrm>
              <a:off x="7123700" y="2872175"/>
              <a:ext cx="20325" cy="20600"/>
            </a:xfrm>
            <a:custGeom>
              <a:avLst/>
              <a:gdLst/>
              <a:ahLst/>
              <a:cxnLst/>
              <a:rect l="l" t="t" r="r" b="b"/>
              <a:pathLst>
                <a:path w="813" h="824" extrusionOk="0">
                  <a:moveTo>
                    <a:pt x="405" y="0"/>
                  </a:moveTo>
                  <a:cubicBezTo>
                    <a:pt x="344" y="0"/>
                    <a:pt x="283" y="16"/>
                    <a:pt x="230" y="48"/>
                  </a:cubicBezTo>
                  <a:lnTo>
                    <a:pt x="203" y="65"/>
                  </a:lnTo>
                  <a:cubicBezTo>
                    <a:pt x="157" y="88"/>
                    <a:pt x="120" y="125"/>
                    <a:pt x="90" y="168"/>
                  </a:cubicBezTo>
                  <a:cubicBezTo>
                    <a:pt x="64" y="195"/>
                    <a:pt x="47" y="225"/>
                    <a:pt x="37" y="258"/>
                  </a:cubicBezTo>
                  <a:cubicBezTo>
                    <a:pt x="10" y="305"/>
                    <a:pt x="0" y="361"/>
                    <a:pt x="0" y="414"/>
                  </a:cubicBezTo>
                  <a:lnTo>
                    <a:pt x="14" y="521"/>
                  </a:lnTo>
                  <a:cubicBezTo>
                    <a:pt x="27" y="554"/>
                    <a:pt x="40" y="587"/>
                    <a:pt x="57" y="621"/>
                  </a:cubicBezTo>
                  <a:cubicBezTo>
                    <a:pt x="80" y="664"/>
                    <a:pt x="113" y="704"/>
                    <a:pt x="157" y="734"/>
                  </a:cubicBezTo>
                  <a:cubicBezTo>
                    <a:pt x="180" y="757"/>
                    <a:pt x="210" y="777"/>
                    <a:pt x="247" y="787"/>
                  </a:cubicBezTo>
                  <a:cubicBezTo>
                    <a:pt x="293" y="810"/>
                    <a:pt x="346" y="824"/>
                    <a:pt x="403" y="824"/>
                  </a:cubicBezTo>
                  <a:lnTo>
                    <a:pt x="509" y="807"/>
                  </a:lnTo>
                  <a:lnTo>
                    <a:pt x="606" y="767"/>
                  </a:lnTo>
                  <a:cubicBezTo>
                    <a:pt x="652" y="744"/>
                    <a:pt x="692" y="707"/>
                    <a:pt x="722" y="664"/>
                  </a:cubicBezTo>
                  <a:cubicBezTo>
                    <a:pt x="746" y="637"/>
                    <a:pt x="766" y="607"/>
                    <a:pt x="776" y="574"/>
                  </a:cubicBezTo>
                  <a:cubicBezTo>
                    <a:pt x="799" y="528"/>
                    <a:pt x="812" y="474"/>
                    <a:pt x="809" y="418"/>
                  </a:cubicBezTo>
                  <a:lnTo>
                    <a:pt x="795" y="311"/>
                  </a:lnTo>
                  <a:cubicBezTo>
                    <a:pt x="782" y="278"/>
                    <a:pt x="769" y="245"/>
                    <a:pt x="756" y="215"/>
                  </a:cubicBezTo>
                  <a:cubicBezTo>
                    <a:pt x="722" y="155"/>
                    <a:pt x="672" y="105"/>
                    <a:pt x="612" y="68"/>
                  </a:cubicBezTo>
                  <a:lnTo>
                    <a:pt x="589" y="52"/>
                  </a:lnTo>
                  <a:cubicBezTo>
                    <a:pt x="533" y="18"/>
                    <a:pt x="469" y="0"/>
                    <a:pt x="405"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8"/>
            <p:cNvSpPr/>
            <p:nvPr/>
          </p:nvSpPr>
          <p:spPr>
            <a:xfrm>
              <a:off x="6856300" y="2073175"/>
              <a:ext cx="28300" cy="27975"/>
            </a:xfrm>
            <a:custGeom>
              <a:avLst/>
              <a:gdLst/>
              <a:ahLst/>
              <a:cxnLst/>
              <a:rect l="l" t="t" r="r" b="b"/>
              <a:pathLst>
                <a:path w="1132" h="1119" extrusionOk="0">
                  <a:moveTo>
                    <a:pt x="746" y="0"/>
                  </a:moveTo>
                  <a:cubicBezTo>
                    <a:pt x="553" y="0"/>
                    <a:pt x="385" y="170"/>
                    <a:pt x="233" y="277"/>
                  </a:cubicBezTo>
                  <a:cubicBezTo>
                    <a:pt x="107" y="370"/>
                    <a:pt x="0" y="496"/>
                    <a:pt x="7" y="666"/>
                  </a:cubicBezTo>
                  <a:cubicBezTo>
                    <a:pt x="10" y="786"/>
                    <a:pt x="57" y="899"/>
                    <a:pt x="137" y="985"/>
                  </a:cubicBezTo>
                  <a:cubicBezTo>
                    <a:pt x="223" y="1068"/>
                    <a:pt x="336" y="1118"/>
                    <a:pt x="456" y="1118"/>
                  </a:cubicBezTo>
                  <a:cubicBezTo>
                    <a:pt x="623" y="1118"/>
                    <a:pt x="756" y="1032"/>
                    <a:pt x="845" y="899"/>
                  </a:cubicBezTo>
                  <a:cubicBezTo>
                    <a:pt x="952" y="746"/>
                    <a:pt x="1132" y="559"/>
                    <a:pt x="1122" y="363"/>
                  </a:cubicBezTo>
                  <a:cubicBezTo>
                    <a:pt x="1118" y="167"/>
                    <a:pt x="962" y="7"/>
                    <a:pt x="762" y="0"/>
                  </a:cubicBezTo>
                  <a:cubicBezTo>
                    <a:pt x="757" y="0"/>
                    <a:pt x="751" y="0"/>
                    <a:pt x="74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8"/>
            <p:cNvSpPr/>
            <p:nvPr/>
          </p:nvSpPr>
          <p:spPr>
            <a:xfrm>
              <a:off x="6909025" y="2078000"/>
              <a:ext cx="21725" cy="23975"/>
            </a:xfrm>
            <a:custGeom>
              <a:avLst/>
              <a:gdLst/>
              <a:ahLst/>
              <a:cxnLst/>
              <a:rect l="l" t="t" r="r" b="b"/>
              <a:pathLst>
                <a:path w="869" h="959" extrusionOk="0">
                  <a:moveTo>
                    <a:pt x="440" y="0"/>
                  </a:moveTo>
                  <a:cubicBezTo>
                    <a:pt x="197" y="0"/>
                    <a:pt x="1" y="240"/>
                    <a:pt x="71" y="479"/>
                  </a:cubicBezTo>
                  <a:cubicBezTo>
                    <a:pt x="127" y="676"/>
                    <a:pt x="174" y="959"/>
                    <a:pt x="433" y="959"/>
                  </a:cubicBezTo>
                  <a:cubicBezTo>
                    <a:pt x="435" y="959"/>
                    <a:pt x="436" y="959"/>
                    <a:pt x="438" y="959"/>
                  </a:cubicBezTo>
                  <a:cubicBezTo>
                    <a:pt x="690" y="959"/>
                    <a:pt x="743" y="678"/>
                    <a:pt x="802" y="486"/>
                  </a:cubicBezTo>
                  <a:cubicBezTo>
                    <a:pt x="869" y="243"/>
                    <a:pt x="689" y="7"/>
                    <a:pt x="440"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8"/>
            <p:cNvSpPr/>
            <p:nvPr/>
          </p:nvSpPr>
          <p:spPr>
            <a:xfrm>
              <a:off x="6912700" y="2137675"/>
              <a:ext cx="29125" cy="25025"/>
            </a:xfrm>
            <a:custGeom>
              <a:avLst/>
              <a:gdLst/>
              <a:ahLst/>
              <a:cxnLst/>
              <a:rect l="l" t="t" r="r" b="b"/>
              <a:pathLst>
                <a:path w="1165" h="1001" extrusionOk="0">
                  <a:moveTo>
                    <a:pt x="647" y="0"/>
                  </a:moveTo>
                  <a:cubicBezTo>
                    <a:pt x="533" y="0"/>
                    <a:pt x="418" y="43"/>
                    <a:pt x="329" y="129"/>
                  </a:cubicBezTo>
                  <a:cubicBezTo>
                    <a:pt x="279" y="175"/>
                    <a:pt x="226" y="218"/>
                    <a:pt x="180" y="268"/>
                  </a:cubicBezTo>
                  <a:cubicBezTo>
                    <a:pt x="93" y="351"/>
                    <a:pt x="60" y="455"/>
                    <a:pt x="30" y="564"/>
                  </a:cubicBezTo>
                  <a:cubicBezTo>
                    <a:pt x="0" y="664"/>
                    <a:pt x="23" y="774"/>
                    <a:pt x="87" y="857"/>
                  </a:cubicBezTo>
                  <a:cubicBezTo>
                    <a:pt x="150" y="940"/>
                    <a:pt x="246" y="990"/>
                    <a:pt x="353" y="994"/>
                  </a:cubicBezTo>
                  <a:cubicBezTo>
                    <a:pt x="383" y="997"/>
                    <a:pt x="413" y="1000"/>
                    <a:pt x="442" y="1000"/>
                  </a:cubicBezTo>
                  <a:cubicBezTo>
                    <a:pt x="449" y="1000"/>
                    <a:pt x="455" y="1001"/>
                    <a:pt x="461" y="1001"/>
                  </a:cubicBezTo>
                  <a:cubicBezTo>
                    <a:pt x="541" y="1001"/>
                    <a:pt x="621" y="980"/>
                    <a:pt x="692" y="940"/>
                  </a:cubicBezTo>
                  <a:cubicBezTo>
                    <a:pt x="755" y="914"/>
                    <a:pt x="815" y="880"/>
                    <a:pt x="878" y="850"/>
                  </a:cubicBezTo>
                  <a:cubicBezTo>
                    <a:pt x="1128" y="731"/>
                    <a:pt x="1164" y="385"/>
                    <a:pt x="1011" y="182"/>
                  </a:cubicBezTo>
                  <a:cubicBezTo>
                    <a:pt x="920" y="62"/>
                    <a:pt x="784" y="0"/>
                    <a:pt x="647"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8"/>
            <p:cNvSpPr/>
            <p:nvPr/>
          </p:nvSpPr>
          <p:spPr>
            <a:xfrm>
              <a:off x="6878750" y="2173000"/>
              <a:ext cx="32375" cy="23975"/>
            </a:xfrm>
            <a:custGeom>
              <a:avLst/>
              <a:gdLst/>
              <a:ahLst/>
              <a:cxnLst/>
              <a:rect l="l" t="t" r="r" b="b"/>
              <a:pathLst>
                <a:path w="1295" h="959" extrusionOk="0">
                  <a:moveTo>
                    <a:pt x="765" y="0"/>
                  </a:moveTo>
                  <a:cubicBezTo>
                    <a:pt x="724" y="0"/>
                    <a:pt x="682" y="5"/>
                    <a:pt x="639" y="13"/>
                  </a:cubicBezTo>
                  <a:cubicBezTo>
                    <a:pt x="380" y="63"/>
                    <a:pt x="7" y="143"/>
                    <a:pt x="4" y="475"/>
                  </a:cubicBezTo>
                  <a:cubicBezTo>
                    <a:pt x="1" y="805"/>
                    <a:pt x="373" y="891"/>
                    <a:pt x="633" y="945"/>
                  </a:cubicBezTo>
                  <a:cubicBezTo>
                    <a:pt x="677" y="953"/>
                    <a:pt x="722" y="958"/>
                    <a:pt x="766" y="958"/>
                  </a:cubicBezTo>
                  <a:cubicBezTo>
                    <a:pt x="891" y="958"/>
                    <a:pt x="1014" y="920"/>
                    <a:pt x="1102" y="825"/>
                  </a:cubicBezTo>
                  <a:cubicBezTo>
                    <a:pt x="1291" y="635"/>
                    <a:pt x="1295" y="329"/>
                    <a:pt x="1109" y="139"/>
                  </a:cubicBezTo>
                  <a:cubicBezTo>
                    <a:pt x="1011" y="42"/>
                    <a:pt x="892" y="0"/>
                    <a:pt x="765"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8"/>
            <p:cNvSpPr/>
            <p:nvPr/>
          </p:nvSpPr>
          <p:spPr>
            <a:xfrm>
              <a:off x="6853800" y="2160300"/>
              <a:ext cx="22475" cy="31425"/>
            </a:xfrm>
            <a:custGeom>
              <a:avLst/>
              <a:gdLst/>
              <a:ahLst/>
              <a:cxnLst/>
              <a:rect l="l" t="t" r="r" b="b"/>
              <a:pathLst>
                <a:path w="899" h="1257" extrusionOk="0">
                  <a:moveTo>
                    <a:pt x="289" y="0"/>
                  </a:moveTo>
                  <a:cubicBezTo>
                    <a:pt x="183" y="0"/>
                    <a:pt x="80" y="55"/>
                    <a:pt x="60" y="175"/>
                  </a:cubicBezTo>
                  <a:cubicBezTo>
                    <a:pt x="44" y="291"/>
                    <a:pt x="17" y="408"/>
                    <a:pt x="11" y="524"/>
                  </a:cubicBezTo>
                  <a:cubicBezTo>
                    <a:pt x="1" y="634"/>
                    <a:pt x="14" y="744"/>
                    <a:pt x="14" y="854"/>
                  </a:cubicBezTo>
                  <a:cubicBezTo>
                    <a:pt x="14" y="1078"/>
                    <a:pt x="198" y="1257"/>
                    <a:pt x="418" y="1257"/>
                  </a:cubicBezTo>
                  <a:cubicBezTo>
                    <a:pt x="436" y="1257"/>
                    <a:pt x="454" y="1255"/>
                    <a:pt x="473" y="1253"/>
                  </a:cubicBezTo>
                  <a:cubicBezTo>
                    <a:pt x="696" y="1226"/>
                    <a:pt x="899" y="983"/>
                    <a:pt x="812" y="751"/>
                  </a:cubicBezTo>
                  <a:cubicBezTo>
                    <a:pt x="772" y="634"/>
                    <a:pt x="729" y="511"/>
                    <a:pt x="679" y="395"/>
                  </a:cubicBezTo>
                  <a:cubicBezTo>
                    <a:pt x="629" y="301"/>
                    <a:pt x="576" y="208"/>
                    <a:pt x="520" y="118"/>
                  </a:cubicBezTo>
                  <a:cubicBezTo>
                    <a:pt x="475" y="41"/>
                    <a:pt x="381" y="0"/>
                    <a:pt x="289"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8"/>
            <p:cNvSpPr/>
            <p:nvPr/>
          </p:nvSpPr>
          <p:spPr>
            <a:xfrm>
              <a:off x="6873300" y="2123650"/>
              <a:ext cx="19400" cy="18700"/>
            </a:xfrm>
            <a:custGeom>
              <a:avLst/>
              <a:gdLst/>
              <a:ahLst/>
              <a:cxnLst/>
              <a:rect l="l" t="t" r="r" b="b"/>
              <a:pathLst>
                <a:path w="776" h="748" extrusionOk="0">
                  <a:moveTo>
                    <a:pt x="388" y="0"/>
                  </a:moveTo>
                  <a:cubicBezTo>
                    <a:pt x="196" y="0"/>
                    <a:pt x="4" y="124"/>
                    <a:pt x="2" y="370"/>
                  </a:cubicBezTo>
                  <a:cubicBezTo>
                    <a:pt x="1" y="621"/>
                    <a:pt x="195" y="748"/>
                    <a:pt x="390" y="748"/>
                  </a:cubicBezTo>
                  <a:cubicBezTo>
                    <a:pt x="581" y="748"/>
                    <a:pt x="773" y="625"/>
                    <a:pt x="774" y="377"/>
                  </a:cubicBezTo>
                  <a:cubicBezTo>
                    <a:pt x="776" y="126"/>
                    <a:pt x="582" y="0"/>
                    <a:pt x="38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8"/>
            <p:cNvSpPr/>
            <p:nvPr/>
          </p:nvSpPr>
          <p:spPr>
            <a:xfrm>
              <a:off x="7029900" y="1905250"/>
              <a:ext cx="26625" cy="36375"/>
            </a:xfrm>
            <a:custGeom>
              <a:avLst/>
              <a:gdLst/>
              <a:ahLst/>
              <a:cxnLst/>
              <a:rect l="l" t="t" r="r" b="b"/>
              <a:pathLst>
                <a:path w="1065" h="1455" extrusionOk="0">
                  <a:moveTo>
                    <a:pt x="648" y="0"/>
                  </a:moveTo>
                  <a:cubicBezTo>
                    <a:pt x="503" y="10"/>
                    <a:pt x="408" y="61"/>
                    <a:pt x="324" y="146"/>
                  </a:cubicBezTo>
                  <a:lnTo>
                    <a:pt x="324" y="146"/>
                  </a:lnTo>
                  <a:cubicBezTo>
                    <a:pt x="0" y="328"/>
                    <a:pt x="9" y="781"/>
                    <a:pt x="83" y="1098"/>
                  </a:cubicBezTo>
                  <a:cubicBezTo>
                    <a:pt x="130" y="1302"/>
                    <a:pt x="340" y="1455"/>
                    <a:pt x="548" y="1455"/>
                  </a:cubicBezTo>
                  <a:cubicBezTo>
                    <a:pt x="587" y="1455"/>
                    <a:pt x="627" y="1449"/>
                    <a:pt x="665" y="1438"/>
                  </a:cubicBezTo>
                  <a:cubicBezTo>
                    <a:pt x="915" y="1364"/>
                    <a:pt x="1064" y="1108"/>
                    <a:pt x="1001" y="855"/>
                  </a:cubicBezTo>
                  <a:lnTo>
                    <a:pt x="1001" y="852"/>
                  </a:lnTo>
                  <a:cubicBezTo>
                    <a:pt x="998" y="842"/>
                    <a:pt x="992" y="762"/>
                    <a:pt x="989" y="762"/>
                  </a:cubicBezTo>
                  <a:cubicBezTo>
                    <a:pt x="988" y="762"/>
                    <a:pt x="988" y="769"/>
                    <a:pt x="988" y="787"/>
                  </a:cubicBezTo>
                  <a:lnTo>
                    <a:pt x="988" y="787"/>
                  </a:lnTo>
                  <a:cubicBezTo>
                    <a:pt x="988" y="741"/>
                    <a:pt x="991" y="695"/>
                    <a:pt x="988" y="646"/>
                  </a:cubicBezTo>
                  <a:lnTo>
                    <a:pt x="974" y="523"/>
                  </a:lnTo>
                  <a:lnTo>
                    <a:pt x="974" y="523"/>
                  </a:lnTo>
                  <a:cubicBezTo>
                    <a:pt x="976" y="547"/>
                    <a:pt x="976" y="559"/>
                    <a:pt x="975" y="559"/>
                  </a:cubicBezTo>
                  <a:cubicBezTo>
                    <a:pt x="974" y="559"/>
                    <a:pt x="970" y="517"/>
                    <a:pt x="961" y="433"/>
                  </a:cubicBezTo>
                  <a:cubicBezTo>
                    <a:pt x="952" y="402"/>
                    <a:pt x="940" y="370"/>
                    <a:pt x="924" y="339"/>
                  </a:cubicBezTo>
                  <a:lnTo>
                    <a:pt x="924" y="339"/>
                  </a:lnTo>
                  <a:cubicBezTo>
                    <a:pt x="913" y="263"/>
                    <a:pt x="890" y="188"/>
                    <a:pt x="855" y="120"/>
                  </a:cubicBezTo>
                  <a:cubicBezTo>
                    <a:pt x="811" y="47"/>
                    <a:pt x="735" y="0"/>
                    <a:pt x="64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8"/>
            <p:cNvSpPr/>
            <p:nvPr/>
          </p:nvSpPr>
          <p:spPr>
            <a:xfrm>
              <a:off x="7102075" y="1927350"/>
              <a:ext cx="28550" cy="24325"/>
            </a:xfrm>
            <a:custGeom>
              <a:avLst/>
              <a:gdLst/>
              <a:ahLst/>
              <a:cxnLst/>
              <a:rect l="l" t="t" r="r" b="b"/>
              <a:pathLst>
                <a:path w="1142" h="973" extrusionOk="0">
                  <a:moveTo>
                    <a:pt x="574" y="0"/>
                  </a:moveTo>
                  <a:cubicBezTo>
                    <a:pt x="447" y="0"/>
                    <a:pt x="325" y="49"/>
                    <a:pt x="233" y="138"/>
                  </a:cubicBezTo>
                  <a:cubicBezTo>
                    <a:pt x="207" y="164"/>
                    <a:pt x="183" y="191"/>
                    <a:pt x="157" y="221"/>
                  </a:cubicBezTo>
                  <a:cubicBezTo>
                    <a:pt x="94" y="291"/>
                    <a:pt x="50" y="374"/>
                    <a:pt x="27" y="464"/>
                  </a:cubicBezTo>
                  <a:cubicBezTo>
                    <a:pt x="0" y="564"/>
                    <a:pt x="14" y="670"/>
                    <a:pt x="64" y="760"/>
                  </a:cubicBezTo>
                  <a:cubicBezTo>
                    <a:pt x="84" y="787"/>
                    <a:pt x="103" y="813"/>
                    <a:pt x="123" y="840"/>
                  </a:cubicBezTo>
                  <a:cubicBezTo>
                    <a:pt x="170" y="886"/>
                    <a:pt x="227" y="923"/>
                    <a:pt x="293" y="940"/>
                  </a:cubicBezTo>
                  <a:cubicBezTo>
                    <a:pt x="352" y="962"/>
                    <a:pt x="416" y="973"/>
                    <a:pt x="480" y="973"/>
                  </a:cubicBezTo>
                  <a:cubicBezTo>
                    <a:pt x="510" y="973"/>
                    <a:pt x="540" y="970"/>
                    <a:pt x="569" y="966"/>
                  </a:cubicBezTo>
                  <a:cubicBezTo>
                    <a:pt x="652" y="966"/>
                    <a:pt x="739" y="946"/>
                    <a:pt x="812" y="903"/>
                  </a:cubicBezTo>
                  <a:cubicBezTo>
                    <a:pt x="885" y="860"/>
                    <a:pt x="945" y="800"/>
                    <a:pt x="988" y="730"/>
                  </a:cubicBezTo>
                  <a:cubicBezTo>
                    <a:pt x="1141" y="457"/>
                    <a:pt x="1005" y="111"/>
                    <a:pt x="706" y="18"/>
                  </a:cubicBezTo>
                  <a:cubicBezTo>
                    <a:pt x="662" y="6"/>
                    <a:pt x="618" y="0"/>
                    <a:pt x="574"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8"/>
            <p:cNvSpPr/>
            <p:nvPr/>
          </p:nvSpPr>
          <p:spPr>
            <a:xfrm>
              <a:off x="7076950" y="1978700"/>
              <a:ext cx="30875" cy="23850"/>
            </a:xfrm>
            <a:custGeom>
              <a:avLst/>
              <a:gdLst/>
              <a:ahLst/>
              <a:cxnLst/>
              <a:rect l="l" t="t" r="r" b="b"/>
              <a:pathLst>
                <a:path w="1235" h="954" extrusionOk="0">
                  <a:moveTo>
                    <a:pt x="408" y="1"/>
                  </a:moveTo>
                  <a:cubicBezTo>
                    <a:pt x="305" y="1"/>
                    <a:pt x="205" y="19"/>
                    <a:pt x="110" y="70"/>
                  </a:cubicBezTo>
                  <a:cubicBezTo>
                    <a:pt x="21" y="120"/>
                    <a:pt x="1" y="216"/>
                    <a:pt x="14" y="310"/>
                  </a:cubicBezTo>
                  <a:cubicBezTo>
                    <a:pt x="41" y="519"/>
                    <a:pt x="227" y="685"/>
                    <a:pt x="383" y="819"/>
                  </a:cubicBezTo>
                  <a:cubicBezTo>
                    <a:pt x="477" y="895"/>
                    <a:pt x="588" y="953"/>
                    <a:pt x="708" y="953"/>
                  </a:cubicBezTo>
                  <a:cubicBezTo>
                    <a:pt x="745" y="953"/>
                    <a:pt x="784" y="948"/>
                    <a:pt x="822" y="935"/>
                  </a:cubicBezTo>
                  <a:cubicBezTo>
                    <a:pt x="932" y="905"/>
                    <a:pt x="1029" y="832"/>
                    <a:pt x="1092" y="732"/>
                  </a:cubicBezTo>
                  <a:cubicBezTo>
                    <a:pt x="1235" y="489"/>
                    <a:pt x="1112" y="140"/>
                    <a:pt x="826" y="67"/>
                  </a:cubicBezTo>
                  <a:lnTo>
                    <a:pt x="826" y="70"/>
                  </a:lnTo>
                  <a:cubicBezTo>
                    <a:pt x="691" y="35"/>
                    <a:pt x="548" y="1"/>
                    <a:pt x="408"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8"/>
            <p:cNvSpPr/>
            <p:nvPr/>
          </p:nvSpPr>
          <p:spPr>
            <a:xfrm>
              <a:off x="7044850" y="1960425"/>
              <a:ext cx="26450" cy="35750"/>
            </a:xfrm>
            <a:custGeom>
              <a:avLst/>
              <a:gdLst/>
              <a:ahLst/>
              <a:cxnLst/>
              <a:rect l="l" t="t" r="r" b="b"/>
              <a:pathLst>
                <a:path w="1058" h="1430" extrusionOk="0">
                  <a:moveTo>
                    <a:pt x="533" y="0"/>
                  </a:moveTo>
                  <a:cubicBezTo>
                    <a:pt x="434" y="0"/>
                    <a:pt x="335" y="58"/>
                    <a:pt x="300" y="172"/>
                  </a:cubicBezTo>
                  <a:cubicBezTo>
                    <a:pt x="230" y="398"/>
                    <a:pt x="160" y="625"/>
                    <a:pt x="90" y="848"/>
                  </a:cubicBezTo>
                  <a:cubicBezTo>
                    <a:pt x="0" y="1134"/>
                    <a:pt x="237" y="1426"/>
                    <a:pt x="526" y="1430"/>
                  </a:cubicBezTo>
                  <a:cubicBezTo>
                    <a:pt x="528" y="1430"/>
                    <a:pt x="529" y="1430"/>
                    <a:pt x="531" y="1430"/>
                  </a:cubicBezTo>
                  <a:cubicBezTo>
                    <a:pt x="818" y="1430"/>
                    <a:pt x="1058" y="1139"/>
                    <a:pt x="972" y="854"/>
                  </a:cubicBezTo>
                  <a:lnTo>
                    <a:pt x="969" y="854"/>
                  </a:lnTo>
                  <a:cubicBezTo>
                    <a:pt x="902" y="628"/>
                    <a:pt x="836" y="402"/>
                    <a:pt x="769" y="176"/>
                  </a:cubicBezTo>
                  <a:cubicBezTo>
                    <a:pt x="734" y="59"/>
                    <a:pt x="634" y="0"/>
                    <a:pt x="53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8"/>
            <p:cNvSpPr/>
            <p:nvPr/>
          </p:nvSpPr>
          <p:spPr>
            <a:xfrm>
              <a:off x="7091925" y="1939350"/>
              <a:ext cx="6175" cy="6025"/>
            </a:xfrm>
            <a:custGeom>
              <a:avLst/>
              <a:gdLst/>
              <a:ahLst/>
              <a:cxnLst/>
              <a:rect l="l" t="t" r="r" b="b"/>
              <a:pathLst>
                <a:path w="247" h="241" extrusionOk="0">
                  <a:moveTo>
                    <a:pt x="124" y="0"/>
                  </a:moveTo>
                  <a:cubicBezTo>
                    <a:pt x="62" y="0"/>
                    <a:pt x="0" y="40"/>
                    <a:pt x="0" y="120"/>
                  </a:cubicBezTo>
                  <a:cubicBezTo>
                    <a:pt x="0" y="200"/>
                    <a:pt x="61" y="240"/>
                    <a:pt x="122" y="240"/>
                  </a:cubicBezTo>
                  <a:cubicBezTo>
                    <a:pt x="183" y="240"/>
                    <a:pt x="245" y="200"/>
                    <a:pt x="247" y="120"/>
                  </a:cubicBezTo>
                  <a:cubicBezTo>
                    <a:pt x="247" y="40"/>
                    <a:pt x="185" y="0"/>
                    <a:pt x="124"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783" name="Google Shape;1783;p8"/>
          <p:cNvSpPr txBox="1">
            <a:spLocks noGrp="1"/>
          </p:cNvSpPr>
          <p:nvPr>
            <p:ph type="title"/>
          </p:nvPr>
        </p:nvSpPr>
        <p:spPr>
          <a:xfrm>
            <a:off x="1850800" y="1742800"/>
            <a:ext cx="8490400" cy="337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9600">
                <a:solidFill>
                  <a:schemeClr val="lt2"/>
                </a:solidFill>
              </a:defRPr>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r>
              <a:rPr lang="en-US"/>
              <a:t>Click to edit Master title style</a:t>
            </a:r>
            <a:endParaRPr/>
          </a:p>
        </p:txBody>
      </p:sp>
      <p:grpSp>
        <p:nvGrpSpPr>
          <p:cNvPr id="1784" name="Google Shape;1784;p8"/>
          <p:cNvGrpSpPr/>
          <p:nvPr/>
        </p:nvGrpSpPr>
        <p:grpSpPr>
          <a:xfrm flipH="1">
            <a:off x="11613166" y="-222468"/>
            <a:ext cx="578831" cy="7314599"/>
            <a:chOff x="13274" y="-166851"/>
            <a:chExt cx="434123" cy="5485949"/>
          </a:xfrm>
        </p:grpSpPr>
        <p:sp>
          <p:nvSpPr>
            <p:cNvPr id="1785" name="Google Shape;1785;p8"/>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8"/>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8"/>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8"/>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8"/>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8"/>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8"/>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8"/>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8"/>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8"/>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8"/>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8"/>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8"/>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8"/>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8"/>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8"/>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8"/>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8"/>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8"/>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8"/>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8"/>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8"/>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8"/>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8"/>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8"/>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8"/>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8"/>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8"/>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8"/>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8"/>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8"/>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8"/>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8"/>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8"/>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8"/>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8"/>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8"/>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8"/>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8"/>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8"/>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8"/>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8"/>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8"/>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8"/>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8"/>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8"/>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8"/>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8"/>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8"/>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8"/>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8"/>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8"/>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8"/>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8"/>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8"/>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8"/>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8"/>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8"/>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8"/>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8"/>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8"/>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8"/>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8"/>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8"/>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8"/>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8"/>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8"/>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8"/>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8"/>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8"/>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8"/>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8"/>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8"/>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8"/>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8"/>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8"/>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8"/>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8"/>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8"/>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8"/>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8"/>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8"/>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8"/>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8"/>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8"/>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8"/>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8"/>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8"/>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8"/>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8"/>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8"/>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8"/>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8"/>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8"/>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8"/>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8"/>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8"/>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8"/>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8"/>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8"/>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8"/>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8"/>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8"/>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8"/>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8"/>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8"/>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8"/>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8"/>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8"/>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8"/>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8"/>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8"/>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8"/>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8"/>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8"/>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8"/>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8"/>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8"/>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8"/>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8"/>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8"/>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8"/>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8"/>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8"/>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8"/>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8"/>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8"/>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8"/>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8"/>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8"/>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8"/>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8"/>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8"/>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8"/>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8"/>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8"/>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921" name="Google Shape;1921;p8"/>
          <p:cNvGrpSpPr/>
          <p:nvPr/>
        </p:nvGrpSpPr>
        <p:grpSpPr>
          <a:xfrm>
            <a:off x="66" y="-222468"/>
            <a:ext cx="578831" cy="7314599"/>
            <a:chOff x="13274" y="-166851"/>
            <a:chExt cx="434123" cy="5485949"/>
          </a:xfrm>
        </p:grpSpPr>
        <p:sp>
          <p:nvSpPr>
            <p:cNvPr id="1922" name="Google Shape;1922;p8"/>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8"/>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8"/>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8"/>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8"/>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8"/>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8"/>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8"/>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8"/>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8"/>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8"/>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8"/>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8"/>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8"/>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8"/>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8"/>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8"/>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8"/>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8"/>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8"/>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8"/>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8"/>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8"/>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8"/>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8"/>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8"/>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8"/>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8"/>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8"/>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8"/>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8"/>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8"/>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8"/>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8"/>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8"/>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8"/>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8"/>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8"/>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8"/>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8"/>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8"/>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8"/>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8"/>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8"/>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8"/>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8"/>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8"/>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8"/>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8"/>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8"/>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8"/>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8"/>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8"/>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8"/>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8"/>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8"/>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8"/>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8"/>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8"/>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8"/>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8"/>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8"/>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8"/>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8"/>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8"/>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8"/>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8"/>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8"/>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8"/>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8"/>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8"/>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8"/>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8"/>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8"/>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8"/>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8"/>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8"/>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8"/>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8"/>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8"/>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8"/>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8"/>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8"/>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8"/>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8"/>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8"/>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8"/>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8"/>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8"/>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8"/>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8"/>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8"/>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8"/>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8"/>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8"/>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8"/>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8"/>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8"/>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8"/>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8"/>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8"/>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8"/>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8"/>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8"/>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8"/>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8"/>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8"/>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8"/>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8"/>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8"/>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8"/>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8"/>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8"/>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8"/>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8"/>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8"/>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8"/>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8"/>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8"/>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8"/>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8"/>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8"/>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8"/>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8"/>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8"/>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8"/>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8"/>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8"/>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8"/>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8"/>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8"/>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8"/>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8"/>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8"/>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8"/>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8"/>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31544096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Section title and description" preserve="1">
  <p:cSld name="Section title and description">
    <p:spTree>
      <p:nvGrpSpPr>
        <p:cNvPr id="1" name="Shape 2058"/>
        <p:cNvGrpSpPr/>
        <p:nvPr/>
      </p:nvGrpSpPr>
      <p:grpSpPr>
        <a:xfrm>
          <a:off x="0" y="0"/>
          <a:ext cx="0" cy="0"/>
          <a:chOff x="0" y="0"/>
          <a:chExt cx="0" cy="0"/>
        </a:xfrm>
      </p:grpSpPr>
      <p:grpSp>
        <p:nvGrpSpPr>
          <p:cNvPr id="2059" name="Google Shape;2059;p9"/>
          <p:cNvGrpSpPr/>
          <p:nvPr/>
        </p:nvGrpSpPr>
        <p:grpSpPr>
          <a:xfrm rot="-7213709" flipH="1">
            <a:off x="9012998" y="460601"/>
            <a:ext cx="2737799" cy="1640960"/>
            <a:chOff x="3911500" y="3122300"/>
            <a:chExt cx="597375" cy="358050"/>
          </a:xfrm>
        </p:grpSpPr>
        <p:sp>
          <p:nvSpPr>
            <p:cNvPr id="2060" name="Google Shape;2060;p9"/>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9"/>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9"/>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9"/>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9"/>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9"/>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9"/>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9"/>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9"/>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9"/>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9"/>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9"/>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9"/>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9"/>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9"/>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9"/>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9"/>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9"/>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8" name="Google Shape;2078;p9"/>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9" name="Google Shape;2079;p9"/>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9"/>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9"/>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9"/>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9"/>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9"/>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9"/>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9"/>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9"/>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9"/>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9"/>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9"/>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91" name="Google Shape;2091;p9"/>
          <p:cNvGrpSpPr/>
          <p:nvPr/>
        </p:nvGrpSpPr>
        <p:grpSpPr>
          <a:xfrm rot="7213709">
            <a:off x="436665" y="460601"/>
            <a:ext cx="2737799" cy="1640960"/>
            <a:chOff x="3911500" y="3122300"/>
            <a:chExt cx="597375" cy="358050"/>
          </a:xfrm>
        </p:grpSpPr>
        <p:sp>
          <p:nvSpPr>
            <p:cNvPr id="2092" name="Google Shape;2092;p9"/>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9"/>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9"/>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9"/>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9"/>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9"/>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9"/>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9"/>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9"/>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9"/>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9"/>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9"/>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9"/>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9"/>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9"/>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9"/>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9"/>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9"/>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9"/>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9"/>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9"/>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9"/>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9"/>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9"/>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9"/>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9"/>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9"/>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9"/>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9"/>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9"/>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9"/>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123" name="Google Shape;2123;p9"/>
          <p:cNvSpPr txBox="1">
            <a:spLocks noGrp="1"/>
          </p:cNvSpPr>
          <p:nvPr>
            <p:ph type="title"/>
          </p:nvPr>
        </p:nvSpPr>
        <p:spPr>
          <a:xfrm>
            <a:off x="2706600" y="843733"/>
            <a:ext cx="6778800" cy="1122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6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r>
              <a:rPr lang="en-US"/>
              <a:t>Click to edit Master title style</a:t>
            </a:r>
            <a:endParaRPr/>
          </a:p>
        </p:txBody>
      </p:sp>
      <p:sp>
        <p:nvSpPr>
          <p:cNvPr id="2124" name="Google Shape;2124;p9"/>
          <p:cNvSpPr txBox="1">
            <a:spLocks noGrp="1"/>
          </p:cNvSpPr>
          <p:nvPr>
            <p:ph type="subTitle" idx="1"/>
          </p:nvPr>
        </p:nvSpPr>
        <p:spPr>
          <a:xfrm>
            <a:off x="2706745" y="1966124"/>
            <a:ext cx="6778800" cy="1592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2133"/>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r>
              <a:rPr lang="en-US"/>
              <a:t>Click to edit Master subtitle style</a:t>
            </a:r>
            <a:endParaRPr/>
          </a:p>
        </p:txBody>
      </p:sp>
      <p:grpSp>
        <p:nvGrpSpPr>
          <p:cNvPr id="2125" name="Google Shape;2125;p9"/>
          <p:cNvGrpSpPr/>
          <p:nvPr/>
        </p:nvGrpSpPr>
        <p:grpSpPr>
          <a:xfrm flipH="1">
            <a:off x="11613166" y="-222468"/>
            <a:ext cx="578831" cy="7314599"/>
            <a:chOff x="13274" y="-166851"/>
            <a:chExt cx="434123" cy="5485949"/>
          </a:xfrm>
        </p:grpSpPr>
        <p:sp>
          <p:nvSpPr>
            <p:cNvPr id="2126" name="Google Shape;2126;p9"/>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9"/>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9"/>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9"/>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9"/>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9"/>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9"/>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9"/>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9"/>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9"/>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9"/>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9"/>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9"/>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9"/>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9"/>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9"/>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9"/>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9"/>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9"/>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9"/>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9"/>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9"/>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9"/>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9"/>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9"/>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9"/>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9"/>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9"/>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9"/>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9"/>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9"/>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9"/>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9"/>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9"/>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9"/>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9"/>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9"/>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9"/>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9"/>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9"/>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9"/>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9"/>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9"/>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9"/>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9"/>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9"/>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9"/>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9"/>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9"/>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9"/>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9"/>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9"/>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9"/>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9"/>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9"/>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9"/>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9"/>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9"/>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9"/>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9"/>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9"/>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9"/>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9"/>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9"/>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9"/>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9"/>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9"/>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9"/>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9"/>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9"/>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9"/>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9"/>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9"/>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9"/>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9"/>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9"/>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9"/>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9"/>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9"/>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9"/>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9"/>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9"/>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9"/>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9"/>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9"/>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9"/>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9"/>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9"/>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9"/>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9"/>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9"/>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9"/>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9"/>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9"/>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9"/>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9"/>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9"/>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9"/>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9"/>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9"/>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9"/>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9"/>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9"/>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9"/>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9"/>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9"/>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9"/>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9"/>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9"/>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9"/>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9"/>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9"/>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9"/>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9"/>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9"/>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9"/>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9"/>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9"/>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9"/>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9"/>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9"/>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9"/>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9"/>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9"/>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9"/>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9"/>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9"/>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9"/>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9"/>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9"/>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9"/>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9"/>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9"/>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9"/>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9"/>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9"/>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262" name="Google Shape;2262;p9"/>
          <p:cNvGrpSpPr/>
          <p:nvPr/>
        </p:nvGrpSpPr>
        <p:grpSpPr>
          <a:xfrm>
            <a:off x="66" y="-222468"/>
            <a:ext cx="578831" cy="7314599"/>
            <a:chOff x="13274" y="-166851"/>
            <a:chExt cx="434123" cy="5485949"/>
          </a:xfrm>
        </p:grpSpPr>
        <p:sp>
          <p:nvSpPr>
            <p:cNvPr id="2263" name="Google Shape;2263;p9"/>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9"/>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9"/>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9"/>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9"/>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9"/>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9"/>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9"/>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9"/>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9"/>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9"/>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9"/>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9"/>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9"/>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9"/>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9"/>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9"/>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9"/>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9"/>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9"/>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9"/>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9"/>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9"/>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9"/>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9"/>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9"/>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9"/>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9"/>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9"/>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9"/>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9"/>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9"/>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9"/>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9"/>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9"/>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9"/>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9"/>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9"/>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9"/>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9"/>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9"/>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9"/>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9"/>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9"/>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9"/>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9"/>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9"/>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9"/>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9"/>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9"/>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9"/>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9"/>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9"/>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9"/>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9"/>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9"/>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9"/>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9"/>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9"/>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9"/>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9"/>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9"/>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9"/>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9"/>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9"/>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9"/>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9"/>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9"/>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9"/>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9"/>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9"/>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9"/>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9"/>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9"/>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9"/>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9"/>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9"/>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9"/>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9"/>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9"/>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9"/>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9"/>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9"/>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9"/>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9"/>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9"/>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9"/>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9"/>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9"/>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9"/>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9"/>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9"/>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9"/>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9"/>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9"/>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9"/>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9"/>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9"/>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9"/>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9"/>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9"/>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9"/>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9"/>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9"/>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9"/>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9"/>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9"/>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9"/>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9"/>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9"/>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9"/>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9"/>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9"/>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9"/>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9"/>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9"/>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9"/>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9"/>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9"/>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9"/>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9"/>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9"/>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9"/>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9"/>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9"/>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9"/>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9"/>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9"/>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9"/>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9"/>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9"/>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9"/>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9"/>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9"/>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9"/>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9"/>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9072940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Caption" preserve="1">
  <p:cSld name="Caption">
    <p:spTree>
      <p:nvGrpSpPr>
        <p:cNvPr id="1" name="Shape 2399"/>
        <p:cNvGrpSpPr/>
        <p:nvPr/>
      </p:nvGrpSpPr>
      <p:grpSpPr>
        <a:xfrm>
          <a:off x="0" y="0"/>
          <a:ext cx="0" cy="0"/>
          <a:chOff x="0" y="0"/>
          <a:chExt cx="0" cy="0"/>
        </a:xfrm>
      </p:grpSpPr>
      <p:grpSp>
        <p:nvGrpSpPr>
          <p:cNvPr id="2400" name="Google Shape;2400;p10"/>
          <p:cNvGrpSpPr/>
          <p:nvPr/>
        </p:nvGrpSpPr>
        <p:grpSpPr>
          <a:xfrm rot="-9930998">
            <a:off x="6865811" y="-1559062"/>
            <a:ext cx="3293215" cy="2619279"/>
            <a:chOff x="2173200" y="3006475"/>
            <a:chExt cx="883975" cy="703075"/>
          </a:xfrm>
        </p:grpSpPr>
        <p:sp>
          <p:nvSpPr>
            <p:cNvPr id="2401" name="Google Shape;2401;p10"/>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10"/>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10"/>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10"/>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405" name="Google Shape;2405;p10"/>
          <p:cNvSpPr txBox="1">
            <a:spLocks noGrp="1"/>
          </p:cNvSpPr>
          <p:nvPr>
            <p:ph type="title"/>
          </p:nvPr>
        </p:nvSpPr>
        <p:spPr>
          <a:xfrm>
            <a:off x="1582000" y="4618533"/>
            <a:ext cx="9028000" cy="1526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500"/>
              <a:buNone/>
              <a:defRPr>
                <a:solidFill>
                  <a:schemeClr val="dk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r>
              <a:rPr lang="en-US"/>
              <a:t>Click to edit Master title style</a:t>
            </a:r>
            <a:endParaRPr/>
          </a:p>
        </p:txBody>
      </p:sp>
      <p:grpSp>
        <p:nvGrpSpPr>
          <p:cNvPr id="2406" name="Google Shape;2406;p10"/>
          <p:cNvGrpSpPr/>
          <p:nvPr/>
        </p:nvGrpSpPr>
        <p:grpSpPr>
          <a:xfrm flipH="1">
            <a:off x="11613166" y="-222468"/>
            <a:ext cx="578831" cy="7314599"/>
            <a:chOff x="13274" y="-166851"/>
            <a:chExt cx="434123" cy="5485949"/>
          </a:xfrm>
        </p:grpSpPr>
        <p:sp>
          <p:nvSpPr>
            <p:cNvPr id="2407" name="Google Shape;2407;p10"/>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10"/>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10"/>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10"/>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10"/>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10"/>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10"/>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10"/>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10"/>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10"/>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10"/>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10"/>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10"/>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10"/>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10"/>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10"/>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10"/>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10"/>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10"/>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10"/>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10"/>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10"/>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10"/>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10"/>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10"/>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10"/>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10"/>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10"/>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10"/>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10"/>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10"/>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10"/>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10"/>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10"/>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10"/>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10"/>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10"/>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10"/>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10"/>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10"/>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10"/>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10"/>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10"/>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10"/>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10"/>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10"/>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10"/>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10"/>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10"/>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10"/>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10"/>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10"/>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10"/>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10"/>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10"/>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10"/>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10"/>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10"/>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10"/>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10"/>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10"/>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10"/>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10"/>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10"/>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10"/>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10"/>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10"/>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10"/>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10"/>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10"/>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10"/>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10"/>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10"/>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10"/>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10"/>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10"/>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10"/>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10"/>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10"/>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10"/>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10"/>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10"/>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10"/>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10"/>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10"/>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10"/>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10"/>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10"/>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10"/>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10"/>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10"/>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10"/>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10"/>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10"/>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10"/>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10"/>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10"/>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10"/>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10"/>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10"/>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10"/>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10"/>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10"/>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10"/>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10"/>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10"/>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10"/>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10"/>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10"/>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10"/>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10"/>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10"/>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10"/>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10"/>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10"/>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10"/>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10"/>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10"/>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10"/>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10"/>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10"/>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10"/>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10"/>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10"/>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10"/>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10"/>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10"/>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10"/>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10"/>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10"/>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10"/>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10"/>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10"/>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10"/>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10"/>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10"/>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43" name="Google Shape;2543;p10"/>
          <p:cNvGrpSpPr/>
          <p:nvPr/>
        </p:nvGrpSpPr>
        <p:grpSpPr>
          <a:xfrm>
            <a:off x="66" y="-222468"/>
            <a:ext cx="578831" cy="7314599"/>
            <a:chOff x="13274" y="-166851"/>
            <a:chExt cx="434123" cy="5485949"/>
          </a:xfrm>
        </p:grpSpPr>
        <p:sp>
          <p:nvSpPr>
            <p:cNvPr id="2544" name="Google Shape;2544;p10"/>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10"/>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10"/>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10"/>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10"/>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10"/>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10"/>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10"/>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10"/>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10"/>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10"/>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10"/>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10"/>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10"/>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10"/>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10"/>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10"/>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10"/>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10"/>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10"/>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10"/>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10"/>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10"/>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10"/>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10"/>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10"/>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10"/>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10"/>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10"/>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10"/>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10"/>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10"/>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10"/>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10"/>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10"/>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10"/>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10"/>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10"/>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10"/>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10"/>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10"/>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10"/>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10"/>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10"/>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10"/>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10"/>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10"/>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10"/>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10"/>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10"/>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10"/>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10"/>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10"/>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10"/>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10"/>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10"/>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10"/>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10"/>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10"/>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10"/>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10"/>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10"/>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10"/>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10"/>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10"/>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10"/>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10"/>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10"/>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10"/>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10"/>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10"/>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10"/>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10"/>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10"/>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10"/>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10"/>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10"/>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10"/>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10"/>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10"/>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10"/>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10"/>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10"/>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10"/>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10"/>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10"/>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10"/>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10"/>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10"/>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10"/>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10"/>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10"/>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10"/>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10"/>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10"/>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10"/>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10"/>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10"/>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10"/>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10"/>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10"/>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10"/>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10"/>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10"/>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10"/>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10"/>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10"/>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10"/>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10"/>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10"/>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10"/>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10"/>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10"/>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10"/>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10"/>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10"/>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10"/>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10"/>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10"/>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10"/>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10"/>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10"/>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10"/>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10"/>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10"/>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10"/>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10"/>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10"/>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10"/>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10"/>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10"/>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10"/>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10"/>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10"/>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10"/>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10"/>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72028711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ig number" preserve="1">
  <p:cSld name="Big number">
    <p:spTree>
      <p:nvGrpSpPr>
        <p:cNvPr id="1" name="Shape 2680"/>
        <p:cNvGrpSpPr/>
        <p:nvPr/>
      </p:nvGrpSpPr>
      <p:grpSpPr>
        <a:xfrm>
          <a:off x="0" y="0"/>
          <a:ext cx="0" cy="0"/>
          <a:chOff x="0" y="0"/>
          <a:chExt cx="0" cy="0"/>
        </a:xfrm>
      </p:grpSpPr>
      <p:grpSp>
        <p:nvGrpSpPr>
          <p:cNvPr id="2681" name="Google Shape;2681;p11"/>
          <p:cNvGrpSpPr/>
          <p:nvPr/>
        </p:nvGrpSpPr>
        <p:grpSpPr>
          <a:xfrm rot="-9995152" flipH="1">
            <a:off x="-181507" y="4565289"/>
            <a:ext cx="4586693" cy="4669833"/>
            <a:chOff x="6443636" y="-651126"/>
            <a:chExt cx="1857643" cy="1891315"/>
          </a:xfrm>
        </p:grpSpPr>
        <p:sp>
          <p:nvSpPr>
            <p:cNvPr id="2682" name="Google Shape;2682;p11"/>
            <p:cNvSpPr/>
            <p:nvPr/>
          </p:nvSpPr>
          <p:spPr>
            <a:xfrm rot="2918932">
              <a:off x="6614851" y="-276011"/>
              <a:ext cx="1515213" cy="1141085"/>
            </a:xfrm>
            <a:custGeom>
              <a:avLst/>
              <a:gdLst/>
              <a:ahLst/>
              <a:cxnLst/>
              <a:rect l="l" t="t" r="r" b="b"/>
              <a:pathLst>
                <a:path w="47393" h="35691" extrusionOk="0">
                  <a:moveTo>
                    <a:pt x="33712" y="1"/>
                  </a:moveTo>
                  <a:cubicBezTo>
                    <a:pt x="33522" y="1"/>
                    <a:pt x="33430" y="292"/>
                    <a:pt x="33639" y="350"/>
                  </a:cubicBezTo>
                  <a:cubicBezTo>
                    <a:pt x="36952" y="1305"/>
                    <a:pt x="40130" y="2815"/>
                    <a:pt x="42944" y="4805"/>
                  </a:cubicBezTo>
                  <a:cubicBezTo>
                    <a:pt x="44371" y="5816"/>
                    <a:pt x="46135" y="7060"/>
                    <a:pt x="46561" y="8870"/>
                  </a:cubicBezTo>
                  <a:cubicBezTo>
                    <a:pt x="46737" y="9612"/>
                    <a:pt x="46670" y="10447"/>
                    <a:pt x="46291" y="11119"/>
                  </a:cubicBezTo>
                  <a:cubicBezTo>
                    <a:pt x="45875" y="11854"/>
                    <a:pt x="45167" y="12150"/>
                    <a:pt x="44371" y="12300"/>
                  </a:cubicBezTo>
                  <a:cubicBezTo>
                    <a:pt x="43620" y="12447"/>
                    <a:pt x="42798" y="12516"/>
                    <a:pt x="42172" y="13009"/>
                  </a:cubicBezTo>
                  <a:cubicBezTo>
                    <a:pt x="41800" y="13302"/>
                    <a:pt x="41547" y="13724"/>
                    <a:pt x="41420" y="14180"/>
                  </a:cubicBezTo>
                  <a:cubicBezTo>
                    <a:pt x="41151" y="15158"/>
                    <a:pt x="41347" y="16219"/>
                    <a:pt x="41397" y="17214"/>
                  </a:cubicBezTo>
                  <a:cubicBezTo>
                    <a:pt x="41450" y="18272"/>
                    <a:pt x="41374" y="19523"/>
                    <a:pt x="40286" y="20048"/>
                  </a:cubicBezTo>
                  <a:cubicBezTo>
                    <a:pt x="39761" y="20301"/>
                    <a:pt x="39191" y="20334"/>
                    <a:pt x="38615" y="20334"/>
                  </a:cubicBezTo>
                  <a:cubicBezTo>
                    <a:pt x="38408" y="20334"/>
                    <a:pt x="38200" y="20330"/>
                    <a:pt x="37993" y="20330"/>
                  </a:cubicBezTo>
                  <a:cubicBezTo>
                    <a:pt x="37414" y="20330"/>
                    <a:pt x="36842" y="20363"/>
                    <a:pt x="36314" y="20617"/>
                  </a:cubicBezTo>
                  <a:cubicBezTo>
                    <a:pt x="35010" y="21239"/>
                    <a:pt x="34976" y="22846"/>
                    <a:pt x="35209" y="24081"/>
                  </a:cubicBezTo>
                  <a:cubicBezTo>
                    <a:pt x="35369" y="24942"/>
                    <a:pt x="35642" y="25834"/>
                    <a:pt x="35499" y="26719"/>
                  </a:cubicBezTo>
                  <a:cubicBezTo>
                    <a:pt x="35379" y="27461"/>
                    <a:pt x="34847" y="28279"/>
                    <a:pt x="34051" y="28392"/>
                  </a:cubicBezTo>
                  <a:cubicBezTo>
                    <a:pt x="33992" y="28401"/>
                    <a:pt x="33934" y="28404"/>
                    <a:pt x="33877" y="28404"/>
                  </a:cubicBezTo>
                  <a:cubicBezTo>
                    <a:pt x="33180" y="28404"/>
                    <a:pt x="32676" y="27810"/>
                    <a:pt x="32252" y="27318"/>
                  </a:cubicBezTo>
                  <a:cubicBezTo>
                    <a:pt x="31829" y="26832"/>
                    <a:pt x="31407" y="26343"/>
                    <a:pt x="30788" y="26110"/>
                  </a:cubicBezTo>
                  <a:cubicBezTo>
                    <a:pt x="30467" y="25990"/>
                    <a:pt x="30136" y="25935"/>
                    <a:pt x="29805" y="25935"/>
                  </a:cubicBezTo>
                  <a:cubicBezTo>
                    <a:pt x="28836" y="25935"/>
                    <a:pt x="27875" y="26409"/>
                    <a:pt x="27215" y="27111"/>
                  </a:cubicBezTo>
                  <a:cubicBezTo>
                    <a:pt x="26110" y="28286"/>
                    <a:pt x="25718" y="29903"/>
                    <a:pt x="25415" y="31436"/>
                  </a:cubicBezTo>
                  <a:cubicBezTo>
                    <a:pt x="25219" y="32440"/>
                    <a:pt x="24868" y="35515"/>
                    <a:pt x="23426" y="35515"/>
                  </a:cubicBezTo>
                  <a:cubicBezTo>
                    <a:pt x="23229" y="35515"/>
                    <a:pt x="23011" y="35458"/>
                    <a:pt x="22770" y="35329"/>
                  </a:cubicBezTo>
                  <a:cubicBezTo>
                    <a:pt x="22075" y="34956"/>
                    <a:pt x="21669" y="34201"/>
                    <a:pt x="21379" y="33502"/>
                  </a:cubicBezTo>
                  <a:cubicBezTo>
                    <a:pt x="21000" y="32591"/>
                    <a:pt x="20817" y="31609"/>
                    <a:pt x="20837" y="30625"/>
                  </a:cubicBezTo>
                  <a:cubicBezTo>
                    <a:pt x="20857" y="29773"/>
                    <a:pt x="21007" y="28915"/>
                    <a:pt x="20864" y="28066"/>
                  </a:cubicBezTo>
                  <a:cubicBezTo>
                    <a:pt x="20744" y="27388"/>
                    <a:pt x="20461" y="26749"/>
                    <a:pt x="20035" y="26207"/>
                  </a:cubicBezTo>
                  <a:cubicBezTo>
                    <a:pt x="19157" y="25062"/>
                    <a:pt x="17783" y="24340"/>
                    <a:pt x="16399" y="24011"/>
                  </a:cubicBezTo>
                  <a:cubicBezTo>
                    <a:pt x="15743" y="23855"/>
                    <a:pt x="15074" y="23792"/>
                    <a:pt x="14402" y="23792"/>
                  </a:cubicBezTo>
                  <a:cubicBezTo>
                    <a:pt x="13427" y="23792"/>
                    <a:pt x="12446" y="23924"/>
                    <a:pt x="11492" y="24094"/>
                  </a:cubicBezTo>
                  <a:cubicBezTo>
                    <a:pt x="9531" y="24442"/>
                    <a:pt x="7460" y="24985"/>
                    <a:pt x="5436" y="24985"/>
                  </a:cubicBezTo>
                  <a:cubicBezTo>
                    <a:pt x="4227" y="24985"/>
                    <a:pt x="3035" y="24792"/>
                    <a:pt x="1894" y="24247"/>
                  </a:cubicBezTo>
                  <a:cubicBezTo>
                    <a:pt x="1208" y="23918"/>
                    <a:pt x="606" y="23492"/>
                    <a:pt x="110" y="22913"/>
                  </a:cubicBezTo>
                  <a:cubicBezTo>
                    <a:pt x="99" y="22901"/>
                    <a:pt x="86" y="22897"/>
                    <a:pt x="74" y="22897"/>
                  </a:cubicBezTo>
                  <a:cubicBezTo>
                    <a:pt x="35" y="22897"/>
                    <a:pt x="0" y="22943"/>
                    <a:pt x="31" y="22983"/>
                  </a:cubicBezTo>
                  <a:lnTo>
                    <a:pt x="24" y="22983"/>
                  </a:lnTo>
                  <a:cubicBezTo>
                    <a:pt x="1404" y="24636"/>
                    <a:pt x="3438" y="25156"/>
                    <a:pt x="5498" y="25156"/>
                  </a:cubicBezTo>
                  <a:cubicBezTo>
                    <a:pt x="6477" y="25156"/>
                    <a:pt x="7462" y="25038"/>
                    <a:pt x="8384" y="24869"/>
                  </a:cubicBezTo>
                  <a:cubicBezTo>
                    <a:pt x="10345" y="24509"/>
                    <a:pt x="12432" y="23947"/>
                    <a:pt x="14446" y="23947"/>
                  </a:cubicBezTo>
                  <a:cubicBezTo>
                    <a:pt x="15947" y="23947"/>
                    <a:pt x="17409" y="24260"/>
                    <a:pt x="18748" y="25202"/>
                  </a:cubicBezTo>
                  <a:cubicBezTo>
                    <a:pt x="19403" y="25658"/>
                    <a:pt x="19969" y="26250"/>
                    <a:pt x="20328" y="26965"/>
                  </a:cubicBezTo>
                  <a:cubicBezTo>
                    <a:pt x="20754" y="27810"/>
                    <a:pt x="20780" y="28708"/>
                    <a:pt x="20717" y="29633"/>
                  </a:cubicBezTo>
                  <a:cubicBezTo>
                    <a:pt x="20594" y="31353"/>
                    <a:pt x="20734" y="33126"/>
                    <a:pt x="21732" y="34597"/>
                  </a:cubicBezTo>
                  <a:cubicBezTo>
                    <a:pt x="22055" y="35076"/>
                    <a:pt x="22520" y="35548"/>
                    <a:pt x="23113" y="35665"/>
                  </a:cubicBezTo>
                  <a:cubicBezTo>
                    <a:pt x="23199" y="35682"/>
                    <a:pt x="23285" y="35690"/>
                    <a:pt x="23368" y="35690"/>
                  </a:cubicBezTo>
                  <a:cubicBezTo>
                    <a:pt x="23959" y="35690"/>
                    <a:pt x="24447" y="35276"/>
                    <a:pt x="24736" y="34757"/>
                  </a:cubicBezTo>
                  <a:cubicBezTo>
                    <a:pt x="25152" y="34021"/>
                    <a:pt x="25308" y="33143"/>
                    <a:pt x="25468" y="32321"/>
                  </a:cubicBezTo>
                  <a:cubicBezTo>
                    <a:pt x="25648" y="31406"/>
                    <a:pt x="25794" y="30485"/>
                    <a:pt x="26077" y="29597"/>
                  </a:cubicBezTo>
                  <a:cubicBezTo>
                    <a:pt x="26579" y="28010"/>
                    <a:pt x="27611" y="26413"/>
                    <a:pt x="29387" y="26147"/>
                  </a:cubicBezTo>
                  <a:cubicBezTo>
                    <a:pt x="29530" y="26125"/>
                    <a:pt x="29672" y="26114"/>
                    <a:pt x="29812" y="26114"/>
                  </a:cubicBezTo>
                  <a:cubicBezTo>
                    <a:pt x="30487" y="26114"/>
                    <a:pt x="31120" y="26365"/>
                    <a:pt x="31613" y="26859"/>
                  </a:cubicBezTo>
                  <a:cubicBezTo>
                    <a:pt x="32079" y="27324"/>
                    <a:pt x="32425" y="27917"/>
                    <a:pt x="32964" y="28309"/>
                  </a:cubicBezTo>
                  <a:cubicBezTo>
                    <a:pt x="33266" y="28529"/>
                    <a:pt x="33575" y="28625"/>
                    <a:pt x="33872" y="28625"/>
                  </a:cubicBezTo>
                  <a:cubicBezTo>
                    <a:pt x="34748" y="28625"/>
                    <a:pt x="35519" y="27794"/>
                    <a:pt x="35715" y="26865"/>
                  </a:cubicBezTo>
                  <a:cubicBezTo>
                    <a:pt x="36061" y="25218"/>
                    <a:pt x="34910" y="23608"/>
                    <a:pt x="35412" y="21958"/>
                  </a:cubicBezTo>
                  <a:cubicBezTo>
                    <a:pt x="35944" y="20211"/>
                    <a:pt x="37884" y="20614"/>
                    <a:pt x="39288" y="20494"/>
                  </a:cubicBezTo>
                  <a:cubicBezTo>
                    <a:pt x="40426" y="20398"/>
                    <a:pt x="41311" y="19789"/>
                    <a:pt x="41540" y="18641"/>
                  </a:cubicBezTo>
                  <a:cubicBezTo>
                    <a:pt x="41753" y="17570"/>
                    <a:pt x="41497" y="16465"/>
                    <a:pt x="41504" y="15384"/>
                  </a:cubicBezTo>
                  <a:cubicBezTo>
                    <a:pt x="41507" y="14872"/>
                    <a:pt x="41554" y="14330"/>
                    <a:pt x="41790" y="13867"/>
                  </a:cubicBezTo>
                  <a:cubicBezTo>
                    <a:pt x="42136" y="13202"/>
                    <a:pt x="42814" y="12922"/>
                    <a:pt x="43520" y="12799"/>
                  </a:cubicBezTo>
                  <a:cubicBezTo>
                    <a:pt x="44322" y="12659"/>
                    <a:pt x="45190" y="12636"/>
                    <a:pt x="45885" y="12160"/>
                  </a:cubicBezTo>
                  <a:cubicBezTo>
                    <a:pt x="46454" y="11774"/>
                    <a:pt x="46827" y="11159"/>
                    <a:pt x="46990" y="10497"/>
                  </a:cubicBezTo>
                  <a:cubicBezTo>
                    <a:pt x="47392" y="8827"/>
                    <a:pt x="46531" y="7286"/>
                    <a:pt x="45363" y="6149"/>
                  </a:cubicBezTo>
                  <a:cubicBezTo>
                    <a:pt x="44092" y="4908"/>
                    <a:pt x="42558" y="3883"/>
                    <a:pt x="41031" y="2982"/>
                  </a:cubicBezTo>
                  <a:cubicBezTo>
                    <a:pt x="39517" y="2087"/>
                    <a:pt x="37917" y="1345"/>
                    <a:pt x="36257" y="759"/>
                  </a:cubicBezTo>
                  <a:cubicBezTo>
                    <a:pt x="35435" y="473"/>
                    <a:pt x="34604" y="220"/>
                    <a:pt x="33762" y="7"/>
                  </a:cubicBezTo>
                  <a:cubicBezTo>
                    <a:pt x="33745" y="3"/>
                    <a:pt x="33728" y="1"/>
                    <a:pt x="33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11"/>
            <p:cNvSpPr/>
            <p:nvPr/>
          </p:nvSpPr>
          <p:spPr>
            <a:xfrm rot="2918932">
              <a:off x="6900323" y="-129092"/>
              <a:ext cx="1014319" cy="735882"/>
            </a:xfrm>
            <a:custGeom>
              <a:avLst/>
              <a:gdLst/>
              <a:ahLst/>
              <a:cxnLst/>
              <a:rect l="l" t="t" r="r" b="b"/>
              <a:pathLst>
                <a:path w="31726" h="23017" extrusionOk="0">
                  <a:moveTo>
                    <a:pt x="23033" y="1"/>
                  </a:moveTo>
                  <a:cubicBezTo>
                    <a:pt x="22811" y="1"/>
                    <a:pt x="22756" y="369"/>
                    <a:pt x="22982" y="447"/>
                  </a:cubicBezTo>
                  <a:cubicBezTo>
                    <a:pt x="23458" y="617"/>
                    <a:pt x="23917" y="843"/>
                    <a:pt x="24343" y="1113"/>
                  </a:cubicBezTo>
                  <a:cubicBezTo>
                    <a:pt x="24769" y="1379"/>
                    <a:pt x="25211" y="1605"/>
                    <a:pt x="25614" y="1901"/>
                  </a:cubicBezTo>
                  <a:cubicBezTo>
                    <a:pt x="26422" y="2493"/>
                    <a:pt x="27207" y="3089"/>
                    <a:pt x="27893" y="3824"/>
                  </a:cubicBezTo>
                  <a:cubicBezTo>
                    <a:pt x="29130" y="5148"/>
                    <a:pt x="30168" y="6778"/>
                    <a:pt x="30514" y="8582"/>
                  </a:cubicBezTo>
                  <a:cubicBezTo>
                    <a:pt x="30664" y="9367"/>
                    <a:pt x="30714" y="10225"/>
                    <a:pt x="30514" y="11007"/>
                  </a:cubicBezTo>
                  <a:cubicBezTo>
                    <a:pt x="30404" y="11433"/>
                    <a:pt x="30245" y="11845"/>
                    <a:pt x="30005" y="12218"/>
                  </a:cubicBezTo>
                  <a:cubicBezTo>
                    <a:pt x="29696" y="12697"/>
                    <a:pt x="29203" y="13173"/>
                    <a:pt x="28638" y="13302"/>
                  </a:cubicBezTo>
                  <a:cubicBezTo>
                    <a:pt x="28185" y="13402"/>
                    <a:pt x="27743" y="13419"/>
                    <a:pt x="27307" y="13602"/>
                  </a:cubicBezTo>
                  <a:cubicBezTo>
                    <a:pt x="26928" y="13765"/>
                    <a:pt x="26582" y="13991"/>
                    <a:pt x="26279" y="14274"/>
                  </a:cubicBezTo>
                  <a:cubicBezTo>
                    <a:pt x="25694" y="14826"/>
                    <a:pt x="25281" y="15568"/>
                    <a:pt x="25178" y="16370"/>
                  </a:cubicBezTo>
                  <a:cubicBezTo>
                    <a:pt x="25071" y="17188"/>
                    <a:pt x="25464" y="18376"/>
                    <a:pt x="24765" y="19011"/>
                  </a:cubicBezTo>
                  <a:cubicBezTo>
                    <a:pt x="24526" y="19229"/>
                    <a:pt x="24211" y="19319"/>
                    <a:pt x="23893" y="19319"/>
                  </a:cubicBezTo>
                  <a:cubicBezTo>
                    <a:pt x="23716" y="19319"/>
                    <a:pt x="23537" y="19291"/>
                    <a:pt x="23371" y="19241"/>
                  </a:cubicBezTo>
                  <a:cubicBezTo>
                    <a:pt x="22849" y="19085"/>
                    <a:pt x="22570" y="18702"/>
                    <a:pt x="22194" y="18346"/>
                  </a:cubicBezTo>
                  <a:cubicBezTo>
                    <a:pt x="21856" y="18027"/>
                    <a:pt x="21453" y="17906"/>
                    <a:pt x="21036" y="17906"/>
                  </a:cubicBezTo>
                  <a:cubicBezTo>
                    <a:pt x="20637" y="17906"/>
                    <a:pt x="20224" y="18017"/>
                    <a:pt x="19842" y="18170"/>
                  </a:cubicBezTo>
                  <a:cubicBezTo>
                    <a:pt x="19003" y="18509"/>
                    <a:pt x="18198" y="19061"/>
                    <a:pt x="17742" y="19863"/>
                  </a:cubicBezTo>
                  <a:cubicBezTo>
                    <a:pt x="17479" y="20329"/>
                    <a:pt x="17413" y="20811"/>
                    <a:pt x="17277" y="21317"/>
                  </a:cubicBezTo>
                  <a:cubicBezTo>
                    <a:pt x="17217" y="21540"/>
                    <a:pt x="17153" y="21776"/>
                    <a:pt x="17007" y="21962"/>
                  </a:cubicBezTo>
                  <a:cubicBezTo>
                    <a:pt x="16901" y="22095"/>
                    <a:pt x="16658" y="22285"/>
                    <a:pt x="16488" y="22325"/>
                  </a:cubicBezTo>
                  <a:cubicBezTo>
                    <a:pt x="16462" y="22331"/>
                    <a:pt x="16437" y="22334"/>
                    <a:pt x="16412" y="22334"/>
                  </a:cubicBezTo>
                  <a:cubicBezTo>
                    <a:pt x="16045" y="22334"/>
                    <a:pt x="15775" y="21681"/>
                    <a:pt x="15713" y="21413"/>
                  </a:cubicBezTo>
                  <a:cubicBezTo>
                    <a:pt x="15590" y="20884"/>
                    <a:pt x="15603" y="20312"/>
                    <a:pt x="15580" y="19773"/>
                  </a:cubicBezTo>
                  <a:cubicBezTo>
                    <a:pt x="15537" y="18835"/>
                    <a:pt x="15453" y="17790"/>
                    <a:pt x="14781" y="17065"/>
                  </a:cubicBezTo>
                  <a:cubicBezTo>
                    <a:pt x="14166" y="16400"/>
                    <a:pt x="13228" y="16170"/>
                    <a:pt x="12356" y="16114"/>
                  </a:cubicBezTo>
                  <a:cubicBezTo>
                    <a:pt x="12202" y="16104"/>
                    <a:pt x="12048" y="16099"/>
                    <a:pt x="11895" y="16099"/>
                  </a:cubicBezTo>
                  <a:cubicBezTo>
                    <a:pt x="10119" y="16099"/>
                    <a:pt x="8417" y="16731"/>
                    <a:pt x="6680" y="17019"/>
                  </a:cubicBezTo>
                  <a:cubicBezTo>
                    <a:pt x="6184" y="17100"/>
                    <a:pt x="5680" y="17153"/>
                    <a:pt x="5177" y="17153"/>
                  </a:cubicBezTo>
                  <a:cubicBezTo>
                    <a:pt x="4658" y="17153"/>
                    <a:pt x="4141" y="17097"/>
                    <a:pt x="3636" y="16959"/>
                  </a:cubicBezTo>
                  <a:cubicBezTo>
                    <a:pt x="2658" y="16689"/>
                    <a:pt x="1770" y="16167"/>
                    <a:pt x="1055" y="15445"/>
                  </a:cubicBezTo>
                  <a:cubicBezTo>
                    <a:pt x="699" y="15082"/>
                    <a:pt x="393" y="14676"/>
                    <a:pt x="146" y="14237"/>
                  </a:cubicBezTo>
                  <a:cubicBezTo>
                    <a:pt x="132" y="14213"/>
                    <a:pt x="109" y="14202"/>
                    <a:pt x="87" y="14202"/>
                  </a:cubicBezTo>
                  <a:cubicBezTo>
                    <a:pt x="43" y="14202"/>
                    <a:pt x="0" y="14243"/>
                    <a:pt x="27" y="14294"/>
                  </a:cubicBezTo>
                  <a:lnTo>
                    <a:pt x="23" y="14294"/>
                  </a:lnTo>
                  <a:cubicBezTo>
                    <a:pt x="948" y="15977"/>
                    <a:pt x="2675" y="17142"/>
                    <a:pt x="4591" y="17335"/>
                  </a:cubicBezTo>
                  <a:cubicBezTo>
                    <a:pt x="4822" y="17358"/>
                    <a:pt x="5051" y="17368"/>
                    <a:pt x="5281" y="17368"/>
                  </a:cubicBezTo>
                  <a:cubicBezTo>
                    <a:pt x="7074" y="17368"/>
                    <a:pt x="8825" y="16728"/>
                    <a:pt x="10586" y="16460"/>
                  </a:cubicBezTo>
                  <a:cubicBezTo>
                    <a:pt x="11042" y="16390"/>
                    <a:pt x="11519" y="16340"/>
                    <a:pt x="11994" y="16340"/>
                  </a:cubicBezTo>
                  <a:cubicBezTo>
                    <a:pt x="12608" y="16340"/>
                    <a:pt x="13219" y="16423"/>
                    <a:pt x="13780" y="16656"/>
                  </a:cubicBezTo>
                  <a:cubicBezTo>
                    <a:pt x="15057" y="17185"/>
                    <a:pt x="15297" y="18449"/>
                    <a:pt x="15340" y="19697"/>
                  </a:cubicBezTo>
                  <a:cubicBezTo>
                    <a:pt x="15367" y="20575"/>
                    <a:pt x="15274" y="21676"/>
                    <a:pt x="15833" y="22425"/>
                  </a:cubicBezTo>
                  <a:cubicBezTo>
                    <a:pt x="16052" y="22724"/>
                    <a:pt x="16418" y="22960"/>
                    <a:pt x="16787" y="23010"/>
                  </a:cubicBezTo>
                  <a:cubicBezTo>
                    <a:pt x="16820" y="23015"/>
                    <a:pt x="16852" y="23017"/>
                    <a:pt x="16884" y="23017"/>
                  </a:cubicBezTo>
                  <a:cubicBezTo>
                    <a:pt x="17330" y="23017"/>
                    <a:pt x="17748" y="22599"/>
                    <a:pt x="17962" y="22242"/>
                  </a:cubicBezTo>
                  <a:cubicBezTo>
                    <a:pt x="18251" y="21753"/>
                    <a:pt x="18308" y="21170"/>
                    <a:pt x="18454" y="20632"/>
                  </a:cubicBezTo>
                  <a:cubicBezTo>
                    <a:pt x="18584" y="20166"/>
                    <a:pt x="18777" y="19727"/>
                    <a:pt x="19066" y="19337"/>
                  </a:cubicBezTo>
                  <a:cubicBezTo>
                    <a:pt x="19495" y="18764"/>
                    <a:pt x="20335" y="18207"/>
                    <a:pt x="21113" y="18207"/>
                  </a:cubicBezTo>
                  <a:cubicBezTo>
                    <a:pt x="21422" y="18207"/>
                    <a:pt x="21721" y="18295"/>
                    <a:pt x="21981" y="18506"/>
                  </a:cubicBezTo>
                  <a:cubicBezTo>
                    <a:pt x="22337" y="18795"/>
                    <a:pt x="22600" y="19168"/>
                    <a:pt x="23015" y="19381"/>
                  </a:cubicBezTo>
                  <a:cubicBezTo>
                    <a:pt x="23297" y="19525"/>
                    <a:pt x="23608" y="19599"/>
                    <a:pt x="23922" y="19599"/>
                  </a:cubicBezTo>
                  <a:cubicBezTo>
                    <a:pt x="24028" y="19599"/>
                    <a:pt x="24134" y="19590"/>
                    <a:pt x="24240" y="19574"/>
                  </a:cubicBezTo>
                  <a:cubicBezTo>
                    <a:pt x="25121" y="19421"/>
                    <a:pt x="25484" y="18642"/>
                    <a:pt x="25491" y="17817"/>
                  </a:cubicBezTo>
                  <a:cubicBezTo>
                    <a:pt x="25494" y="17358"/>
                    <a:pt x="25427" y="16902"/>
                    <a:pt x="25477" y="16443"/>
                  </a:cubicBezTo>
                  <a:cubicBezTo>
                    <a:pt x="25534" y="15961"/>
                    <a:pt x="25704" y="15498"/>
                    <a:pt x="25973" y="15092"/>
                  </a:cubicBezTo>
                  <a:cubicBezTo>
                    <a:pt x="26529" y="14234"/>
                    <a:pt x="27460" y="13688"/>
                    <a:pt x="28485" y="13622"/>
                  </a:cubicBezTo>
                  <a:cubicBezTo>
                    <a:pt x="29047" y="13585"/>
                    <a:pt x="29556" y="13539"/>
                    <a:pt x="30025" y="13203"/>
                  </a:cubicBezTo>
                  <a:cubicBezTo>
                    <a:pt x="30438" y="12903"/>
                    <a:pt x="30774" y="12487"/>
                    <a:pt x="31030" y="12048"/>
                  </a:cubicBezTo>
                  <a:cubicBezTo>
                    <a:pt x="31476" y="11276"/>
                    <a:pt x="31725" y="10338"/>
                    <a:pt x="31695" y="9443"/>
                  </a:cubicBezTo>
                  <a:cubicBezTo>
                    <a:pt x="31619" y="7487"/>
                    <a:pt x="30767" y="5664"/>
                    <a:pt x="29599" y="4124"/>
                  </a:cubicBezTo>
                  <a:cubicBezTo>
                    <a:pt x="28352" y="2483"/>
                    <a:pt x="26595" y="880"/>
                    <a:pt x="24556" y="334"/>
                  </a:cubicBezTo>
                  <a:cubicBezTo>
                    <a:pt x="24070" y="204"/>
                    <a:pt x="23571" y="101"/>
                    <a:pt x="23075" y="5"/>
                  </a:cubicBezTo>
                  <a:cubicBezTo>
                    <a:pt x="23061" y="2"/>
                    <a:pt x="23047" y="1"/>
                    <a:pt x="23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11"/>
            <p:cNvSpPr/>
            <p:nvPr/>
          </p:nvSpPr>
          <p:spPr>
            <a:xfrm rot="2918932">
              <a:off x="7163812" y="82452"/>
              <a:ext cx="567362" cy="322846"/>
            </a:xfrm>
            <a:custGeom>
              <a:avLst/>
              <a:gdLst/>
              <a:ahLst/>
              <a:cxnLst/>
              <a:rect l="l" t="t" r="r" b="b"/>
              <a:pathLst>
                <a:path w="17746" h="10098" extrusionOk="0">
                  <a:moveTo>
                    <a:pt x="12843" y="1"/>
                  </a:moveTo>
                  <a:cubicBezTo>
                    <a:pt x="12753" y="1"/>
                    <a:pt x="12669" y="119"/>
                    <a:pt x="12748" y="193"/>
                  </a:cubicBezTo>
                  <a:cubicBezTo>
                    <a:pt x="14059" y="1401"/>
                    <a:pt x="16518" y="2089"/>
                    <a:pt x="16810" y="4109"/>
                  </a:cubicBezTo>
                  <a:cubicBezTo>
                    <a:pt x="16933" y="4954"/>
                    <a:pt x="16458" y="5656"/>
                    <a:pt x="15736" y="6052"/>
                  </a:cubicBezTo>
                  <a:cubicBezTo>
                    <a:pt x="15370" y="6251"/>
                    <a:pt x="14977" y="6401"/>
                    <a:pt x="14571" y="6497"/>
                  </a:cubicBezTo>
                  <a:cubicBezTo>
                    <a:pt x="14119" y="6607"/>
                    <a:pt x="13627" y="6610"/>
                    <a:pt x="13221" y="6863"/>
                  </a:cubicBezTo>
                  <a:cubicBezTo>
                    <a:pt x="12485" y="7316"/>
                    <a:pt x="12642" y="8271"/>
                    <a:pt x="12316" y="8959"/>
                  </a:cubicBezTo>
                  <a:cubicBezTo>
                    <a:pt x="12093" y="9433"/>
                    <a:pt x="11637" y="9809"/>
                    <a:pt x="11104" y="9809"/>
                  </a:cubicBezTo>
                  <a:cubicBezTo>
                    <a:pt x="11071" y="9809"/>
                    <a:pt x="11038" y="9807"/>
                    <a:pt x="11005" y="9804"/>
                  </a:cubicBezTo>
                  <a:cubicBezTo>
                    <a:pt x="10373" y="9751"/>
                    <a:pt x="10137" y="9252"/>
                    <a:pt x="9960" y="8716"/>
                  </a:cubicBezTo>
                  <a:cubicBezTo>
                    <a:pt x="9721" y="7988"/>
                    <a:pt x="9245" y="7549"/>
                    <a:pt x="8457" y="7542"/>
                  </a:cubicBezTo>
                  <a:cubicBezTo>
                    <a:pt x="8449" y="7542"/>
                    <a:pt x="8441" y="7542"/>
                    <a:pt x="8433" y="7542"/>
                  </a:cubicBezTo>
                  <a:cubicBezTo>
                    <a:pt x="7644" y="7542"/>
                    <a:pt x="6919" y="7867"/>
                    <a:pt x="6171" y="8074"/>
                  </a:cubicBezTo>
                  <a:cubicBezTo>
                    <a:pt x="5546" y="8249"/>
                    <a:pt x="4874" y="8349"/>
                    <a:pt x="4206" y="8349"/>
                  </a:cubicBezTo>
                  <a:cubicBezTo>
                    <a:pt x="2535" y="8349"/>
                    <a:pt x="891" y="7727"/>
                    <a:pt x="93" y="6111"/>
                  </a:cubicBezTo>
                  <a:cubicBezTo>
                    <a:pt x="84" y="6096"/>
                    <a:pt x="70" y="6089"/>
                    <a:pt x="56" y="6089"/>
                  </a:cubicBezTo>
                  <a:cubicBezTo>
                    <a:pt x="28" y="6089"/>
                    <a:pt x="1" y="6116"/>
                    <a:pt x="16" y="6151"/>
                  </a:cubicBezTo>
                  <a:lnTo>
                    <a:pt x="16" y="6148"/>
                  </a:lnTo>
                  <a:cubicBezTo>
                    <a:pt x="783" y="7832"/>
                    <a:pt x="2575" y="8577"/>
                    <a:pt x="4332" y="8577"/>
                  </a:cubicBezTo>
                  <a:cubicBezTo>
                    <a:pt x="4512" y="8577"/>
                    <a:pt x="4692" y="8569"/>
                    <a:pt x="4870" y="8553"/>
                  </a:cubicBezTo>
                  <a:cubicBezTo>
                    <a:pt x="5878" y="8464"/>
                    <a:pt x="6790" y="8074"/>
                    <a:pt x="7771" y="7881"/>
                  </a:cubicBezTo>
                  <a:cubicBezTo>
                    <a:pt x="7980" y="7840"/>
                    <a:pt x="8204" y="7807"/>
                    <a:pt x="8425" y="7807"/>
                  </a:cubicBezTo>
                  <a:cubicBezTo>
                    <a:pt x="8654" y="7807"/>
                    <a:pt x="8881" y="7843"/>
                    <a:pt x="9085" y="7945"/>
                  </a:cubicBezTo>
                  <a:cubicBezTo>
                    <a:pt x="9614" y="8207"/>
                    <a:pt x="9658" y="8803"/>
                    <a:pt x="9874" y="9289"/>
                  </a:cubicBezTo>
                  <a:cubicBezTo>
                    <a:pt x="10114" y="9818"/>
                    <a:pt x="10635" y="10098"/>
                    <a:pt x="11171" y="10098"/>
                  </a:cubicBezTo>
                  <a:cubicBezTo>
                    <a:pt x="11454" y="10098"/>
                    <a:pt x="11741" y="10020"/>
                    <a:pt x="11993" y="9861"/>
                  </a:cubicBezTo>
                  <a:cubicBezTo>
                    <a:pt x="12362" y="9618"/>
                    <a:pt x="12645" y="9262"/>
                    <a:pt x="12792" y="8843"/>
                  </a:cubicBezTo>
                  <a:cubicBezTo>
                    <a:pt x="12935" y="8444"/>
                    <a:pt x="12911" y="7851"/>
                    <a:pt x="13234" y="7542"/>
                  </a:cubicBezTo>
                  <a:cubicBezTo>
                    <a:pt x="13444" y="7342"/>
                    <a:pt x="13750" y="7379"/>
                    <a:pt x="14016" y="7366"/>
                  </a:cubicBezTo>
                  <a:cubicBezTo>
                    <a:pt x="14269" y="7356"/>
                    <a:pt x="14518" y="7332"/>
                    <a:pt x="14764" y="7296"/>
                  </a:cubicBezTo>
                  <a:cubicBezTo>
                    <a:pt x="15237" y="7223"/>
                    <a:pt x="15696" y="7080"/>
                    <a:pt x="16122" y="6867"/>
                  </a:cubicBezTo>
                  <a:cubicBezTo>
                    <a:pt x="16953" y="6444"/>
                    <a:pt x="17625" y="5689"/>
                    <a:pt x="17682" y="4721"/>
                  </a:cubicBezTo>
                  <a:cubicBezTo>
                    <a:pt x="17745" y="3633"/>
                    <a:pt x="17017" y="2628"/>
                    <a:pt x="16202" y="1989"/>
                  </a:cubicBezTo>
                  <a:cubicBezTo>
                    <a:pt x="15187" y="1194"/>
                    <a:pt x="13943" y="775"/>
                    <a:pt x="12901" y="20"/>
                  </a:cubicBezTo>
                  <a:cubicBezTo>
                    <a:pt x="12883" y="7"/>
                    <a:pt x="12863" y="1"/>
                    <a:pt x="128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85" name="Google Shape;2685;p11"/>
          <p:cNvGrpSpPr/>
          <p:nvPr/>
        </p:nvGrpSpPr>
        <p:grpSpPr>
          <a:xfrm rot="-804848">
            <a:off x="3983027" y="-1901845"/>
            <a:ext cx="4586693" cy="4669833"/>
            <a:chOff x="6443636" y="-651126"/>
            <a:chExt cx="1857643" cy="1891315"/>
          </a:xfrm>
        </p:grpSpPr>
        <p:sp>
          <p:nvSpPr>
            <p:cNvPr id="2686" name="Google Shape;2686;p11"/>
            <p:cNvSpPr/>
            <p:nvPr/>
          </p:nvSpPr>
          <p:spPr>
            <a:xfrm rot="2918932">
              <a:off x="6614851" y="-276011"/>
              <a:ext cx="1515213" cy="1141085"/>
            </a:xfrm>
            <a:custGeom>
              <a:avLst/>
              <a:gdLst/>
              <a:ahLst/>
              <a:cxnLst/>
              <a:rect l="l" t="t" r="r" b="b"/>
              <a:pathLst>
                <a:path w="47393" h="35691" extrusionOk="0">
                  <a:moveTo>
                    <a:pt x="33712" y="1"/>
                  </a:moveTo>
                  <a:cubicBezTo>
                    <a:pt x="33522" y="1"/>
                    <a:pt x="33430" y="292"/>
                    <a:pt x="33639" y="350"/>
                  </a:cubicBezTo>
                  <a:cubicBezTo>
                    <a:pt x="36952" y="1305"/>
                    <a:pt x="40130" y="2815"/>
                    <a:pt x="42944" y="4805"/>
                  </a:cubicBezTo>
                  <a:cubicBezTo>
                    <a:pt x="44371" y="5816"/>
                    <a:pt x="46135" y="7060"/>
                    <a:pt x="46561" y="8870"/>
                  </a:cubicBezTo>
                  <a:cubicBezTo>
                    <a:pt x="46737" y="9612"/>
                    <a:pt x="46670" y="10447"/>
                    <a:pt x="46291" y="11119"/>
                  </a:cubicBezTo>
                  <a:cubicBezTo>
                    <a:pt x="45875" y="11854"/>
                    <a:pt x="45167" y="12150"/>
                    <a:pt x="44371" y="12300"/>
                  </a:cubicBezTo>
                  <a:cubicBezTo>
                    <a:pt x="43620" y="12447"/>
                    <a:pt x="42798" y="12516"/>
                    <a:pt x="42172" y="13009"/>
                  </a:cubicBezTo>
                  <a:cubicBezTo>
                    <a:pt x="41800" y="13302"/>
                    <a:pt x="41547" y="13724"/>
                    <a:pt x="41420" y="14180"/>
                  </a:cubicBezTo>
                  <a:cubicBezTo>
                    <a:pt x="41151" y="15158"/>
                    <a:pt x="41347" y="16219"/>
                    <a:pt x="41397" y="17214"/>
                  </a:cubicBezTo>
                  <a:cubicBezTo>
                    <a:pt x="41450" y="18272"/>
                    <a:pt x="41374" y="19523"/>
                    <a:pt x="40286" y="20048"/>
                  </a:cubicBezTo>
                  <a:cubicBezTo>
                    <a:pt x="39761" y="20301"/>
                    <a:pt x="39191" y="20334"/>
                    <a:pt x="38615" y="20334"/>
                  </a:cubicBezTo>
                  <a:cubicBezTo>
                    <a:pt x="38408" y="20334"/>
                    <a:pt x="38200" y="20330"/>
                    <a:pt x="37993" y="20330"/>
                  </a:cubicBezTo>
                  <a:cubicBezTo>
                    <a:pt x="37414" y="20330"/>
                    <a:pt x="36842" y="20363"/>
                    <a:pt x="36314" y="20617"/>
                  </a:cubicBezTo>
                  <a:cubicBezTo>
                    <a:pt x="35010" y="21239"/>
                    <a:pt x="34976" y="22846"/>
                    <a:pt x="35209" y="24081"/>
                  </a:cubicBezTo>
                  <a:cubicBezTo>
                    <a:pt x="35369" y="24942"/>
                    <a:pt x="35642" y="25834"/>
                    <a:pt x="35499" y="26719"/>
                  </a:cubicBezTo>
                  <a:cubicBezTo>
                    <a:pt x="35379" y="27461"/>
                    <a:pt x="34847" y="28279"/>
                    <a:pt x="34051" y="28392"/>
                  </a:cubicBezTo>
                  <a:cubicBezTo>
                    <a:pt x="33992" y="28401"/>
                    <a:pt x="33934" y="28404"/>
                    <a:pt x="33877" y="28404"/>
                  </a:cubicBezTo>
                  <a:cubicBezTo>
                    <a:pt x="33180" y="28404"/>
                    <a:pt x="32676" y="27810"/>
                    <a:pt x="32252" y="27318"/>
                  </a:cubicBezTo>
                  <a:cubicBezTo>
                    <a:pt x="31829" y="26832"/>
                    <a:pt x="31407" y="26343"/>
                    <a:pt x="30788" y="26110"/>
                  </a:cubicBezTo>
                  <a:cubicBezTo>
                    <a:pt x="30467" y="25990"/>
                    <a:pt x="30136" y="25935"/>
                    <a:pt x="29805" y="25935"/>
                  </a:cubicBezTo>
                  <a:cubicBezTo>
                    <a:pt x="28836" y="25935"/>
                    <a:pt x="27875" y="26409"/>
                    <a:pt x="27215" y="27111"/>
                  </a:cubicBezTo>
                  <a:cubicBezTo>
                    <a:pt x="26110" y="28286"/>
                    <a:pt x="25718" y="29903"/>
                    <a:pt x="25415" y="31436"/>
                  </a:cubicBezTo>
                  <a:cubicBezTo>
                    <a:pt x="25219" y="32440"/>
                    <a:pt x="24868" y="35515"/>
                    <a:pt x="23426" y="35515"/>
                  </a:cubicBezTo>
                  <a:cubicBezTo>
                    <a:pt x="23229" y="35515"/>
                    <a:pt x="23011" y="35458"/>
                    <a:pt x="22770" y="35329"/>
                  </a:cubicBezTo>
                  <a:cubicBezTo>
                    <a:pt x="22075" y="34956"/>
                    <a:pt x="21669" y="34201"/>
                    <a:pt x="21379" y="33502"/>
                  </a:cubicBezTo>
                  <a:cubicBezTo>
                    <a:pt x="21000" y="32591"/>
                    <a:pt x="20817" y="31609"/>
                    <a:pt x="20837" y="30625"/>
                  </a:cubicBezTo>
                  <a:cubicBezTo>
                    <a:pt x="20857" y="29773"/>
                    <a:pt x="21007" y="28915"/>
                    <a:pt x="20864" y="28066"/>
                  </a:cubicBezTo>
                  <a:cubicBezTo>
                    <a:pt x="20744" y="27388"/>
                    <a:pt x="20461" y="26749"/>
                    <a:pt x="20035" y="26207"/>
                  </a:cubicBezTo>
                  <a:cubicBezTo>
                    <a:pt x="19157" y="25062"/>
                    <a:pt x="17783" y="24340"/>
                    <a:pt x="16399" y="24011"/>
                  </a:cubicBezTo>
                  <a:cubicBezTo>
                    <a:pt x="15743" y="23855"/>
                    <a:pt x="15074" y="23792"/>
                    <a:pt x="14402" y="23792"/>
                  </a:cubicBezTo>
                  <a:cubicBezTo>
                    <a:pt x="13427" y="23792"/>
                    <a:pt x="12446" y="23924"/>
                    <a:pt x="11492" y="24094"/>
                  </a:cubicBezTo>
                  <a:cubicBezTo>
                    <a:pt x="9531" y="24442"/>
                    <a:pt x="7460" y="24985"/>
                    <a:pt x="5436" y="24985"/>
                  </a:cubicBezTo>
                  <a:cubicBezTo>
                    <a:pt x="4227" y="24985"/>
                    <a:pt x="3035" y="24792"/>
                    <a:pt x="1894" y="24247"/>
                  </a:cubicBezTo>
                  <a:cubicBezTo>
                    <a:pt x="1208" y="23918"/>
                    <a:pt x="606" y="23492"/>
                    <a:pt x="110" y="22913"/>
                  </a:cubicBezTo>
                  <a:cubicBezTo>
                    <a:pt x="99" y="22901"/>
                    <a:pt x="86" y="22897"/>
                    <a:pt x="74" y="22897"/>
                  </a:cubicBezTo>
                  <a:cubicBezTo>
                    <a:pt x="35" y="22897"/>
                    <a:pt x="0" y="22943"/>
                    <a:pt x="31" y="22983"/>
                  </a:cubicBezTo>
                  <a:lnTo>
                    <a:pt x="24" y="22983"/>
                  </a:lnTo>
                  <a:cubicBezTo>
                    <a:pt x="1404" y="24636"/>
                    <a:pt x="3438" y="25156"/>
                    <a:pt x="5498" y="25156"/>
                  </a:cubicBezTo>
                  <a:cubicBezTo>
                    <a:pt x="6477" y="25156"/>
                    <a:pt x="7462" y="25038"/>
                    <a:pt x="8384" y="24869"/>
                  </a:cubicBezTo>
                  <a:cubicBezTo>
                    <a:pt x="10345" y="24509"/>
                    <a:pt x="12432" y="23947"/>
                    <a:pt x="14446" y="23947"/>
                  </a:cubicBezTo>
                  <a:cubicBezTo>
                    <a:pt x="15947" y="23947"/>
                    <a:pt x="17409" y="24260"/>
                    <a:pt x="18748" y="25202"/>
                  </a:cubicBezTo>
                  <a:cubicBezTo>
                    <a:pt x="19403" y="25658"/>
                    <a:pt x="19969" y="26250"/>
                    <a:pt x="20328" y="26965"/>
                  </a:cubicBezTo>
                  <a:cubicBezTo>
                    <a:pt x="20754" y="27810"/>
                    <a:pt x="20780" y="28708"/>
                    <a:pt x="20717" y="29633"/>
                  </a:cubicBezTo>
                  <a:cubicBezTo>
                    <a:pt x="20594" y="31353"/>
                    <a:pt x="20734" y="33126"/>
                    <a:pt x="21732" y="34597"/>
                  </a:cubicBezTo>
                  <a:cubicBezTo>
                    <a:pt x="22055" y="35076"/>
                    <a:pt x="22520" y="35548"/>
                    <a:pt x="23113" y="35665"/>
                  </a:cubicBezTo>
                  <a:cubicBezTo>
                    <a:pt x="23199" y="35682"/>
                    <a:pt x="23285" y="35690"/>
                    <a:pt x="23368" y="35690"/>
                  </a:cubicBezTo>
                  <a:cubicBezTo>
                    <a:pt x="23959" y="35690"/>
                    <a:pt x="24447" y="35276"/>
                    <a:pt x="24736" y="34757"/>
                  </a:cubicBezTo>
                  <a:cubicBezTo>
                    <a:pt x="25152" y="34021"/>
                    <a:pt x="25308" y="33143"/>
                    <a:pt x="25468" y="32321"/>
                  </a:cubicBezTo>
                  <a:cubicBezTo>
                    <a:pt x="25648" y="31406"/>
                    <a:pt x="25794" y="30485"/>
                    <a:pt x="26077" y="29597"/>
                  </a:cubicBezTo>
                  <a:cubicBezTo>
                    <a:pt x="26579" y="28010"/>
                    <a:pt x="27611" y="26413"/>
                    <a:pt x="29387" y="26147"/>
                  </a:cubicBezTo>
                  <a:cubicBezTo>
                    <a:pt x="29530" y="26125"/>
                    <a:pt x="29672" y="26114"/>
                    <a:pt x="29812" y="26114"/>
                  </a:cubicBezTo>
                  <a:cubicBezTo>
                    <a:pt x="30487" y="26114"/>
                    <a:pt x="31120" y="26365"/>
                    <a:pt x="31613" y="26859"/>
                  </a:cubicBezTo>
                  <a:cubicBezTo>
                    <a:pt x="32079" y="27324"/>
                    <a:pt x="32425" y="27917"/>
                    <a:pt x="32964" y="28309"/>
                  </a:cubicBezTo>
                  <a:cubicBezTo>
                    <a:pt x="33266" y="28529"/>
                    <a:pt x="33575" y="28625"/>
                    <a:pt x="33872" y="28625"/>
                  </a:cubicBezTo>
                  <a:cubicBezTo>
                    <a:pt x="34748" y="28625"/>
                    <a:pt x="35519" y="27794"/>
                    <a:pt x="35715" y="26865"/>
                  </a:cubicBezTo>
                  <a:cubicBezTo>
                    <a:pt x="36061" y="25218"/>
                    <a:pt x="34910" y="23608"/>
                    <a:pt x="35412" y="21958"/>
                  </a:cubicBezTo>
                  <a:cubicBezTo>
                    <a:pt x="35944" y="20211"/>
                    <a:pt x="37884" y="20614"/>
                    <a:pt x="39288" y="20494"/>
                  </a:cubicBezTo>
                  <a:cubicBezTo>
                    <a:pt x="40426" y="20398"/>
                    <a:pt x="41311" y="19789"/>
                    <a:pt x="41540" y="18641"/>
                  </a:cubicBezTo>
                  <a:cubicBezTo>
                    <a:pt x="41753" y="17570"/>
                    <a:pt x="41497" y="16465"/>
                    <a:pt x="41504" y="15384"/>
                  </a:cubicBezTo>
                  <a:cubicBezTo>
                    <a:pt x="41507" y="14872"/>
                    <a:pt x="41554" y="14330"/>
                    <a:pt x="41790" y="13867"/>
                  </a:cubicBezTo>
                  <a:cubicBezTo>
                    <a:pt x="42136" y="13202"/>
                    <a:pt x="42814" y="12922"/>
                    <a:pt x="43520" y="12799"/>
                  </a:cubicBezTo>
                  <a:cubicBezTo>
                    <a:pt x="44322" y="12659"/>
                    <a:pt x="45190" y="12636"/>
                    <a:pt x="45885" y="12160"/>
                  </a:cubicBezTo>
                  <a:cubicBezTo>
                    <a:pt x="46454" y="11774"/>
                    <a:pt x="46827" y="11159"/>
                    <a:pt x="46990" y="10497"/>
                  </a:cubicBezTo>
                  <a:cubicBezTo>
                    <a:pt x="47392" y="8827"/>
                    <a:pt x="46531" y="7286"/>
                    <a:pt x="45363" y="6149"/>
                  </a:cubicBezTo>
                  <a:cubicBezTo>
                    <a:pt x="44092" y="4908"/>
                    <a:pt x="42558" y="3883"/>
                    <a:pt x="41031" y="2982"/>
                  </a:cubicBezTo>
                  <a:cubicBezTo>
                    <a:pt x="39517" y="2087"/>
                    <a:pt x="37917" y="1345"/>
                    <a:pt x="36257" y="759"/>
                  </a:cubicBezTo>
                  <a:cubicBezTo>
                    <a:pt x="35435" y="473"/>
                    <a:pt x="34604" y="220"/>
                    <a:pt x="33762" y="7"/>
                  </a:cubicBezTo>
                  <a:cubicBezTo>
                    <a:pt x="33745" y="3"/>
                    <a:pt x="33728" y="1"/>
                    <a:pt x="33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11"/>
            <p:cNvSpPr/>
            <p:nvPr/>
          </p:nvSpPr>
          <p:spPr>
            <a:xfrm rot="2918932">
              <a:off x="6900323" y="-129092"/>
              <a:ext cx="1014319" cy="735882"/>
            </a:xfrm>
            <a:custGeom>
              <a:avLst/>
              <a:gdLst/>
              <a:ahLst/>
              <a:cxnLst/>
              <a:rect l="l" t="t" r="r" b="b"/>
              <a:pathLst>
                <a:path w="31726" h="23017" extrusionOk="0">
                  <a:moveTo>
                    <a:pt x="23033" y="1"/>
                  </a:moveTo>
                  <a:cubicBezTo>
                    <a:pt x="22811" y="1"/>
                    <a:pt x="22756" y="369"/>
                    <a:pt x="22982" y="447"/>
                  </a:cubicBezTo>
                  <a:cubicBezTo>
                    <a:pt x="23458" y="617"/>
                    <a:pt x="23917" y="843"/>
                    <a:pt x="24343" y="1113"/>
                  </a:cubicBezTo>
                  <a:cubicBezTo>
                    <a:pt x="24769" y="1379"/>
                    <a:pt x="25211" y="1605"/>
                    <a:pt x="25614" y="1901"/>
                  </a:cubicBezTo>
                  <a:cubicBezTo>
                    <a:pt x="26422" y="2493"/>
                    <a:pt x="27207" y="3089"/>
                    <a:pt x="27893" y="3824"/>
                  </a:cubicBezTo>
                  <a:cubicBezTo>
                    <a:pt x="29130" y="5148"/>
                    <a:pt x="30168" y="6778"/>
                    <a:pt x="30514" y="8582"/>
                  </a:cubicBezTo>
                  <a:cubicBezTo>
                    <a:pt x="30664" y="9367"/>
                    <a:pt x="30714" y="10225"/>
                    <a:pt x="30514" y="11007"/>
                  </a:cubicBezTo>
                  <a:cubicBezTo>
                    <a:pt x="30404" y="11433"/>
                    <a:pt x="30245" y="11845"/>
                    <a:pt x="30005" y="12218"/>
                  </a:cubicBezTo>
                  <a:cubicBezTo>
                    <a:pt x="29696" y="12697"/>
                    <a:pt x="29203" y="13173"/>
                    <a:pt x="28638" y="13302"/>
                  </a:cubicBezTo>
                  <a:cubicBezTo>
                    <a:pt x="28185" y="13402"/>
                    <a:pt x="27743" y="13419"/>
                    <a:pt x="27307" y="13602"/>
                  </a:cubicBezTo>
                  <a:cubicBezTo>
                    <a:pt x="26928" y="13765"/>
                    <a:pt x="26582" y="13991"/>
                    <a:pt x="26279" y="14274"/>
                  </a:cubicBezTo>
                  <a:cubicBezTo>
                    <a:pt x="25694" y="14826"/>
                    <a:pt x="25281" y="15568"/>
                    <a:pt x="25178" y="16370"/>
                  </a:cubicBezTo>
                  <a:cubicBezTo>
                    <a:pt x="25071" y="17188"/>
                    <a:pt x="25464" y="18376"/>
                    <a:pt x="24765" y="19011"/>
                  </a:cubicBezTo>
                  <a:cubicBezTo>
                    <a:pt x="24526" y="19229"/>
                    <a:pt x="24211" y="19319"/>
                    <a:pt x="23893" y="19319"/>
                  </a:cubicBezTo>
                  <a:cubicBezTo>
                    <a:pt x="23716" y="19319"/>
                    <a:pt x="23537" y="19291"/>
                    <a:pt x="23371" y="19241"/>
                  </a:cubicBezTo>
                  <a:cubicBezTo>
                    <a:pt x="22849" y="19085"/>
                    <a:pt x="22570" y="18702"/>
                    <a:pt x="22194" y="18346"/>
                  </a:cubicBezTo>
                  <a:cubicBezTo>
                    <a:pt x="21856" y="18027"/>
                    <a:pt x="21453" y="17906"/>
                    <a:pt x="21036" y="17906"/>
                  </a:cubicBezTo>
                  <a:cubicBezTo>
                    <a:pt x="20637" y="17906"/>
                    <a:pt x="20224" y="18017"/>
                    <a:pt x="19842" y="18170"/>
                  </a:cubicBezTo>
                  <a:cubicBezTo>
                    <a:pt x="19003" y="18509"/>
                    <a:pt x="18198" y="19061"/>
                    <a:pt x="17742" y="19863"/>
                  </a:cubicBezTo>
                  <a:cubicBezTo>
                    <a:pt x="17479" y="20329"/>
                    <a:pt x="17413" y="20811"/>
                    <a:pt x="17277" y="21317"/>
                  </a:cubicBezTo>
                  <a:cubicBezTo>
                    <a:pt x="17217" y="21540"/>
                    <a:pt x="17153" y="21776"/>
                    <a:pt x="17007" y="21962"/>
                  </a:cubicBezTo>
                  <a:cubicBezTo>
                    <a:pt x="16901" y="22095"/>
                    <a:pt x="16658" y="22285"/>
                    <a:pt x="16488" y="22325"/>
                  </a:cubicBezTo>
                  <a:cubicBezTo>
                    <a:pt x="16462" y="22331"/>
                    <a:pt x="16437" y="22334"/>
                    <a:pt x="16412" y="22334"/>
                  </a:cubicBezTo>
                  <a:cubicBezTo>
                    <a:pt x="16045" y="22334"/>
                    <a:pt x="15775" y="21681"/>
                    <a:pt x="15713" y="21413"/>
                  </a:cubicBezTo>
                  <a:cubicBezTo>
                    <a:pt x="15590" y="20884"/>
                    <a:pt x="15603" y="20312"/>
                    <a:pt x="15580" y="19773"/>
                  </a:cubicBezTo>
                  <a:cubicBezTo>
                    <a:pt x="15537" y="18835"/>
                    <a:pt x="15453" y="17790"/>
                    <a:pt x="14781" y="17065"/>
                  </a:cubicBezTo>
                  <a:cubicBezTo>
                    <a:pt x="14166" y="16400"/>
                    <a:pt x="13228" y="16170"/>
                    <a:pt x="12356" y="16114"/>
                  </a:cubicBezTo>
                  <a:cubicBezTo>
                    <a:pt x="12202" y="16104"/>
                    <a:pt x="12048" y="16099"/>
                    <a:pt x="11895" y="16099"/>
                  </a:cubicBezTo>
                  <a:cubicBezTo>
                    <a:pt x="10119" y="16099"/>
                    <a:pt x="8417" y="16731"/>
                    <a:pt x="6680" y="17019"/>
                  </a:cubicBezTo>
                  <a:cubicBezTo>
                    <a:pt x="6184" y="17100"/>
                    <a:pt x="5680" y="17153"/>
                    <a:pt x="5177" y="17153"/>
                  </a:cubicBezTo>
                  <a:cubicBezTo>
                    <a:pt x="4658" y="17153"/>
                    <a:pt x="4141" y="17097"/>
                    <a:pt x="3636" y="16959"/>
                  </a:cubicBezTo>
                  <a:cubicBezTo>
                    <a:pt x="2658" y="16689"/>
                    <a:pt x="1770" y="16167"/>
                    <a:pt x="1055" y="15445"/>
                  </a:cubicBezTo>
                  <a:cubicBezTo>
                    <a:pt x="699" y="15082"/>
                    <a:pt x="393" y="14676"/>
                    <a:pt x="146" y="14237"/>
                  </a:cubicBezTo>
                  <a:cubicBezTo>
                    <a:pt x="132" y="14213"/>
                    <a:pt x="109" y="14202"/>
                    <a:pt x="87" y="14202"/>
                  </a:cubicBezTo>
                  <a:cubicBezTo>
                    <a:pt x="43" y="14202"/>
                    <a:pt x="0" y="14243"/>
                    <a:pt x="27" y="14294"/>
                  </a:cubicBezTo>
                  <a:lnTo>
                    <a:pt x="23" y="14294"/>
                  </a:lnTo>
                  <a:cubicBezTo>
                    <a:pt x="948" y="15977"/>
                    <a:pt x="2675" y="17142"/>
                    <a:pt x="4591" y="17335"/>
                  </a:cubicBezTo>
                  <a:cubicBezTo>
                    <a:pt x="4822" y="17358"/>
                    <a:pt x="5051" y="17368"/>
                    <a:pt x="5281" y="17368"/>
                  </a:cubicBezTo>
                  <a:cubicBezTo>
                    <a:pt x="7074" y="17368"/>
                    <a:pt x="8825" y="16728"/>
                    <a:pt x="10586" y="16460"/>
                  </a:cubicBezTo>
                  <a:cubicBezTo>
                    <a:pt x="11042" y="16390"/>
                    <a:pt x="11519" y="16340"/>
                    <a:pt x="11994" y="16340"/>
                  </a:cubicBezTo>
                  <a:cubicBezTo>
                    <a:pt x="12608" y="16340"/>
                    <a:pt x="13219" y="16423"/>
                    <a:pt x="13780" y="16656"/>
                  </a:cubicBezTo>
                  <a:cubicBezTo>
                    <a:pt x="15057" y="17185"/>
                    <a:pt x="15297" y="18449"/>
                    <a:pt x="15340" y="19697"/>
                  </a:cubicBezTo>
                  <a:cubicBezTo>
                    <a:pt x="15367" y="20575"/>
                    <a:pt x="15274" y="21676"/>
                    <a:pt x="15833" y="22425"/>
                  </a:cubicBezTo>
                  <a:cubicBezTo>
                    <a:pt x="16052" y="22724"/>
                    <a:pt x="16418" y="22960"/>
                    <a:pt x="16787" y="23010"/>
                  </a:cubicBezTo>
                  <a:cubicBezTo>
                    <a:pt x="16820" y="23015"/>
                    <a:pt x="16852" y="23017"/>
                    <a:pt x="16884" y="23017"/>
                  </a:cubicBezTo>
                  <a:cubicBezTo>
                    <a:pt x="17330" y="23017"/>
                    <a:pt x="17748" y="22599"/>
                    <a:pt x="17962" y="22242"/>
                  </a:cubicBezTo>
                  <a:cubicBezTo>
                    <a:pt x="18251" y="21753"/>
                    <a:pt x="18308" y="21170"/>
                    <a:pt x="18454" y="20632"/>
                  </a:cubicBezTo>
                  <a:cubicBezTo>
                    <a:pt x="18584" y="20166"/>
                    <a:pt x="18777" y="19727"/>
                    <a:pt x="19066" y="19337"/>
                  </a:cubicBezTo>
                  <a:cubicBezTo>
                    <a:pt x="19495" y="18764"/>
                    <a:pt x="20335" y="18207"/>
                    <a:pt x="21113" y="18207"/>
                  </a:cubicBezTo>
                  <a:cubicBezTo>
                    <a:pt x="21422" y="18207"/>
                    <a:pt x="21721" y="18295"/>
                    <a:pt x="21981" y="18506"/>
                  </a:cubicBezTo>
                  <a:cubicBezTo>
                    <a:pt x="22337" y="18795"/>
                    <a:pt x="22600" y="19168"/>
                    <a:pt x="23015" y="19381"/>
                  </a:cubicBezTo>
                  <a:cubicBezTo>
                    <a:pt x="23297" y="19525"/>
                    <a:pt x="23608" y="19599"/>
                    <a:pt x="23922" y="19599"/>
                  </a:cubicBezTo>
                  <a:cubicBezTo>
                    <a:pt x="24028" y="19599"/>
                    <a:pt x="24134" y="19590"/>
                    <a:pt x="24240" y="19574"/>
                  </a:cubicBezTo>
                  <a:cubicBezTo>
                    <a:pt x="25121" y="19421"/>
                    <a:pt x="25484" y="18642"/>
                    <a:pt x="25491" y="17817"/>
                  </a:cubicBezTo>
                  <a:cubicBezTo>
                    <a:pt x="25494" y="17358"/>
                    <a:pt x="25427" y="16902"/>
                    <a:pt x="25477" y="16443"/>
                  </a:cubicBezTo>
                  <a:cubicBezTo>
                    <a:pt x="25534" y="15961"/>
                    <a:pt x="25704" y="15498"/>
                    <a:pt x="25973" y="15092"/>
                  </a:cubicBezTo>
                  <a:cubicBezTo>
                    <a:pt x="26529" y="14234"/>
                    <a:pt x="27460" y="13688"/>
                    <a:pt x="28485" y="13622"/>
                  </a:cubicBezTo>
                  <a:cubicBezTo>
                    <a:pt x="29047" y="13585"/>
                    <a:pt x="29556" y="13539"/>
                    <a:pt x="30025" y="13203"/>
                  </a:cubicBezTo>
                  <a:cubicBezTo>
                    <a:pt x="30438" y="12903"/>
                    <a:pt x="30774" y="12487"/>
                    <a:pt x="31030" y="12048"/>
                  </a:cubicBezTo>
                  <a:cubicBezTo>
                    <a:pt x="31476" y="11276"/>
                    <a:pt x="31725" y="10338"/>
                    <a:pt x="31695" y="9443"/>
                  </a:cubicBezTo>
                  <a:cubicBezTo>
                    <a:pt x="31619" y="7487"/>
                    <a:pt x="30767" y="5664"/>
                    <a:pt x="29599" y="4124"/>
                  </a:cubicBezTo>
                  <a:cubicBezTo>
                    <a:pt x="28352" y="2483"/>
                    <a:pt x="26595" y="880"/>
                    <a:pt x="24556" y="334"/>
                  </a:cubicBezTo>
                  <a:cubicBezTo>
                    <a:pt x="24070" y="204"/>
                    <a:pt x="23571" y="101"/>
                    <a:pt x="23075" y="5"/>
                  </a:cubicBezTo>
                  <a:cubicBezTo>
                    <a:pt x="23061" y="2"/>
                    <a:pt x="23047" y="1"/>
                    <a:pt x="23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11"/>
            <p:cNvSpPr/>
            <p:nvPr/>
          </p:nvSpPr>
          <p:spPr>
            <a:xfrm rot="2918932">
              <a:off x="7163812" y="82452"/>
              <a:ext cx="567362" cy="322846"/>
            </a:xfrm>
            <a:custGeom>
              <a:avLst/>
              <a:gdLst/>
              <a:ahLst/>
              <a:cxnLst/>
              <a:rect l="l" t="t" r="r" b="b"/>
              <a:pathLst>
                <a:path w="17746" h="10098" extrusionOk="0">
                  <a:moveTo>
                    <a:pt x="12843" y="1"/>
                  </a:moveTo>
                  <a:cubicBezTo>
                    <a:pt x="12753" y="1"/>
                    <a:pt x="12669" y="119"/>
                    <a:pt x="12748" y="193"/>
                  </a:cubicBezTo>
                  <a:cubicBezTo>
                    <a:pt x="14059" y="1401"/>
                    <a:pt x="16518" y="2089"/>
                    <a:pt x="16810" y="4109"/>
                  </a:cubicBezTo>
                  <a:cubicBezTo>
                    <a:pt x="16933" y="4954"/>
                    <a:pt x="16458" y="5656"/>
                    <a:pt x="15736" y="6052"/>
                  </a:cubicBezTo>
                  <a:cubicBezTo>
                    <a:pt x="15370" y="6251"/>
                    <a:pt x="14977" y="6401"/>
                    <a:pt x="14571" y="6497"/>
                  </a:cubicBezTo>
                  <a:cubicBezTo>
                    <a:pt x="14119" y="6607"/>
                    <a:pt x="13627" y="6610"/>
                    <a:pt x="13221" y="6863"/>
                  </a:cubicBezTo>
                  <a:cubicBezTo>
                    <a:pt x="12485" y="7316"/>
                    <a:pt x="12642" y="8271"/>
                    <a:pt x="12316" y="8959"/>
                  </a:cubicBezTo>
                  <a:cubicBezTo>
                    <a:pt x="12093" y="9433"/>
                    <a:pt x="11637" y="9809"/>
                    <a:pt x="11104" y="9809"/>
                  </a:cubicBezTo>
                  <a:cubicBezTo>
                    <a:pt x="11071" y="9809"/>
                    <a:pt x="11038" y="9807"/>
                    <a:pt x="11005" y="9804"/>
                  </a:cubicBezTo>
                  <a:cubicBezTo>
                    <a:pt x="10373" y="9751"/>
                    <a:pt x="10137" y="9252"/>
                    <a:pt x="9960" y="8716"/>
                  </a:cubicBezTo>
                  <a:cubicBezTo>
                    <a:pt x="9721" y="7988"/>
                    <a:pt x="9245" y="7549"/>
                    <a:pt x="8457" y="7542"/>
                  </a:cubicBezTo>
                  <a:cubicBezTo>
                    <a:pt x="8449" y="7542"/>
                    <a:pt x="8441" y="7542"/>
                    <a:pt x="8433" y="7542"/>
                  </a:cubicBezTo>
                  <a:cubicBezTo>
                    <a:pt x="7644" y="7542"/>
                    <a:pt x="6919" y="7867"/>
                    <a:pt x="6171" y="8074"/>
                  </a:cubicBezTo>
                  <a:cubicBezTo>
                    <a:pt x="5546" y="8249"/>
                    <a:pt x="4874" y="8349"/>
                    <a:pt x="4206" y="8349"/>
                  </a:cubicBezTo>
                  <a:cubicBezTo>
                    <a:pt x="2535" y="8349"/>
                    <a:pt x="891" y="7727"/>
                    <a:pt x="93" y="6111"/>
                  </a:cubicBezTo>
                  <a:cubicBezTo>
                    <a:pt x="84" y="6096"/>
                    <a:pt x="70" y="6089"/>
                    <a:pt x="56" y="6089"/>
                  </a:cubicBezTo>
                  <a:cubicBezTo>
                    <a:pt x="28" y="6089"/>
                    <a:pt x="1" y="6116"/>
                    <a:pt x="16" y="6151"/>
                  </a:cubicBezTo>
                  <a:lnTo>
                    <a:pt x="16" y="6148"/>
                  </a:lnTo>
                  <a:cubicBezTo>
                    <a:pt x="783" y="7832"/>
                    <a:pt x="2575" y="8577"/>
                    <a:pt x="4332" y="8577"/>
                  </a:cubicBezTo>
                  <a:cubicBezTo>
                    <a:pt x="4512" y="8577"/>
                    <a:pt x="4692" y="8569"/>
                    <a:pt x="4870" y="8553"/>
                  </a:cubicBezTo>
                  <a:cubicBezTo>
                    <a:pt x="5878" y="8464"/>
                    <a:pt x="6790" y="8074"/>
                    <a:pt x="7771" y="7881"/>
                  </a:cubicBezTo>
                  <a:cubicBezTo>
                    <a:pt x="7980" y="7840"/>
                    <a:pt x="8204" y="7807"/>
                    <a:pt x="8425" y="7807"/>
                  </a:cubicBezTo>
                  <a:cubicBezTo>
                    <a:pt x="8654" y="7807"/>
                    <a:pt x="8881" y="7843"/>
                    <a:pt x="9085" y="7945"/>
                  </a:cubicBezTo>
                  <a:cubicBezTo>
                    <a:pt x="9614" y="8207"/>
                    <a:pt x="9658" y="8803"/>
                    <a:pt x="9874" y="9289"/>
                  </a:cubicBezTo>
                  <a:cubicBezTo>
                    <a:pt x="10114" y="9818"/>
                    <a:pt x="10635" y="10098"/>
                    <a:pt x="11171" y="10098"/>
                  </a:cubicBezTo>
                  <a:cubicBezTo>
                    <a:pt x="11454" y="10098"/>
                    <a:pt x="11741" y="10020"/>
                    <a:pt x="11993" y="9861"/>
                  </a:cubicBezTo>
                  <a:cubicBezTo>
                    <a:pt x="12362" y="9618"/>
                    <a:pt x="12645" y="9262"/>
                    <a:pt x="12792" y="8843"/>
                  </a:cubicBezTo>
                  <a:cubicBezTo>
                    <a:pt x="12935" y="8444"/>
                    <a:pt x="12911" y="7851"/>
                    <a:pt x="13234" y="7542"/>
                  </a:cubicBezTo>
                  <a:cubicBezTo>
                    <a:pt x="13444" y="7342"/>
                    <a:pt x="13750" y="7379"/>
                    <a:pt x="14016" y="7366"/>
                  </a:cubicBezTo>
                  <a:cubicBezTo>
                    <a:pt x="14269" y="7356"/>
                    <a:pt x="14518" y="7332"/>
                    <a:pt x="14764" y="7296"/>
                  </a:cubicBezTo>
                  <a:cubicBezTo>
                    <a:pt x="15237" y="7223"/>
                    <a:pt x="15696" y="7080"/>
                    <a:pt x="16122" y="6867"/>
                  </a:cubicBezTo>
                  <a:cubicBezTo>
                    <a:pt x="16953" y="6444"/>
                    <a:pt x="17625" y="5689"/>
                    <a:pt x="17682" y="4721"/>
                  </a:cubicBezTo>
                  <a:cubicBezTo>
                    <a:pt x="17745" y="3633"/>
                    <a:pt x="17017" y="2628"/>
                    <a:pt x="16202" y="1989"/>
                  </a:cubicBezTo>
                  <a:cubicBezTo>
                    <a:pt x="15187" y="1194"/>
                    <a:pt x="13943" y="775"/>
                    <a:pt x="12901" y="20"/>
                  </a:cubicBezTo>
                  <a:cubicBezTo>
                    <a:pt x="12883" y="7"/>
                    <a:pt x="12863" y="1"/>
                    <a:pt x="128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689" name="Google Shape;2689;p11"/>
          <p:cNvSpPr txBox="1">
            <a:spLocks noGrp="1"/>
          </p:cNvSpPr>
          <p:nvPr>
            <p:ph type="title" hasCustomPrompt="1"/>
          </p:nvPr>
        </p:nvSpPr>
        <p:spPr>
          <a:xfrm>
            <a:off x="2635000" y="2236600"/>
            <a:ext cx="6922000" cy="16436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9600">
                <a:solidFill>
                  <a:schemeClr val="lt2"/>
                </a:solidFill>
              </a:defRPr>
            </a:lvl1pPr>
            <a:lvl2pPr lvl="1" algn="ctr">
              <a:spcBef>
                <a:spcPts val="0"/>
              </a:spcBef>
              <a:spcAft>
                <a:spcPts val="0"/>
              </a:spcAft>
              <a:buSzPts val="9600"/>
              <a:buNone/>
              <a:defRPr sz="12800"/>
            </a:lvl2pPr>
            <a:lvl3pPr lvl="2" algn="ctr">
              <a:spcBef>
                <a:spcPts val="0"/>
              </a:spcBef>
              <a:spcAft>
                <a:spcPts val="0"/>
              </a:spcAft>
              <a:buSzPts val="9600"/>
              <a:buNone/>
              <a:defRPr sz="12800"/>
            </a:lvl3pPr>
            <a:lvl4pPr lvl="3" algn="ctr">
              <a:spcBef>
                <a:spcPts val="0"/>
              </a:spcBef>
              <a:spcAft>
                <a:spcPts val="0"/>
              </a:spcAft>
              <a:buSzPts val="9600"/>
              <a:buNone/>
              <a:defRPr sz="12800"/>
            </a:lvl4pPr>
            <a:lvl5pPr lvl="4" algn="ctr">
              <a:spcBef>
                <a:spcPts val="0"/>
              </a:spcBef>
              <a:spcAft>
                <a:spcPts val="0"/>
              </a:spcAft>
              <a:buSzPts val="9600"/>
              <a:buNone/>
              <a:defRPr sz="12800"/>
            </a:lvl5pPr>
            <a:lvl6pPr lvl="5" algn="ctr">
              <a:spcBef>
                <a:spcPts val="0"/>
              </a:spcBef>
              <a:spcAft>
                <a:spcPts val="0"/>
              </a:spcAft>
              <a:buSzPts val="9600"/>
              <a:buNone/>
              <a:defRPr sz="12800"/>
            </a:lvl6pPr>
            <a:lvl7pPr lvl="6" algn="ctr">
              <a:spcBef>
                <a:spcPts val="0"/>
              </a:spcBef>
              <a:spcAft>
                <a:spcPts val="0"/>
              </a:spcAft>
              <a:buSzPts val="9600"/>
              <a:buNone/>
              <a:defRPr sz="12800"/>
            </a:lvl7pPr>
            <a:lvl8pPr lvl="7" algn="ctr">
              <a:spcBef>
                <a:spcPts val="0"/>
              </a:spcBef>
              <a:spcAft>
                <a:spcPts val="0"/>
              </a:spcAft>
              <a:buSzPts val="9600"/>
              <a:buNone/>
              <a:defRPr sz="12800"/>
            </a:lvl8pPr>
            <a:lvl9pPr lvl="8" algn="ctr">
              <a:spcBef>
                <a:spcPts val="0"/>
              </a:spcBef>
              <a:spcAft>
                <a:spcPts val="0"/>
              </a:spcAft>
              <a:buSzPts val="9600"/>
              <a:buNone/>
              <a:defRPr sz="12800"/>
            </a:lvl9pPr>
          </a:lstStyle>
          <a:p>
            <a:r>
              <a:t>xx%</a:t>
            </a:r>
          </a:p>
        </p:txBody>
      </p:sp>
      <p:sp>
        <p:nvSpPr>
          <p:cNvPr id="2690" name="Google Shape;2690;p11"/>
          <p:cNvSpPr txBox="1">
            <a:spLocks noGrp="1"/>
          </p:cNvSpPr>
          <p:nvPr>
            <p:ph type="subTitle" idx="1"/>
          </p:nvPr>
        </p:nvSpPr>
        <p:spPr>
          <a:xfrm>
            <a:off x="2635000" y="3987000"/>
            <a:ext cx="6922000" cy="60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600"/>
              <a:buNone/>
              <a:defRPr sz="2133">
                <a:solidFill>
                  <a:schemeClr val="dk1"/>
                </a:solidFill>
              </a:defRPr>
            </a:lvl1pPr>
            <a:lvl2pPr lvl="1" algn="ctr" rtl="0">
              <a:lnSpc>
                <a:spcPct val="100000"/>
              </a:lnSpc>
              <a:spcBef>
                <a:spcPts val="0"/>
              </a:spcBef>
              <a:spcAft>
                <a:spcPts val="0"/>
              </a:spcAft>
              <a:buClr>
                <a:schemeClr val="dk1"/>
              </a:buClr>
              <a:buSzPts val="1600"/>
              <a:buNone/>
              <a:defRPr sz="2133">
                <a:solidFill>
                  <a:schemeClr val="dk1"/>
                </a:solidFill>
              </a:defRPr>
            </a:lvl2pPr>
            <a:lvl3pPr lvl="2" algn="ctr" rtl="0">
              <a:lnSpc>
                <a:spcPct val="100000"/>
              </a:lnSpc>
              <a:spcBef>
                <a:spcPts val="0"/>
              </a:spcBef>
              <a:spcAft>
                <a:spcPts val="0"/>
              </a:spcAft>
              <a:buClr>
                <a:schemeClr val="dk1"/>
              </a:buClr>
              <a:buSzPts val="1600"/>
              <a:buNone/>
              <a:defRPr sz="2133">
                <a:solidFill>
                  <a:schemeClr val="dk1"/>
                </a:solidFill>
              </a:defRPr>
            </a:lvl3pPr>
            <a:lvl4pPr lvl="3" algn="ctr" rtl="0">
              <a:lnSpc>
                <a:spcPct val="100000"/>
              </a:lnSpc>
              <a:spcBef>
                <a:spcPts val="0"/>
              </a:spcBef>
              <a:spcAft>
                <a:spcPts val="0"/>
              </a:spcAft>
              <a:buClr>
                <a:schemeClr val="dk1"/>
              </a:buClr>
              <a:buSzPts val="1600"/>
              <a:buNone/>
              <a:defRPr sz="2133">
                <a:solidFill>
                  <a:schemeClr val="dk1"/>
                </a:solidFill>
              </a:defRPr>
            </a:lvl4pPr>
            <a:lvl5pPr lvl="4" algn="ctr" rtl="0">
              <a:lnSpc>
                <a:spcPct val="100000"/>
              </a:lnSpc>
              <a:spcBef>
                <a:spcPts val="0"/>
              </a:spcBef>
              <a:spcAft>
                <a:spcPts val="0"/>
              </a:spcAft>
              <a:buClr>
                <a:schemeClr val="dk1"/>
              </a:buClr>
              <a:buSzPts val="1600"/>
              <a:buNone/>
              <a:defRPr sz="2133">
                <a:solidFill>
                  <a:schemeClr val="dk1"/>
                </a:solidFill>
              </a:defRPr>
            </a:lvl5pPr>
            <a:lvl6pPr lvl="5" algn="ctr" rtl="0">
              <a:lnSpc>
                <a:spcPct val="100000"/>
              </a:lnSpc>
              <a:spcBef>
                <a:spcPts val="0"/>
              </a:spcBef>
              <a:spcAft>
                <a:spcPts val="0"/>
              </a:spcAft>
              <a:buClr>
                <a:schemeClr val="dk1"/>
              </a:buClr>
              <a:buSzPts val="1600"/>
              <a:buNone/>
              <a:defRPr sz="2133">
                <a:solidFill>
                  <a:schemeClr val="dk1"/>
                </a:solidFill>
              </a:defRPr>
            </a:lvl6pPr>
            <a:lvl7pPr lvl="6" algn="ctr" rtl="0">
              <a:lnSpc>
                <a:spcPct val="100000"/>
              </a:lnSpc>
              <a:spcBef>
                <a:spcPts val="0"/>
              </a:spcBef>
              <a:spcAft>
                <a:spcPts val="0"/>
              </a:spcAft>
              <a:buClr>
                <a:schemeClr val="dk1"/>
              </a:buClr>
              <a:buSzPts val="1600"/>
              <a:buNone/>
              <a:defRPr sz="2133">
                <a:solidFill>
                  <a:schemeClr val="dk1"/>
                </a:solidFill>
              </a:defRPr>
            </a:lvl7pPr>
            <a:lvl8pPr lvl="7" algn="ctr" rtl="0">
              <a:lnSpc>
                <a:spcPct val="100000"/>
              </a:lnSpc>
              <a:spcBef>
                <a:spcPts val="0"/>
              </a:spcBef>
              <a:spcAft>
                <a:spcPts val="0"/>
              </a:spcAft>
              <a:buClr>
                <a:schemeClr val="dk1"/>
              </a:buClr>
              <a:buSzPts val="1600"/>
              <a:buNone/>
              <a:defRPr sz="2133">
                <a:solidFill>
                  <a:schemeClr val="dk1"/>
                </a:solidFill>
              </a:defRPr>
            </a:lvl8pPr>
            <a:lvl9pPr lvl="8" algn="ctr" rtl="0">
              <a:lnSpc>
                <a:spcPct val="100000"/>
              </a:lnSpc>
              <a:spcBef>
                <a:spcPts val="0"/>
              </a:spcBef>
              <a:spcAft>
                <a:spcPts val="0"/>
              </a:spcAft>
              <a:buClr>
                <a:schemeClr val="dk1"/>
              </a:buClr>
              <a:buSzPts val="1600"/>
              <a:buNone/>
              <a:defRPr sz="2133">
                <a:solidFill>
                  <a:schemeClr val="dk1"/>
                </a:solidFill>
              </a:defRPr>
            </a:lvl9pPr>
          </a:lstStyle>
          <a:p>
            <a:r>
              <a:rPr lang="en-US"/>
              <a:t>Click to edit Master subtitle style</a:t>
            </a:r>
            <a:endParaRPr/>
          </a:p>
        </p:txBody>
      </p:sp>
      <p:grpSp>
        <p:nvGrpSpPr>
          <p:cNvPr id="2691" name="Google Shape;2691;p11"/>
          <p:cNvGrpSpPr/>
          <p:nvPr/>
        </p:nvGrpSpPr>
        <p:grpSpPr>
          <a:xfrm flipH="1">
            <a:off x="11613166" y="-222468"/>
            <a:ext cx="578831" cy="7314599"/>
            <a:chOff x="13274" y="-166851"/>
            <a:chExt cx="434123" cy="5485949"/>
          </a:xfrm>
        </p:grpSpPr>
        <p:sp>
          <p:nvSpPr>
            <p:cNvPr id="2692" name="Google Shape;2692;p11"/>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11"/>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11"/>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11"/>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11"/>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11"/>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11"/>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11"/>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11"/>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11"/>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11"/>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11"/>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11"/>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11"/>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11"/>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11"/>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11"/>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11"/>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11"/>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11"/>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11"/>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11"/>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11"/>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11"/>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11"/>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11"/>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11"/>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11"/>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11"/>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11"/>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11"/>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11"/>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11"/>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11"/>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11"/>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11"/>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11"/>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11"/>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11"/>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11"/>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11"/>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11"/>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11"/>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11"/>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11"/>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11"/>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11"/>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11"/>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11"/>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11"/>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11"/>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11"/>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11"/>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11"/>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11"/>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11"/>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11"/>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11"/>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11"/>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11"/>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11"/>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11"/>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11"/>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11"/>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11"/>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11"/>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11"/>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11"/>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11"/>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11"/>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11"/>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11"/>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11"/>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11"/>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11"/>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11"/>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11"/>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11"/>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11"/>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11"/>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11"/>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11"/>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11"/>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11"/>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11"/>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11"/>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11"/>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11"/>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11"/>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11"/>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11"/>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11"/>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11"/>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11"/>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11"/>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11"/>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11"/>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11"/>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11"/>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11"/>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11"/>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11"/>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11"/>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11"/>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11"/>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11"/>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11"/>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11"/>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11"/>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11"/>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11"/>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11"/>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11"/>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11"/>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11"/>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11"/>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11"/>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11"/>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11"/>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11"/>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11"/>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11"/>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11"/>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11"/>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11"/>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11"/>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11"/>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11"/>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1"/>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1"/>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1"/>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1"/>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1"/>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1"/>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1"/>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11"/>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828" name="Google Shape;2828;p11"/>
          <p:cNvGrpSpPr/>
          <p:nvPr/>
        </p:nvGrpSpPr>
        <p:grpSpPr>
          <a:xfrm>
            <a:off x="66" y="-222468"/>
            <a:ext cx="578831" cy="7314599"/>
            <a:chOff x="13274" y="-166851"/>
            <a:chExt cx="434123" cy="5485949"/>
          </a:xfrm>
        </p:grpSpPr>
        <p:sp>
          <p:nvSpPr>
            <p:cNvPr id="2829" name="Google Shape;2829;p11"/>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11"/>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11"/>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11"/>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11"/>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11"/>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11"/>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11"/>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11"/>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11"/>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11"/>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11"/>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11"/>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11"/>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11"/>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11"/>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11"/>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6" name="Google Shape;2846;p11"/>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7" name="Google Shape;2847;p11"/>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8" name="Google Shape;2848;p11"/>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9" name="Google Shape;2849;p11"/>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0" name="Google Shape;2850;p11"/>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1" name="Google Shape;2851;p11"/>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2" name="Google Shape;2852;p11"/>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3" name="Google Shape;2853;p11"/>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4" name="Google Shape;2854;p11"/>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5" name="Google Shape;2855;p11"/>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6" name="Google Shape;2856;p11"/>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7" name="Google Shape;2857;p11"/>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8" name="Google Shape;2858;p11"/>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1"/>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1"/>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1"/>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1"/>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1"/>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1"/>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1"/>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1"/>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1"/>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1"/>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1"/>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1"/>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1"/>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1"/>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1"/>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1"/>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1"/>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1"/>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11"/>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11"/>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1"/>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1"/>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1"/>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1"/>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1"/>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1"/>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1"/>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1"/>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1"/>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1"/>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1"/>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1"/>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1"/>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1"/>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1"/>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1"/>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1"/>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1"/>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1"/>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1"/>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1"/>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1"/>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1"/>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1"/>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1"/>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1"/>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1"/>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1"/>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1"/>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11"/>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11"/>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1"/>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1"/>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11"/>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11"/>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1"/>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1"/>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11"/>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11"/>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1"/>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1"/>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11"/>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11"/>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1"/>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1"/>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11"/>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11"/>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11"/>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11"/>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11"/>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1"/>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1"/>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1"/>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1"/>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1"/>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1"/>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1"/>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1"/>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1"/>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1"/>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1"/>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1"/>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1"/>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1"/>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1"/>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11"/>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11"/>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11"/>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1"/>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1"/>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1"/>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1"/>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1"/>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1"/>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1"/>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1"/>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1"/>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1"/>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1"/>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1"/>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1"/>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1"/>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11"/>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11"/>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1"/>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1"/>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1240671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lank" type="blank" preserve="1">
  <p:cSld name="Blank">
    <p:spTree>
      <p:nvGrpSpPr>
        <p:cNvPr id="1" name="Shape 2965"/>
        <p:cNvGrpSpPr/>
        <p:nvPr/>
      </p:nvGrpSpPr>
      <p:grpSpPr>
        <a:xfrm>
          <a:off x="0" y="0"/>
          <a:ext cx="0" cy="0"/>
          <a:chOff x="0" y="0"/>
          <a:chExt cx="0" cy="0"/>
        </a:xfrm>
      </p:grpSpPr>
    </p:spTree>
    <p:extLst>
      <p:ext uri="{BB962C8B-B14F-4D97-AF65-F5344CB8AC3E}">
        <p14:creationId xmlns:p14="http://schemas.microsoft.com/office/powerpoint/2010/main" val="216581451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able of contents" preserve="1">
  <p:cSld name="Table of contents">
    <p:spTree>
      <p:nvGrpSpPr>
        <p:cNvPr id="1" name="Shape 2966"/>
        <p:cNvGrpSpPr/>
        <p:nvPr/>
      </p:nvGrpSpPr>
      <p:grpSpPr>
        <a:xfrm>
          <a:off x="0" y="0"/>
          <a:ext cx="0" cy="0"/>
          <a:chOff x="0" y="0"/>
          <a:chExt cx="0" cy="0"/>
        </a:xfrm>
      </p:grpSpPr>
      <p:grpSp>
        <p:nvGrpSpPr>
          <p:cNvPr id="2967" name="Google Shape;2967;p13"/>
          <p:cNvGrpSpPr/>
          <p:nvPr/>
        </p:nvGrpSpPr>
        <p:grpSpPr>
          <a:xfrm rot="-5138900">
            <a:off x="9218392" y="-829667"/>
            <a:ext cx="1158707" cy="2256236"/>
            <a:chOff x="4928950" y="2923850"/>
            <a:chExt cx="434675" cy="846400"/>
          </a:xfrm>
        </p:grpSpPr>
        <p:sp>
          <p:nvSpPr>
            <p:cNvPr id="2968" name="Google Shape;2968;p13"/>
            <p:cNvSpPr/>
            <p:nvPr/>
          </p:nvSpPr>
          <p:spPr>
            <a:xfrm>
              <a:off x="5082575" y="2939475"/>
              <a:ext cx="264375" cy="819350"/>
            </a:xfrm>
            <a:custGeom>
              <a:avLst/>
              <a:gdLst/>
              <a:ahLst/>
              <a:cxnLst/>
              <a:rect l="l" t="t" r="r" b="b"/>
              <a:pathLst>
                <a:path w="10575" h="32774" extrusionOk="0">
                  <a:moveTo>
                    <a:pt x="9954" y="1"/>
                  </a:moveTo>
                  <a:cubicBezTo>
                    <a:pt x="9951" y="1"/>
                    <a:pt x="9948" y="1"/>
                    <a:pt x="9944" y="1"/>
                  </a:cubicBezTo>
                  <a:cubicBezTo>
                    <a:pt x="8514" y="134"/>
                    <a:pt x="7216" y="1379"/>
                    <a:pt x="6215" y="2317"/>
                  </a:cubicBezTo>
                  <a:cubicBezTo>
                    <a:pt x="5024" y="3431"/>
                    <a:pt x="3982" y="4689"/>
                    <a:pt x="3111" y="6066"/>
                  </a:cubicBezTo>
                  <a:cubicBezTo>
                    <a:pt x="1361" y="8838"/>
                    <a:pt x="306" y="12041"/>
                    <a:pt x="117" y="15315"/>
                  </a:cubicBezTo>
                  <a:cubicBezTo>
                    <a:pt x="0" y="17331"/>
                    <a:pt x="200" y="19354"/>
                    <a:pt x="552" y="21337"/>
                  </a:cubicBezTo>
                  <a:cubicBezTo>
                    <a:pt x="878" y="23170"/>
                    <a:pt x="1314" y="24926"/>
                    <a:pt x="2352" y="26497"/>
                  </a:cubicBezTo>
                  <a:cubicBezTo>
                    <a:pt x="4162" y="29235"/>
                    <a:pt x="6933" y="31949"/>
                    <a:pt x="10194" y="32765"/>
                  </a:cubicBezTo>
                  <a:cubicBezTo>
                    <a:pt x="10218" y="32771"/>
                    <a:pt x="10241" y="32773"/>
                    <a:pt x="10263" y="32773"/>
                  </a:cubicBezTo>
                  <a:cubicBezTo>
                    <a:pt x="10494" y="32773"/>
                    <a:pt x="10574" y="32458"/>
                    <a:pt x="10340" y="32342"/>
                  </a:cubicBezTo>
                  <a:cubicBezTo>
                    <a:pt x="7369" y="30862"/>
                    <a:pt x="4505" y="28742"/>
                    <a:pt x="2675" y="25924"/>
                  </a:cubicBezTo>
                  <a:cubicBezTo>
                    <a:pt x="1677" y="24387"/>
                    <a:pt x="1294" y="22624"/>
                    <a:pt x="992" y="20841"/>
                  </a:cubicBezTo>
                  <a:cubicBezTo>
                    <a:pt x="669" y="18965"/>
                    <a:pt x="502" y="17055"/>
                    <a:pt x="622" y="15152"/>
                  </a:cubicBezTo>
                  <a:cubicBezTo>
                    <a:pt x="822" y="12035"/>
                    <a:pt x="1870" y="8994"/>
                    <a:pt x="3557" y="6369"/>
                  </a:cubicBezTo>
                  <a:cubicBezTo>
                    <a:pt x="4348" y="5125"/>
                    <a:pt x="5283" y="3980"/>
                    <a:pt x="6341" y="2949"/>
                  </a:cubicBezTo>
                  <a:cubicBezTo>
                    <a:pt x="7386" y="1934"/>
                    <a:pt x="8657" y="757"/>
                    <a:pt x="10011" y="194"/>
                  </a:cubicBezTo>
                  <a:cubicBezTo>
                    <a:pt x="10124" y="146"/>
                    <a:pt x="10055" y="1"/>
                    <a:pt x="99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3"/>
            <p:cNvSpPr/>
            <p:nvPr/>
          </p:nvSpPr>
          <p:spPr>
            <a:xfrm>
              <a:off x="5139625" y="2978525"/>
              <a:ext cx="201700" cy="684825"/>
            </a:xfrm>
            <a:custGeom>
              <a:avLst/>
              <a:gdLst/>
              <a:ahLst/>
              <a:cxnLst/>
              <a:rect l="l" t="t" r="r" b="b"/>
              <a:pathLst>
                <a:path w="8068" h="27393" extrusionOk="0">
                  <a:moveTo>
                    <a:pt x="7821" y="0"/>
                  </a:moveTo>
                  <a:cubicBezTo>
                    <a:pt x="7784" y="0"/>
                    <a:pt x="7746" y="13"/>
                    <a:pt x="7709" y="43"/>
                  </a:cubicBezTo>
                  <a:cubicBezTo>
                    <a:pt x="3567" y="3393"/>
                    <a:pt x="672" y="8427"/>
                    <a:pt x="320" y="13796"/>
                  </a:cubicBezTo>
                  <a:cubicBezTo>
                    <a:pt x="0" y="18624"/>
                    <a:pt x="2006" y="24765"/>
                    <a:pt x="6361" y="27357"/>
                  </a:cubicBezTo>
                  <a:cubicBezTo>
                    <a:pt x="6403" y="27382"/>
                    <a:pt x="6446" y="27393"/>
                    <a:pt x="6488" y="27393"/>
                  </a:cubicBezTo>
                  <a:cubicBezTo>
                    <a:pt x="6672" y="27393"/>
                    <a:pt x="6827" y="27175"/>
                    <a:pt x="6677" y="27004"/>
                  </a:cubicBezTo>
                  <a:cubicBezTo>
                    <a:pt x="5004" y="25118"/>
                    <a:pt x="3334" y="23314"/>
                    <a:pt x="2273" y="20989"/>
                  </a:cubicBezTo>
                  <a:cubicBezTo>
                    <a:pt x="1235" y="18713"/>
                    <a:pt x="829" y="16175"/>
                    <a:pt x="1018" y="13683"/>
                  </a:cubicBezTo>
                  <a:cubicBezTo>
                    <a:pt x="1414" y="8506"/>
                    <a:pt x="4229" y="3822"/>
                    <a:pt x="7938" y="306"/>
                  </a:cubicBezTo>
                  <a:cubicBezTo>
                    <a:pt x="8067" y="182"/>
                    <a:pt x="7959" y="0"/>
                    <a:pt x="78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3"/>
            <p:cNvSpPr/>
            <p:nvPr/>
          </p:nvSpPr>
          <p:spPr>
            <a:xfrm>
              <a:off x="4928950" y="2923850"/>
              <a:ext cx="434675" cy="846400"/>
            </a:xfrm>
            <a:custGeom>
              <a:avLst/>
              <a:gdLst/>
              <a:ahLst/>
              <a:cxnLst/>
              <a:rect l="l" t="t" r="r" b="b"/>
              <a:pathLst>
                <a:path w="17387" h="33856" extrusionOk="0">
                  <a:moveTo>
                    <a:pt x="16328" y="0"/>
                  </a:moveTo>
                  <a:cubicBezTo>
                    <a:pt x="16299" y="0"/>
                    <a:pt x="16268" y="7"/>
                    <a:pt x="16236" y="24"/>
                  </a:cubicBezTo>
                  <a:cubicBezTo>
                    <a:pt x="12672" y="1847"/>
                    <a:pt x="9522" y="4326"/>
                    <a:pt x="6744" y="7200"/>
                  </a:cubicBezTo>
                  <a:cubicBezTo>
                    <a:pt x="4462" y="9559"/>
                    <a:pt x="2349" y="12360"/>
                    <a:pt x="1494" y="15581"/>
                  </a:cubicBezTo>
                  <a:cubicBezTo>
                    <a:pt x="672" y="18675"/>
                    <a:pt x="1368" y="21922"/>
                    <a:pt x="2845" y="24710"/>
                  </a:cubicBezTo>
                  <a:cubicBezTo>
                    <a:pt x="4232" y="27325"/>
                    <a:pt x="6195" y="29597"/>
                    <a:pt x="8690" y="31204"/>
                  </a:cubicBezTo>
                  <a:cubicBezTo>
                    <a:pt x="9918" y="31996"/>
                    <a:pt x="11239" y="32631"/>
                    <a:pt x="12626" y="33093"/>
                  </a:cubicBezTo>
                  <a:cubicBezTo>
                    <a:pt x="13602" y="33413"/>
                    <a:pt x="14869" y="33855"/>
                    <a:pt x="15989" y="33855"/>
                  </a:cubicBezTo>
                  <a:cubicBezTo>
                    <a:pt x="16267" y="33855"/>
                    <a:pt x="16535" y="33828"/>
                    <a:pt x="16788" y="33765"/>
                  </a:cubicBezTo>
                  <a:cubicBezTo>
                    <a:pt x="17317" y="33636"/>
                    <a:pt x="17387" y="32897"/>
                    <a:pt x="16864" y="32701"/>
                  </a:cubicBezTo>
                  <a:cubicBezTo>
                    <a:pt x="16142" y="32428"/>
                    <a:pt x="15381" y="32475"/>
                    <a:pt x="14625" y="32345"/>
                  </a:cubicBezTo>
                  <a:cubicBezTo>
                    <a:pt x="13887" y="32215"/>
                    <a:pt x="13158" y="32022"/>
                    <a:pt x="12453" y="31776"/>
                  </a:cubicBezTo>
                  <a:cubicBezTo>
                    <a:pt x="10969" y="31267"/>
                    <a:pt x="9568" y="30548"/>
                    <a:pt x="8294" y="29640"/>
                  </a:cubicBezTo>
                  <a:cubicBezTo>
                    <a:pt x="3314" y="26110"/>
                    <a:pt x="0" y="19836"/>
                    <a:pt x="2698" y="13857"/>
                  </a:cubicBezTo>
                  <a:cubicBezTo>
                    <a:pt x="4013" y="10940"/>
                    <a:pt x="6301" y="8498"/>
                    <a:pt x="8610" y="6335"/>
                  </a:cubicBezTo>
                  <a:cubicBezTo>
                    <a:pt x="10999" y="4100"/>
                    <a:pt x="13664" y="2150"/>
                    <a:pt x="16409" y="373"/>
                  </a:cubicBezTo>
                  <a:lnTo>
                    <a:pt x="16405" y="373"/>
                  </a:lnTo>
                  <a:cubicBezTo>
                    <a:pt x="16582" y="262"/>
                    <a:pt x="16497" y="0"/>
                    <a:pt x="163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971" name="Google Shape;2971;p13"/>
          <p:cNvSpPr txBox="1">
            <a:spLocks noGrp="1"/>
          </p:cNvSpPr>
          <p:nvPr>
            <p:ph type="title" hasCustomPrompt="1"/>
          </p:nvPr>
        </p:nvSpPr>
        <p:spPr>
          <a:xfrm>
            <a:off x="960000" y="1510355"/>
            <a:ext cx="1047600" cy="5372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333">
                <a:solidFill>
                  <a:schemeClr val="accen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2972" name="Google Shape;2972;p13"/>
          <p:cNvSpPr txBox="1">
            <a:spLocks noGrp="1"/>
          </p:cNvSpPr>
          <p:nvPr>
            <p:ph type="subTitle" idx="1"/>
          </p:nvPr>
        </p:nvSpPr>
        <p:spPr>
          <a:xfrm>
            <a:off x="960000" y="2972225"/>
            <a:ext cx="31560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sp>
        <p:nvSpPr>
          <p:cNvPr id="2973" name="Google Shape;2973;p13"/>
          <p:cNvSpPr txBox="1">
            <a:spLocks noGrp="1"/>
          </p:cNvSpPr>
          <p:nvPr>
            <p:ph type="title" idx="2" hasCustomPrompt="1"/>
          </p:nvPr>
        </p:nvSpPr>
        <p:spPr>
          <a:xfrm>
            <a:off x="4518000" y="1510355"/>
            <a:ext cx="1047600" cy="5372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333">
                <a:solidFill>
                  <a:schemeClr val="accen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2974" name="Google Shape;2974;p13"/>
          <p:cNvSpPr txBox="1">
            <a:spLocks noGrp="1"/>
          </p:cNvSpPr>
          <p:nvPr>
            <p:ph type="subTitle" idx="3"/>
          </p:nvPr>
        </p:nvSpPr>
        <p:spPr>
          <a:xfrm>
            <a:off x="4518000" y="2972256"/>
            <a:ext cx="31560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sp>
        <p:nvSpPr>
          <p:cNvPr id="2975" name="Google Shape;2975;p13"/>
          <p:cNvSpPr txBox="1">
            <a:spLocks noGrp="1"/>
          </p:cNvSpPr>
          <p:nvPr>
            <p:ph type="title" idx="4" hasCustomPrompt="1"/>
          </p:nvPr>
        </p:nvSpPr>
        <p:spPr>
          <a:xfrm>
            <a:off x="8082400" y="1510355"/>
            <a:ext cx="1047600" cy="5372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333">
                <a:solidFill>
                  <a:schemeClr val="accen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2976" name="Google Shape;2976;p13"/>
          <p:cNvSpPr txBox="1">
            <a:spLocks noGrp="1"/>
          </p:cNvSpPr>
          <p:nvPr>
            <p:ph type="subTitle" idx="5"/>
          </p:nvPr>
        </p:nvSpPr>
        <p:spPr>
          <a:xfrm>
            <a:off x="8082400" y="2972256"/>
            <a:ext cx="31496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sp>
        <p:nvSpPr>
          <p:cNvPr id="2977" name="Google Shape;2977;p13"/>
          <p:cNvSpPr txBox="1">
            <a:spLocks noGrp="1"/>
          </p:cNvSpPr>
          <p:nvPr>
            <p:ph type="title" idx="6" hasCustomPrompt="1"/>
          </p:nvPr>
        </p:nvSpPr>
        <p:spPr>
          <a:xfrm>
            <a:off x="960000" y="3932731"/>
            <a:ext cx="1047600" cy="5372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333">
                <a:solidFill>
                  <a:schemeClr val="accen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2978" name="Google Shape;2978;p13"/>
          <p:cNvSpPr txBox="1">
            <a:spLocks noGrp="1"/>
          </p:cNvSpPr>
          <p:nvPr>
            <p:ph type="subTitle" idx="7"/>
          </p:nvPr>
        </p:nvSpPr>
        <p:spPr>
          <a:xfrm>
            <a:off x="960000" y="5418224"/>
            <a:ext cx="31560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sp>
        <p:nvSpPr>
          <p:cNvPr id="2979" name="Google Shape;2979;p13"/>
          <p:cNvSpPr txBox="1">
            <a:spLocks noGrp="1"/>
          </p:cNvSpPr>
          <p:nvPr>
            <p:ph type="title" idx="8" hasCustomPrompt="1"/>
          </p:nvPr>
        </p:nvSpPr>
        <p:spPr>
          <a:xfrm>
            <a:off x="4518000" y="3932731"/>
            <a:ext cx="1047600" cy="5372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333">
                <a:solidFill>
                  <a:schemeClr val="accen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2980" name="Google Shape;2980;p13"/>
          <p:cNvSpPr txBox="1">
            <a:spLocks noGrp="1"/>
          </p:cNvSpPr>
          <p:nvPr>
            <p:ph type="subTitle" idx="9"/>
          </p:nvPr>
        </p:nvSpPr>
        <p:spPr>
          <a:xfrm>
            <a:off x="4518000" y="5418224"/>
            <a:ext cx="31560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sp>
        <p:nvSpPr>
          <p:cNvPr id="2981" name="Google Shape;2981;p13"/>
          <p:cNvSpPr txBox="1">
            <a:spLocks noGrp="1"/>
          </p:cNvSpPr>
          <p:nvPr>
            <p:ph type="title" idx="13" hasCustomPrompt="1"/>
          </p:nvPr>
        </p:nvSpPr>
        <p:spPr>
          <a:xfrm>
            <a:off x="8082400" y="3932731"/>
            <a:ext cx="1047600" cy="5372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333">
                <a:solidFill>
                  <a:schemeClr val="accent1"/>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2982" name="Google Shape;2982;p13"/>
          <p:cNvSpPr txBox="1">
            <a:spLocks noGrp="1"/>
          </p:cNvSpPr>
          <p:nvPr>
            <p:ph type="subTitle" idx="14"/>
          </p:nvPr>
        </p:nvSpPr>
        <p:spPr>
          <a:xfrm>
            <a:off x="8082400" y="5418224"/>
            <a:ext cx="31496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sp>
        <p:nvSpPr>
          <p:cNvPr id="2983" name="Google Shape;2983;p13"/>
          <p:cNvSpPr txBox="1">
            <a:spLocks noGrp="1"/>
          </p:cNvSpPr>
          <p:nvPr>
            <p:ph type="title" idx="15"/>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2984" name="Google Shape;2984;p13"/>
          <p:cNvSpPr txBox="1">
            <a:spLocks noGrp="1"/>
          </p:cNvSpPr>
          <p:nvPr>
            <p:ph type="subTitle" idx="16"/>
          </p:nvPr>
        </p:nvSpPr>
        <p:spPr>
          <a:xfrm>
            <a:off x="960000" y="2113768"/>
            <a:ext cx="3156000" cy="8296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2985" name="Google Shape;2985;p13"/>
          <p:cNvSpPr txBox="1">
            <a:spLocks noGrp="1"/>
          </p:cNvSpPr>
          <p:nvPr>
            <p:ph type="subTitle" idx="17"/>
          </p:nvPr>
        </p:nvSpPr>
        <p:spPr>
          <a:xfrm>
            <a:off x="4518000" y="2113783"/>
            <a:ext cx="3156000" cy="8296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2986" name="Google Shape;2986;p13"/>
          <p:cNvSpPr txBox="1">
            <a:spLocks noGrp="1"/>
          </p:cNvSpPr>
          <p:nvPr>
            <p:ph type="subTitle" idx="18"/>
          </p:nvPr>
        </p:nvSpPr>
        <p:spPr>
          <a:xfrm>
            <a:off x="8082400" y="2113783"/>
            <a:ext cx="3149600" cy="8296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dk1"/>
                </a:solidFill>
                <a:latin typeface="Aclonica"/>
                <a:ea typeface="Aclonica"/>
                <a:cs typeface="Aclonica"/>
                <a:sym typeface="Aclonica"/>
              </a:defRPr>
            </a:lvl1pPr>
            <a:lvl2pPr lvl="1"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2987" name="Google Shape;2987;p13"/>
          <p:cNvSpPr txBox="1">
            <a:spLocks noGrp="1"/>
          </p:cNvSpPr>
          <p:nvPr>
            <p:ph type="subTitle" idx="19"/>
          </p:nvPr>
        </p:nvSpPr>
        <p:spPr>
          <a:xfrm>
            <a:off x="960000" y="4536135"/>
            <a:ext cx="3156000" cy="850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2988" name="Google Shape;2988;p13"/>
          <p:cNvSpPr txBox="1">
            <a:spLocks noGrp="1"/>
          </p:cNvSpPr>
          <p:nvPr>
            <p:ph type="subTitle" idx="20"/>
          </p:nvPr>
        </p:nvSpPr>
        <p:spPr>
          <a:xfrm>
            <a:off x="4518000" y="4536135"/>
            <a:ext cx="3156000" cy="850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2989" name="Google Shape;2989;p13"/>
          <p:cNvSpPr txBox="1">
            <a:spLocks noGrp="1"/>
          </p:cNvSpPr>
          <p:nvPr>
            <p:ph type="subTitle" idx="21"/>
          </p:nvPr>
        </p:nvSpPr>
        <p:spPr>
          <a:xfrm>
            <a:off x="8082400" y="4536135"/>
            <a:ext cx="3149600" cy="850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dk1"/>
                </a:solidFill>
                <a:latin typeface="Aclonica"/>
                <a:ea typeface="Aclonica"/>
                <a:cs typeface="Aclonica"/>
                <a:sym typeface="Aclonica"/>
              </a:defRPr>
            </a:lvl1pPr>
            <a:lvl2pPr lvl="1"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grpSp>
        <p:nvGrpSpPr>
          <p:cNvPr id="2990" name="Google Shape;2990;p13"/>
          <p:cNvGrpSpPr/>
          <p:nvPr/>
        </p:nvGrpSpPr>
        <p:grpSpPr>
          <a:xfrm flipH="1">
            <a:off x="11613166" y="-222468"/>
            <a:ext cx="578831" cy="7314599"/>
            <a:chOff x="13274" y="-166851"/>
            <a:chExt cx="434123" cy="5485949"/>
          </a:xfrm>
        </p:grpSpPr>
        <p:sp>
          <p:nvSpPr>
            <p:cNvPr id="2991" name="Google Shape;2991;p13"/>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13"/>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13"/>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13"/>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13"/>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13"/>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13"/>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13"/>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13"/>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13"/>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13"/>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13"/>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13"/>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13"/>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13"/>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13"/>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13"/>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13"/>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13"/>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3"/>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3"/>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3"/>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3"/>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3"/>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3"/>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3"/>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3"/>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3"/>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3"/>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3"/>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3"/>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3"/>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3"/>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3"/>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3"/>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3"/>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3"/>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3"/>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13"/>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13"/>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3"/>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3"/>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3"/>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3"/>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3"/>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3"/>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3"/>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3"/>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3"/>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3"/>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3"/>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3"/>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3"/>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3"/>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3"/>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3"/>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3"/>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3"/>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3"/>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3"/>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3"/>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3"/>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3"/>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3"/>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3"/>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3"/>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3"/>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3"/>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3"/>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3"/>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3"/>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3"/>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3"/>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3"/>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3"/>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3"/>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3"/>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3"/>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3"/>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3"/>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3"/>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3"/>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3"/>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3"/>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3"/>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3"/>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3"/>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3"/>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3"/>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3"/>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3"/>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3"/>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3"/>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3"/>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3"/>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3"/>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3"/>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3"/>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3"/>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3"/>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3"/>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3"/>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3"/>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3"/>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3"/>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3"/>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3"/>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3"/>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3"/>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3"/>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3"/>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3"/>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3"/>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3"/>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3"/>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3"/>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3"/>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3"/>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3"/>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3"/>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3"/>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3"/>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3"/>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3"/>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3"/>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13"/>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13"/>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3"/>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9" name="Google Shape;3119;p13"/>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0" name="Google Shape;3120;p13"/>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1" name="Google Shape;3121;p13"/>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2" name="Google Shape;3122;p13"/>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3"/>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3"/>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3"/>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3"/>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127" name="Google Shape;3127;p13"/>
          <p:cNvGrpSpPr/>
          <p:nvPr/>
        </p:nvGrpSpPr>
        <p:grpSpPr>
          <a:xfrm>
            <a:off x="66" y="-222468"/>
            <a:ext cx="578831" cy="7314599"/>
            <a:chOff x="13274" y="-166851"/>
            <a:chExt cx="434123" cy="5485949"/>
          </a:xfrm>
        </p:grpSpPr>
        <p:sp>
          <p:nvSpPr>
            <p:cNvPr id="3128" name="Google Shape;3128;p13"/>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13"/>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3"/>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3"/>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3"/>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3"/>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3"/>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3"/>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3"/>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3"/>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3"/>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3"/>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3"/>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3"/>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3"/>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3"/>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3"/>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3"/>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3"/>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3"/>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3"/>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3"/>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3"/>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3"/>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3"/>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3"/>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3"/>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3"/>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3"/>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3"/>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3"/>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3"/>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3"/>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3"/>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3"/>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3"/>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3"/>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3"/>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3"/>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3"/>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3"/>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3"/>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3"/>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3"/>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3"/>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3"/>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3"/>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3"/>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3"/>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3"/>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3"/>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3"/>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3"/>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3"/>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3"/>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3"/>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3"/>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3"/>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3"/>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13"/>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13"/>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13"/>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3"/>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3"/>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3"/>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3"/>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3"/>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3"/>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3"/>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3"/>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3"/>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3"/>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3"/>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3"/>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3"/>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3"/>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3"/>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3"/>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3"/>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3"/>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3"/>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9" name="Google Shape;3209;p13"/>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0" name="Google Shape;3210;p13"/>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3"/>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3"/>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3"/>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3"/>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3"/>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3"/>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3"/>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3"/>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3"/>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3"/>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3"/>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3"/>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3"/>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3"/>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3"/>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3"/>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3"/>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3"/>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3"/>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3"/>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3"/>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3"/>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3"/>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3"/>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3"/>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3"/>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3"/>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3"/>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3"/>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3"/>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3"/>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3"/>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3"/>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3"/>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3"/>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3"/>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3"/>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3"/>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3"/>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3"/>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3"/>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3"/>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3"/>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3"/>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3"/>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3"/>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3"/>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3"/>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3"/>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3"/>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3"/>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3"/>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3"/>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81340476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Quote" preserve="1">
  <p:cSld name="Quote">
    <p:spTree>
      <p:nvGrpSpPr>
        <p:cNvPr id="1" name="Shape 3264"/>
        <p:cNvGrpSpPr/>
        <p:nvPr/>
      </p:nvGrpSpPr>
      <p:grpSpPr>
        <a:xfrm>
          <a:off x="0" y="0"/>
          <a:ext cx="0" cy="0"/>
          <a:chOff x="0" y="0"/>
          <a:chExt cx="0" cy="0"/>
        </a:xfrm>
      </p:grpSpPr>
      <p:grpSp>
        <p:nvGrpSpPr>
          <p:cNvPr id="3265" name="Google Shape;3265;p14"/>
          <p:cNvGrpSpPr/>
          <p:nvPr/>
        </p:nvGrpSpPr>
        <p:grpSpPr>
          <a:xfrm rot="6707283">
            <a:off x="1298571" y="-1503469"/>
            <a:ext cx="2886491" cy="3877124"/>
            <a:chOff x="5504500" y="2070425"/>
            <a:chExt cx="849950" cy="1141650"/>
          </a:xfrm>
        </p:grpSpPr>
        <p:sp>
          <p:nvSpPr>
            <p:cNvPr id="3266" name="Google Shape;3266;p14"/>
            <p:cNvSpPr/>
            <p:nvPr/>
          </p:nvSpPr>
          <p:spPr>
            <a:xfrm>
              <a:off x="5549325" y="2190050"/>
              <a:ext cx="652275" cy="869300"/>
            </a:xfrm>
            <a:custGeom>
              <a:avLst/>
              <a:gdLst/>
              <a:ahLst/>
              <a:cxnLst/>
              <a:rect l="l" t="t" r="r" b="b"/>
              <a:pathLst>
                <a:path w="26091" h="34772" extrusionOk="0">
                  <a:moveTo>
                    <a:pt x="8787" y="697"/>
                  </a:moveTo>
                  <a:cubicBezTo>
                    <a:pt x="9233" y="697"/>
                    <a:pt x="9675" y="804"/>
                    <a:pt x="10078" y="1044"/>
                  </a:cubicBezTo>
                  <a:cubicBezTo>
                    <a:pt x="10909" y="1540"/>
                    <a:pt x="11478" y="2468"/>
                    <a:pt x="11771" y="3370"/>
                  </a:cubicBezTo>
                  <a:cubicBezTo>
                    <a:pt x="12230" y="4771"/>
                    <a:pt x="11990" y="6407"/>
                    <a:pt x="10939" y="7397"/>
                  </a:cubicBezTo>
                  <a:lnTo>
                    <a:pt x="10939" y="7397"/>
                  </a:lnTo>
                  <a:cubicBezTo>
                    <a:pt x="10608" y="7599"/>
                    <a:pt x="10285" y="7810"/>
                    <a:pt x="9968" y="8021"/>
                  </a:cubicBezTo>
                  <a:cubicBezTo>
                    <a:pt x="9731" y="8179"/>
                    <a:pt x="9870" y="8574"/>
                    <a:pt x="10122" y="8574"/>
                  </a:cubicBezTo>
                  <a:cubicBezTo>
                    <a:pt x="10156" y="8574"/>
                    <a:pt x="10193" y="8566"/>
                    <a:pt x="10231" y="8550"/>
                  </a:cubicBezTo>
                  <a:cubicBezTo>
                    <a:pt x="10617" y="8382"/>
                    <a:pt x="10964" y="8158"/>
                    <a:pt x="11268" y="7889"/>
                  </a:cubicBezTo>
                  <a:lnTo>
                    <a:pt x="11268" y="7889"/>
                  </a:lnTo>
                  <a:cubicBezTo>
                    <a:pt x="12213" y="7304"/>
                    <a:pt x="13219" y="6796"/>
                    <a:pt x="14326" y="6640"/>
                  </a:cubicBezTo>
                  <a:cubicBezTo>
                    <a:pt x="14551" y="6609"/>
                    <a:pt x="14778" y="6592"/>
                    <a:pt x="15006" y="6592"/>
                  </a:cubicBezTo>
                  <a:cubicBezTo>
                    <a:pt x="16051" y="6592"/>
                    <a:pt x="17092" y="6941"/>
                    <a:pt x="17770" y="7785"/>
                  </a:cubicBezTo>
                  <a:cubicBezTo>
                    <a:pt x="19529" y="9980"/>
                    <a:pt x="18282" y="12888"/>
                    <a:pt x="16742" y="14794"/>
                  </a:cubicBezTo>
                  <a:cubicBezTo>
                    <a:pt x="15717" y="16059"/>
                    <a:pt x="14522" y="17180"/>
                    <a:pt x="13192" y="18121"/>
                  </a:cubicBezTo>
                  <a:cubicBezTo>
                    <a:pt x="12947" y="18299"/>
                    <a:pt x="13111" y="18625"/>
                    <a:pt x="13354" y="18625"/>
                  </a:cubicBezTo>
                  <a:cubicBezTo>
                    <a:pt x="13401" y="18625"/>
                    <a:pt x="13452" y="18613"/>
                    <a:pt x="13503" y="18585"/>
                  </a:cubicBezTo>
                  <a:lnTo>
                    <a:pt x="13503" y="18585"/>
                  </a:lnTo>
                  <a:lnTo>
                    <a:pt x="13504" y="18587"/>
                  </a:lnTo>
                  <a:cubicBezTo>
                    <a:pt x="13512" y="18582"/>
                    <a:pt x="13519" y="18577"/>
                    <a:pt x="13527" y="18571"/>
                  </a:cubicBezTo>
                  <a:lnTo>
                    <a:pt x="13527" y="18571"/>
                  </a:lnTo>
                  <a:cubicBezTo>
                    <a:pt x="15120" y="17673"/>
                    <a:pt x="16783" y="16729"/>
                    <a:pt x="18621" y="16464"/>
                  </a:cubicBezTo>
                  <a:cubicBezTo>
                    <a:pt x="18938" y="16418"/>
                    <a:pt x="19262" y="16394"/>
                    <a:pt x="19589" y="16394"/>
                  </a:cubicBezTo>
                  <a:cubicBezTo>
                    <a:pt x="20701" y="16394"/>
                    <a:pt x="21832" y="16678"/>
                    <a:pt x="22717" y="17359"/>
                  </a:cubicBezTo>
                  <a:cubicBezTo>
                    <a:pt x="23928" y="18291"/>
                    <a:pt x="24397" y="19871"/>
                    <a:pt x="24157" y="21352"/>
                  </a:cubicBezTo>
                  <a:cubicBezTo>
                    <a:pt x="23904" y="22905"/>
                    <a:pt x="22873" y="24186"/>
                    <a:pt x="21576" y="25025"/>
                  </a:cubicBezTo>
                  <a:cubicBezTo>
                    <a:pt x="20227" y="25895"/>
                    <a:pt x="18675" y="26225"/>
                    <a:pt x="17105" y="26383"/>
                  </a:cubicBezTo>
                  <a:lnTo>
                    <a:pt x="17105" y="26383"/>
                  </a:lnTo>
                  <a:cubicBezTo>
                    <a:pt x="16653" y="26396"/>
                    <a:pt x="16204" y="26431"/>
                    <a:pt x="15762" y="26486"/>
                  </a:cubicBezTo>
                  <a:lnTo>
                    <a:pt x="15762" y="26486"/>
                  </a:lnTo>
                  <a:cubicBezTo>
                    <a:pt x="15746" y="26487"/>
                    <a:pt x="15730" y="26487"/>
                    <a:pt x="15714" y="26488"/>
                  </a:cubicBezTo>
                  <a:lnTo>
                    <a:pt x="15714" y="26492"/>
                  </a:lnTo>
                  <a:lnTo>
                    <a:pt x="15714" y="26492"/>
                  </a:lnTo>
                  <a:cubicBezTo>
                    <a:pt x="15714" y="26492"/>
                    <a:pt x="15714" y="26492"/>
                    <a:pt x="15714" y="26492"/>
                  </a:cubicBezTo>
                  <a:cubicBezTo>
                    <a:pt x="15412" y="26530"/>
                    <a:pt x="15423" y="26986"/>
                    <a:pt x="15710" y="26986"/>
                  </a:cubicBezTo>
                  <a:cubicBezTo>
                    <a:pt x="15721" y="26986"/>
                    <a:pt x="15732" y="26985"/>
                    <a:pt x="15743" y="26984"/>
                  </a:cubicBezTo>
                  <a:cubicBezTo>
                    <a:pt x="15744" y="26984"/>
                    <a:pt x="15745" y="26984"/>
                    <a:pt x="15746" y="26984"/>
                  </a:cubicBezTo>
                  <a:lnTo>
                    <a:pt x="15746" y="26984"/>
                  </a:lnTo>
                  <a:cubicBezTo>
                    <a:pt x="15987" y="26972"/>
                    <a:pt x="16227" y="26967"/>
                    <a:pt x="16467" y="26967"/>
                  </a:cubicBezTo>
                  <a:cubicBezTo>
                    <a:pt x="18177" y="26967"/>
                    <a:pt x="19866" y="27257"/>
                    <a:pt x="21469" y="27869"/>
                  </a:cubicBezTo>
                  <a:cubicBezTo>
                    <a:pt x="22999" y="28451"/>
                    <a:pt x="24809" y="29393"/>
                    <a:pt x="25089" y="31186"/>
                  </a:cubicBezTo>
                  <a:cubicBezTo>
                    <a:pt x="25208" y="31971"/>
                    <a:pt x="25016" y="32793"/>
                    <a:pt x="24390" y="33319"/>
                  </a:cubicBezTo>
                  <a:cubicBezTo>
                    <a:pt x="23691" y="33911"/>
                    <a:pt x="22687" y="34100"/>
                    <a:pt x="21798" y="34177"/>
                  </a:cubicBezTo>
                  <a:cubicBezTo>
                    <a:pt x="21556" y="34198"/>
                    <a:pt x="21314" y="34209"/>
                    <a:pt x="21071" y="34209"/>
                  </a:cubicBezTo>
                  <a:cubicBezTo>
                    <a:pt x="19708" y="34209"/>
                    <a:pt x="18351" y="33874"/>
                    <a:pt x="17131" y="33272"/>
                  </a:cubicBezTo>
                  <a:cubicBezTo>
                    <a:pt x="15899" y="32661"/>
                    <a:pt x="14810" y="31802"/>
                    <a:pt x="13977" y="30729"/>
                  </a:cubicBezTo>
                  <a:lnTo>
                    <a:pt x="13977" y="30729"/>
                  </a:lnTo>
                  <a:cubicBezTo>
                    <a:pt x="13953" y="30625"/>
                    <a:pt x="13892" y="30534"/>
                    <a:pt x="13796" y="30487"/>
                  </a:cubicBezTo>
                  <a:lnTo>
                    <a:pt x="13796" y="30487"/>
                  </a:lnTo>
                  <a:cubicBezTo>
                    <a:pt x="13572" y="30175"/>
                    <a:pt x="13368" y="29847"/>
                    <a:pt x="13188" y="29503"/>
                  </a:cubicBezTo>
                  <a:cubicBezTo>
                    <a:pt x="13172" y="29471"/>
                    <a:pt x="13143" y="29458"/>
                    <a:pt x="13112" y="29458"/>
                  </a:cubicBezTo>
                  <a:cubicBezTo>
                    <a:pt x="13048" y="29458"/>
                    <a:pt x="12978" y="29519"/>
                    <a:pt x="13012" y="29589"/>
                  </a:cubicBezTo>
                  <a:lnTo>
                    <a:pt x="13009" y="29589"/>
                  </a:lnTo>
                  <a:cubicBezTo>
                    <a:pt x="13155" y="29893"/>
                    <a:pt x="13318" y="30186"/>
                    <a:pt x="13496" y="30468"/>
                  </a:cubicBezTo>
                  <a:lnTo>
                    <a:pt x="13496" y="30468"/>
                  </a:lnTo>
                  <a:cubicBezTo>
                    <a:pt x="13321" y="30488"/>
                    <a:pt x="13145" y="30497"/>
                    <a:pt x="12970" y="30497"/>
                  </a:cubicBezTo>
                  <a:cubicBezTo>
                    <a:pt x="11698" y="30497"/>
                    <a:pt x="10426" y="30010"/>
                    <a:pt x="9346" y="29383"/>
                  </a:cubicBezTo>
                  <a:cubicBezTo>
                    <a:pt x="8015" y="28604"/>
                    <a:pt x="6867" y="27520"/>
                    <a:pt x="5869" y="26359"/>
                  </a:cubicBezTo>
                  <a:cubicBezTo>
                    <a:pt x="3600" y="23724"/>
                    <a:pt x="1967" y="20497"/>
                    <a:pt x="1348" y="17063"/>
                  </a:cubicBezTo>
                  <a:cubicBezTo>
                    <a:pt x="789" y="13969"/>
                    <a:pt x="1062" y="10785"/>
                    <a:pt x="2136" y="7835"/>
                  </a:cubicBezTo>
                  <a:cubicBezTo>
                    <a:pt x="2655" y="6397"/>
                    <a:pt x="3364" y="5030"/>
                    <a:pt x="4276" y="3806"/>
                  </a:cubicBezTo>
                  <a:cubicBezTo>
                    <a:pt x="5174" y="2601"/>
                    <a:pt x="6268" y="1400"/>
                    <a:pt x="7722" y="888"/>
                  </a:cubicBezTo>
                  <a:cubicBezTo>
                    <a:pt x="8070" y="765"/>
                    <a:pt x="8430" y="697"/>
                    <a:pt x="8787" y="697"/>
                  </a:cubicBezTo>
                  <a:close/>
                  <a:moveTo>
                    <a:pt x="8822" y="0"/>
                  </a:moveTo>
                  <a:cubicBezTo>
                    <a:pt x="7705" y="0"/>
                    <a:pt x="6596" y="556"/>
                    <a:pt x="5723" y="1254"/>
                  </a:cubicBezTo>
                  <a:cubicBezTo>
                    <a:pt x="4412" y="2295"/>
                    <a:pt x="3394" y="3693"/>
                    <a:pt x="2546" y="5120"/>
                  </a:cubicBezTo>
                  <a:cubicBezTo>
                    <a:pt x="809" y="8047"/>
                    <a:pt x="1" y="11504"/>
                    <a:pt x="174" y="14901"/>
                  </a:cubicBezTo>
                  <a:cubicBezTo>
                    <a:pt x="370" y="18773"/>
                    <a:pt x="1817" y="22546"/>
                    <a:pt x="4103" y="25660"/>
                  </a:cubicBezTo>
                  <a:cubicBezTo>
                    <a:pt x="5294" y="27287"/>
                    <a:pt x="6704" y="28801"/>
                    <a:pt x="8394" y="29918"/>
                  </a:cubicBezTo>
                  <a:cubicBezTo>
                    <a:pt x="9160" y="30421"/>
                    <a:pt x="9978" y="30833"/>
                    <a:pt x="10856" y="31099"/>
                  </a:cubicBezTo>
                  <a:cubicBezTo>
                    <a:pt x="11399" y="31264"/>
                    <a:pt x="11969" y="31330"/>
                    <a:pt x="12538" y="31330"/>
                  </a:cubicBezTo>
                  <a:cubicBezTo>
                    <a:pt x="12904" y="31330"/>
                    <a:pt x="13270" y="31303"/>
                    <a:pt x="13628" y="31256"/>
                  </a:cubicBezTo>
                  <a:cubicBezTo>
                    <a:pt x="13763" y="31238"/>
                    <a:pt x="13860" y="31168"/>
                    <a:pt x="13918" y="31077"/>
                  </a:cubicBezTo>
                  <a:lnTo>
                    <a:pt x="13918" y="31077"/>
                  </a:lnTo>
                  <a:cubicBezTo>
                    <a:pt x="15643" y="33356"/>
                    <a:pt x="18429" y="34772"/>
                    <a:pt x="21312" y="34772"/>
                  </a:cubicBezTo>
                  <a:cubicBezTo>
                    <a:pt x="21446" y="34772"/>
                    <a:pt x="21581" y="34769"/>
                    <a:pt x="21715" y="34762"/>
                  </a:cubicBezTo>
                  <a:cubicBezTo>
                    <a:pt x="23532" y="34679"/>
                    <a:pt x="25684" y="33997"/>
                    <a:pt x="25890" y="31901"/>
                  </a:cubicBezTo>
                  <a:cubicBezTo>
                    <a:pt x="26090" y="29869"/>
                    <a:pt x="24596" y="28328"/>
                    <a:pt x="22880" y="27516"/>
                  </a:cubicBezTo>
                  <a:cubicBezTo>
                    <a:pt x="21743" y="26978"/>
                    <a:pt x="20497" y="26640"/>
                    <a:pt x="19226" y="26482"/>
                  </a:cubicBezTo>
                  <a:lnTo>
                    <a:pt x="19226" y="26482"/>
                  </a:lnTo>
                  <a:cubicBezTo>
                    <a:pt x="20017" y="26296"/>
                    <a:pt x="20786" y="26033"/>
                    <a:pt x="21509" y="25633"/>
                  </a:cubicBezTo>
                  <a:cubicBezTo>
                    <a:pt x="22979" y="24822"/>
                    <a:pt x="24210" y="23481"/>
                    <a:pt x="24650" y="21837"/>
                  </a:cubicBezTo>
                  <a:cubicBezTo>
                    <a:pt x="25059" y="20287"/>
                    <a:pt x="24749" y="18564"/>
                    <a:pt x="23642" y="17373"/>
                  </a:cubicBezTo>
                  <a:cubicBezTo>
                    <a:pt x="22613" y="16273"/>
                    <a:pt x="21071" y="15807"/>
                    <a:pt x="19595" y="15807"/>
                  </a:cubicBezTo>
                  <a:cubicBezTo>
                    <a:pt x="19538" y="15807"/>
                    <a:pt x="19482" y="15808"/>
                    <a:pt x="19426" y="15809"/>
                  </a:cubicBezTo>
                  <a:cubicBezTo>
                    <a:pt x="18091" y="15842"/>
                    <a:pt x="16828" y="16264"/>
                    <a:pt x="15623" y="16828"/>
                  </a:cubicBezTo>
                  <a:lnTo>
                    <a:pt x="15623" y="16828"/>
                  </a:lnTo>
                  <a:cubicBezTo>
                    <a:pt x="16136" y="16333"/>
                    <a:pt x="16621" y="15810"/>
                    <a:pt x="17074" y="15260"/>
                  </a:cubicBezTo>
                  <a:cubicBezTo>
                    <a:pt x="17972" y="14166"/>
                    <a:pt x="18751" y="12918"/>
                    <a:pt x="19054" y="11524"/>
                  </a:cubicBezTo>
                  <a:cubicBezTo>
                    <a:pt x="19340" y="10223"/>
                    <a:pt x="19154" y="8769"/>
                    <a:pt x="18388" y="7658"/>
                  </a:cubicBezTo>
                  <a:cubicBezTo>
                    <a:pt x="17611" y="6538"/>
                    <a:pt x="16330" y="6004"/>
                    <a:pt x="14992" y="6004"/>
                  </a:cubicBezTo>
                  <a:cubicBezTo>
                    <a:pt x="14968" y="6004"/>
                    <a:pt x="14943" y="6004"/>
                    <a:pt x="14918" y="6005"/>
                  </a:cubicBezTo>
                  <a:cubicBezTo>
                    <a:pt x="13950" y="6019"/>
                    <a:pt x="13042" y="6303"/>
                    <a:pt x="12182" y="6713"/>
                  </a:cubicBezTo>
                  <a:lnTo>
                    <a:pt x="12182" y="6713"/>
                  </a:lnTo>
                  <a:cubicBezTo>
                    <a:pt x="12502" y="6100"/>
                    <a:pt x="12677" y="5405"/>
                    <a:pt x="12683" y="4694"/>
                  </a:cubicBezTo>
                  <a:cubicBezTo>
                    <a:pt x="12696" y="3004"/>
                    <a:pt x="11731" y="1041"/>
                    <a:pt x="10154" y="296"/>
                  </a:cubicBezTo>
                  <a:cubicBezTo>
                    <a:pt x="9719" y="90"/>
                    <a:pt x="9270" y="0"/>
                    <a:pt x="8822" y="0"/>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4"/>
            <p:cNvSpPr/>
            <p:nvPr/>
          </p:nvSpPr>
          <p:spPr>
            <a:xfrm>
              <a:off x="6155725" y="2814175"/>
              <a:ext cx="75050" cy="48800"/>
            </a:xfrm>
            <a:custGeom>
              <a:avLst/>
              <a:gdLst/>
              <a:ahLst/>
              <a:cxnLst/>
              <a:rect l="l" t="t" r="r" b="b"/>
              <a:pathLst>
                <a:path w="3002" h="1952" extrusionOk="0">
                  <a:moveTo>
                    <a:pt x="1293" y="882"/>
                  </a:moveTo>
                  <a:lnTo>
                    <a:pt x="1293" y="882"/>
                  </a:lnTo>
                  <a:cubicBezTo>
                    <a:pt x="1301" y="882"/>
                    <a:pt x="1320" y="884"/>
                    <a:pt x="1355" y="891"/>
                  </a:cubicBezTo>
                  <a:lnTo>
                    <a:pt x="1352" y="891"/>
                  </a:lnTo>
                  <a:cubicBezTo>
                    <a:pt x="1338" y="889"/>
                    <a:pt x="1325" y="887"/>
                    <a:pt x="1312" y="885"/>
                  </a:cubicBezTo>
                  <a:cubicBezTo>
                    <a:pt x="1305" y="884"/>
                    <a:pt x="1299" y="883"/>
                    <a:pt x="1293" y="882"/>
                  </a:cubicBezTo>
                  <a:close/>
                  <a:moveTo>
                    <a:pt x="1083" y="1404"/>
                  </a:moveTo>
                  <a:lnTo>
                    <a:pt x="1083" y="1405"/>
                  </a:lnTo>
                  <a:lnTo>
                    <a:pt x="1083" y="1405"/>
                  </a:lnTo>
                  <a:cubicBezTo>
                    <a:pt x="1077" y="1410"/>
                    <a:pt x="1073" y="1414"/>
                    <a:pt x="1072" y="1414"/>
                  </a:cubicBezTo>
                  <a:cubicBezTo>
                    <a:pt x="1072" y="1414"/>
                    <a:pt x="1072" y="1414"/>
                    <a:pt x="1072" y="1414"/>
                  </a:cubicBezTo>
                  <a:cubicBezTo>
                    <a:pt x="1076" y="1410"/>
                    <a:pt x="1079" y="1407"/>
                    <a:pt x="1083" y="1404"/>
                  </a:cubicBezTo>
                  <a:close/>
                  <a:moveTo>
                    <a:pt x="1715" y="1"/>
                  </a:moveTo>
                  <a:cubicBezTo>
                    <a:pt x="1615" y="1"/>
                    <a:pt x="1516" y="11"/>
                    <a:pt x="1418" y="26"/>
                  </a:cubicBezTo>
                  <a:cubicBezTo>
                    <a:pt x="1099" y="83"/>
                    <a:pt x="793" y="189"/>
                    <a:pt x="530" y="389"/>
                  </a:cubicBezTo>
                  <a:cubicBezTo>
                    <a:pt x="380" y="499"/>
                    <a:pt x="237" y="628"/>
                    <a:pt x="147" y="795"/>
                  </a:cubicBezTo>
                  <a:cubicBezTo>
                    <a:pt x="1" y="1081"/>
                    <a:pt x="68" y="1427"/>
                    <a:pt x="310" y="1640"/>
                  </a:cubicBezTo>
                  <a:cubicBezTo>
                    <a:pt x="563" y="1859"/>
                    <a:pt x="939" y="1929"/>
                    <a:pt x="1262" y="1949"/>
                  </a:cubicBezTo>
                  <a:cubicBezTo>
                    <a:pt x="1295" y="1951"/>
                    <a:pt x="1328" y="1952"/>
                    <a:pt x="1361" y="1952"/>
                  </a:cubicBezTo>
                  <a:cubicBezTo>
                    <a:pt x="1884" y="1952"/>
                    <a:pt x="2425" y="1731"/>
                    <a:pt x="2766" y="1337"/>
                  </a:cubicBezTo>
                  <a:cubicBezTo>
                    <a:pt x="2902" y="1181"/>
                    <a:pt x="3002" y="998"/>
                    <a:pt x="2995" y="788"/>
                  </a:cubicBezTo>
                  <a:cubicBezTo>
                    <a:pt x="2992" y="585"/>
                    <a:pt x="2895" y="392"/>
                    <a:pt x="2736" y="266"/>
                  </a:cubicBezTo>
                  <a:lnTo>
                    <a:pt x="2646" y="203"/>
                  </a:lnTo>
                  <a:lnTo>
                    <a:pt x="2646" y="203"/>
                  </a:lnTo>
                  <a:cubicBezTo>
                    <a:pt x="2674" y="223"/>
                    <a:pt x="2688" y="233"/>
                    <a:pt x="2688" y="233"/>
                  </a:cubicBezTo>
                  <a:cubicBezTo>
                    <a:pt x="2688" y="233"/>
                    <a:pt x="2658" y="212"/>
                    <a:pt x="2599" y="173"/>
                  </a:cubicBezTo>
                  <a:cubicBezTo>
                    <a:pt x="2573" y="156"/>
                    <a:pt x="2546" y="139"/>
                    <a:pt x="2519" y="129"/>
                  </a:cubicBezTo>
                  <a:cubicBezTo>
                    <a:pt x="2450" y="96"/>
                    <a:pt x="2376" y="73"/>
                    <a:pt x="2303" y="53"/>
                  </a:cubicBezTo>
                  <a:cubicBezTo>
                    <a:pt x="2186" y="27"/>
                    <a:pt x="2069" y="13"/>
                    <a:pt x="1950" y="13"/>
                  </a:cubicBezTo>
                  <a:cubicBezTo>
                    <a:pt x="1946" y="13"/>
                    <a:pt x="1941" y="13"/>
                    <a:pt x="1936" y="13"/>
                  </a:cubicBezTo>
                  <a:lnTo>
                    <a:pt x="1936" y="13"/>
                  </a:lnTo>
                  <a:cubicBezTo>
                    <a:pt x="1889" y="8"/>
                    <a:pt x="1841" y="5"/>
                    <a:pt x="1794" y="3"/>
                  </a:cubicBezTo>
                  <a:cubicBezTo>
                    <a:pt x="1768" y="2"/>
                    <a:pt x="1741" y="1"/>
                    <a:pt x="1715"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4"/>
            <p:cNvSpPr/>
            <p:nvPr/>
          </p:nvSpPr>
          <p:spPr>
            <a:xfrm>
              <a:off x="6055350" y="2505750"/>
              <a:ext cx="64975" cy="50650"/>
            </a:xfrm>
            <a:custGeom>
              <a:avLst/>
              <a:gdLst/>
              <a:ahLst/>
              <a:cxnLst/>
              <a:rect l="l" t="t" r="r" b="b"/>
              <a:pathLst>
                <a:path w="2599" h="2026" extrusionOk="0">
                  <a:moveTo>
                    <a:pt x="1724" y="1"/>
                  </a:moveTo>
                  <a:cubicBezTo>
                    <a:pt x="1554" y="1"/>
                    <a:pt x="1388" y="57"/>
                    <a:pt x="1231" y="114"/>
                  </a:cubicBezTo>
                  <a:cubicBezTo>
                    <a:pt x="1065" y="177"/>
                    <a:pt x="892" y="233"/>
                    <a:pt x="726" y="300"/>
                  </a:cubicBezTo>
                  <a:cubicBezTo>
                    <a:pt x="476" y="400"/>
                    <a:pt x="260" y="536"/>
                    <a:pt x="124" y="772"/>
                  </a:cubicBezTo>
                  <a:cubicBezTo>
                    <a:pt x="20" y="959"/>
                    <a:pt x="0" y="1182"/>
                    <a:pt x="67" y="1388"/>
                  </a:cubicBezTo>
                  <a:cubicBezTo>
                    <a:pt x="133" y="1551"/>
                    <a:pt x="240" y="1697"/>
                    <a:pt x="376" y="1810"/>
                  </a:cubicBezTo>
                  <a:cubicBezTo>
                    <a:pt x="509" y="1920"/>
                    <a:pt x="672" y="1993"/>
                    <a:pt x="845" y="2017"/>
                  </a:cubicBezTo>
                  <a:cubicBezTo>
                    <a:pt x="896" y="2023"/>
                    <a:pt x="946" y="2025"/>
                    <a:pt x="997" y="2025"/>
                  </a:cubicBezTo>
                  <a:cubicBezTo>
                    <a:pt x="1027" y="2025"/>
                    <a:pt x="1057" y="2024"/>
                    <a:pt x="1087" y="2022"/>
                  </a:cubicBezTo>
                  <a:lnTo>
                    <a:pt x="1087" y="2022"/>
                  </a:lnTo>
                  <a:cubicBezTo>
                    <a:pt x="1281" y="2022"/>
                    <a:pt x="1474" y="1982"/>
                    <a:pt x="1654" y="1904"/>
                  </a:cubicBezTo>
                  <a:cubicBezTo>
                    <a:pt x="1993" y="1747"/>
                    <a:pt x="2293" y="1508"/>
                    <a:pt x="2452" y="1158"/>
                  </a:cubicBezTo>
                  <a:cubicBezTo>
                    <a:pt x="2579" y="882"/>
                    <a:pt x="2599" y="589"/>
                    <a:pt x="2429" y="327"/>
                  </a:cubicBezTo>
                  <a:cubicBezTo>
                    <a:pt x="2279" y="90"/>
                    <a:pt x="1990" y="1"/>
                    <a:pt x="1724"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4"/>
            <p:cNvSpPr/>
            <p:nvPr/>
          </p:nvSpPr>
          <p:spPr>
            <a:xfrm>
              <a:off x="5908350" y="2229775"/>
              <a:ext cx="60100" cy="68800"/>
            </a:xfrm>
            <a:custGeom>
              <a:avLst/>
              <a:gdLst/>
              <a:ahLst/>
              <a:cxnLst/>
              <a:rect l="l" t="t" r="r" b="b"/>
              <a:pathLst>
                <a:path w="2404" h="2752" extrusionOk="0">
                  <a:moveTo>
                    <a:pt x="1613" y="1"/>
                  </a:moveTo>
                  <a:cubicBezTo>
                    <a:pt x="1382" y="1"/>
                    <a:pt x="1154" y="104"/>
                    <a:pt x="953" y="207"/>
                  </a:cubicBezTo>
                  <a:cubicBezTo>
                    <a:pt x="790" y="300"/>
                    <a:pt x="644" y="417"/>
                    <a:pt x="521" y="557"/>
                  </a:cubicBezTo>
                  <a:cubicBezTo>
                    <a:pt x="391" y="693"/>
                    <a:pt x="288" y="849"/>
                    <a:pt x="211" y="1019"/>
                  </a:cubicBezTo>
                  <a:cubicBezTo>
                    <a:pt x="64" y="1343"/>
                    <a:pt x="1" y="1698"/>
                    <a:pt x="60" y="2041"/>
                  </a:cubicBezTo>
                  <a:lnTo>
                    <a:pt x="60" y="2041"/>
                  </a:lnTo>
                  <a:cubicBezTo>
                    <a:pt x="19" y="2243"/>
                    <a:pt x="117" y="2470"/>
                    <a:pt x="268" y="2599"/>
                  </a:cubicBezTo>
                  <a:cubicBezTo>
                    <a:pt x="383" y="2698"/>
                    <a:pt x="528" y="2751"/>
                    <a:pt x="676" y="2751"/>
                  </a:cubicBezTo>
                  <a:cubicBezTo>
                    <a:pt x="742" y="2751"/>
                    <a:pt x="809" y="2741"/>
                    <a:pt x="873" y="2719"/>
                  </a:cubicBezTo>
                  <a:cubicBezTo>
                    <a:pt x="1249" y="2593"/>
                    <a:pt x="1589" y="2370"/>
                    <a:pt x="1852" y="2070"/>
                  </a:cubicBezTo>
                  <a:cubicBezTo>
                    <a:pt x="2111" y="1778"/>
                    <a:pt x="2311" y="1398"/>
                    <a:pt x="2371" y="1012"/>
                  </a:cubicBezTo>
                  <a:cubicBezTo>
                    <a:pt x="2404" y="843"/>
                    <a:pt x="2394" y="673"/>
                    <a:pt x="2344" y="510"/>
                  </a:cubicBezTo>
                  <a:cubicBezTo>
                    <a:pt x="2264" y="250"/>
                    <a:pt x="2025" y="71"/>
                    <a:pt x="1768" y="18"/>
                  </a:cubicBezTo>
                  <a:cubicBezTo>
                    <a:pt x="1716" y="6"/>
                    <a:pt x="1664" y="1"/>
                    <a:pt x="1613"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4"/>
            <p:cNvSpPr/>
            <p:nvPr/>
          </p:nvSpPr>
          <p:spPr>
            <a:xfrm>
              <a:off x="5504500" y="2070425"/>
              <a:ext cx="849950" cy="1141650"/>
            </a:xfrm>
            <a:custGeom>
              <a:avLst/>
              <a:gdLst/>
              <a:ahLst/>
              <a:cxnLst/>
              <a:rect l="l" t="t" r="r" b="b"/>
              <a:pathLst>
                <a:path w="33998" h="45666" fill="none" extrusionOk="0">
                  <a:moveTo>
                    <a:pt x="19596" y="41194"/>
                  </a:moveTo>
                  <a:cubicBezTo>
                    <a:pt x="19899" y="43749"/>
                    <a:pt x="22770" y="45666"/>
                    <a:pt x="25245" y="44960"/>
                  </a:cubicBezTo>
                  <a:cubicBezTo>
                    <a:pt x="27717" y="44258"/>
                    <a:pt x="29154" y="41118"/>
                    <a:pt x="28066" y="38789"/>
                  </a:cubicBezTo>
                  <a:cubicBezTo>
                    <a:pt x="29786" y="39557"/>
                    <a:pt x="32038" y="38779"/>
                    <a:pt x="32913" y="37115"/>
                  </a:cubicBezTo>
                  <a:cubicBezTo>
                    <a:pt x="33788" y="35449"/>
                    <a:pt x="33153" y="33153"/>
                    <a:pt x="31546" y="32172"/>
                  </a:cubicBezTo>
                  <a:cubicBezTo>
                    <a:pt x="32967" y="31862"/>
                    <a:pt x="33998" y="30332"/>
                    <a:pt x="33748" y="28901"/>
                  </a:cubicBezTo>
                  <a:cubicBezTo>
                    <a:pt x="33502" y="27471"/>
                    <a:pt x="32015" y="26373"/>
                    <a:pt x="30575" y="26559"/>
                  </a:cubicBezTo>
                  <a:cubicBezTo>
                    <a:pt x="31696" y="25847"/>
                    <a:pt x="32285" y="24380"/>
                    <a:pt x="31959" y="23086"/>
                  </a:cubicBezTo>
                  <a:cubicBezTo>
                    <a:pt x="31633" y="21795"/>
                    <a:pt x="30425" y="20780"/>
                    <a:pt x="29097" y="20684"/>
                  </a:cubicBezTo>
                  <a:cubicBezTo>
                    <a:pt x="30245" y="19839"/>
                    <a:pt x="30724" y="18192"/>
                    <a:pt x="30205" y="16865"/>
                  </a:cubicBezTo>
                  <a:cubicBezTo>
                    <a:pt x="29686" y="15537"/>
                    <a:pt x="28219" y="14649"/>
                    <a:pt x="26802" y="14809"/>
                  </a:cubicBezTo>
                  <a:cubicBezTo>
                    <a:pt x="27936" y="13864"/>
                    <a:pt x="28246" y="12064"/>
                    <a:pt x="27487" y="10796"/>
                  </a:cubicBezTo>
                  <a:cubicBezTo>
                    <a:pt x="26732" y="9529"/>
                    <a:pt x="25002" y="8943"/>
                    <a:pt x="23628" y="9492"/>
                  </a:cubicBezTo>
                  <a:cubicBezTo>
                    <a:pt x="24762" y="8681"/>
                    <a:pt x="25039" y="6901"/>
                    <a:pt x="24210" y="5783"/>
                  </a:cubicBezTo>
                  <a:cubicBezTo>
                    <a:pt x="23385" y="4662"/>
                    <a:pt x="21602" y="4409"/>
                    <a:pt x="20491" y="5254"/>
                  </a:cubicBezTo>
                  <a:cubicBezTo>
                    <a:pt x="20963" y="3876"/>
                    <a:pt x="20201" y="2200"/>
                    <a:pt x="18854" y="1647"/>
                  </a:cubicBezTo>
                  <a:cubicBezTo>
                    <a:pt x="17510" y="1095"/>
                    <a:pt x="15790" y="1751"/>
                    <a:pt x="15154" y="3061"/>
                  </a:cubicBezTo>
                  <a:cubicBezTo>
                    <a:pt x="15886" y="1684"/>
                    <a:pt x="14269" y="1"/>
                    <a:pt x="12712" y="84"/>
                  </a:cubicBezTo>
                  <a:cubicBezTo>
                    <a:pt x="11155" y="167"/>
                    <a:pt x="9895" y="1338"/>
                    <a:pt x="8860" y="2506"/>
                  </a:cubicBezTo>
                  <a:cubicBezTo>
                    <a:pt x="6345" y="1860"/>
                    <a:pt x="3494" y="2822"/>
                    <a:pt x="1883" y="4858"/>
                  </a:cubicBezTo>
                  <a:cubicBezTo>
                    <a:pt x="277" y="6897"/>
                    <a:pt x="0" y="9895"/>
                    <a:pt x="1215" y="12190"/>
                  </a:cubicBezTo>
                </a:path>
              </a:pathLst>
            </a:custGeom>
            <a:noFill/>
            <a:ln w="1075" cap="flat" cmpd="sng">
              <a:solidFill>
                <a:schemeClr val="accent2"/>
              </a:solidFill>
              <a:prstDash val="solid"/>
              <a:miter lim="332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71" name="Google Shape;3271;p14"/>
          <p:cNvSpPr txBox="1">
            <a:spLocks noGrp="1"/>
          </p:cNvSpPr>
          <p:nvPr>
            <p:ph type="title"/>
          </p:nvPr>
        </p:nvSpPr>
        <p:spPr>
          <a:xfrm>
            <a:off x="1281033" y="4527600"/>
            <a:ext cx="5674800" cy="709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000"/>
              <a:buNone/>
              <a:defRPr sz="2933">
                <a:solidFill>
                  <a:schemeClr val="dk1"/>
                </a:solidFill>
              </a:defRPr>
            </a:lvl1pPr>
            <a:lvl2pPr lvl="1" algn="ctr" rtl="0">
              <a:spcBef>
                <a:spcPts val="0"/>
              </a:spcBef>
              <a:spcAft>
                <a:spcPts val="0"/>
              </a:spcAft>
              <a:buClr>
                <a:schemeClr val="dk1"/>
              </a:buClr>
              <a:buSzPts val="3000"/>
              <a:buNone/>
              <a:defRPr sz="4000">
                <a:solidFill>
                  <a:schemeClr val="dk1"/>
                </a:solidFill>
              </a:defRPr>
            </a:lvl2pPr>
            <a:lvl3pPr lvl="2" algn="ctr" rtl="0">
              <a:spcBef>
                <a:spcPts val="0"/>
              </a:spcBef>
              <a:spcAft>
                <a:spcPts val="0"/>
              </a:spcAft>
              <a:buClr>
                <a:schemeClr val="dk1"/>
              </a:buClr>
              <a:buSzPts val="3000"/>
              <a:buNone/>
              <a:defRPr sz="4000">
                <a:solidFill>
                  <a:schemeClr val="dk1"/>
                </a:solidFill>
              </a:defRPr>
            </a:lvl3pPr>
            <a:lvl4pPr lvl="3" algn="ctr" rtl="0">
              <a:spcBef>
                <a:spcPts val="0"/>
              </a:spcBef>
              <a:spcAft>
                <a:spcPts val="0"/>
              </a:spcAft>
              <a:buClr>
                <a:schemeClr val="dk1"/>
              </a:buClr>
              <a:buSzPts val="3000"/>
              <a:buNone/>
              <a:defRPr sz="4000">
                <a:solidFill>
                  <a:schemeClr val="dk1"/>
                </a:solidFill>
              </a:defRPr>
            </a:lvl4pPr>
            <a:lvl5pPr lvl="4" algn="ctr" rtl="0">
              <a:spcBef>
                <a:spcPts val="0"/>
              </a:spcBef>
              <a:spcAft>
                <a:spcPts val="0"/>
              </a:spcAft>
              <a:buClr>
                <a:schemeClr val="dk1"/>
              </a:buClr>
              <a:buSzPts val="3000"/>
              <a:buNone/>
              <a:defRPr sz="4000">
                <a:solidFill>
                  <a:schemeClr val="dk1"/>
                </a:solidFill>
              </a:defRPr>
            </a:lvl5pPr>
            <a:lvl6pPr lvl="5" algn="ctr" rtl="0">
              <a:spcBef>
                <a:spcPts val="0"/>
              </a:spcBef>
              <a:spcAft>
                <a:spcPts val="0"/>
              </a:spcAft>
              <a:buClr>
                <a:schemeClr val="dk1"/>
              </a:buClr>
              <a:buSzPts val="3000"/>
              <a:buNone/>
              <a:defRPr sz="4000">
                <a:solidFill>
                  <a:schemeClr val="dk1"/>
                </a:solidFill>
              </a:defRPr>
            </a:lvl6pPr>
            <a:lvl7pPr lvl="6" algn="ctr" rtl="0">
              <a:spcBef>
                <a:spcPts val="0"/>
              </a:spcBef>
              <a:spcAft>
                <a:spcPts val="0"/>
              </a:spcAft>
              <a:buClr>
                <a:schemeClr val="dk1"/>
              </a:buClr>
              <a:buSzPts val="3000"/>
              <a:buNone/>
              <a:defRPr sz="4000">
                <a:solidFill>
                  <a:schemeClr val="dk1"/>
                </a:solidFill>
              </a:defRPr>
            </a:lvl7pPr>
            <a:lvl8pPr lvl="7" algn="ctr" rtl="0">
              <a:spcBef>
                <a:spcPts val="0"/>
              </a:spcBef>
              <a:spcAft>
                <a:spcPts val="0"/>
              </a:spcAft>
              <a:buClr>
                <a:schemeClr val="dk1"/>
              </a:buClr>
              <a:buSzPts val="3000"/>
              <a:buNone/>
              <a:defRPr sz="4000">
                <a:solidFill>
                  <a:schemeClr val="dk1"/>
                </a:solidFill>
              </a:defRPr>
            </a:lvl8pPr>
            <a:lvl9pPr lvl="8" algn="ctr" rtl="0">
              <a:spcBef>
                <a:spcPts val="0"/>
              </a:spcBef>
              <a:spcAft>
                <a:spcPts val="0"/>
              </a:spcAft>
              <a:buClr>
                <a:schemeClr val="dk1"/>
              </a:buClr>
              <a:buSzPts val="3000"/>
              <a:buNone/>
              <a:defRPr sz="4000">
                <a:solidFill>
                  <a:schemeClr val="dk1"/>
                </a:solidFill>
              </a:defRPr>
            </a:lvl9pPr>
          </a:lstStyle>
          <a:p>
            <a:r>
              <a:rPr lang="en-US"/>
              <a:t>Click to edit Master title style</a:t>
            </a:r>
            <a:endParaRPr/>
          </a:p>
        </p:txBody>
      </p:sp>
      <p:sp>
        <p:nvSpPr>
          <p:cNvPr id="3272" name="Google Shape;3272;p14"/>
          <p:cNvSpPr txBox="1">
            <a:spLocks noGrp="1"/>
          </p:cNvSpPr>
          <p:nvPr>
            <p:ph type="subTitle" idx="1"/>
          </p:nvPr>
        </p:nvSpPr>
        <p:spPr>
          <a:xfrm>
            <a:off x="953467" y="1540400"/>
            <a:ext cx="6665200" cy="2906400"/>
          </a:xfrm>
          <a:prstGeom prst="rect">
            <a:avLst/>
          </a:prstGeom>
          <a:noFill/>
        </p:spPr>
        <p:txBody>
          <a:bodyPr spcFirstLastPara="1" wrap="square" lIns="91425" tIns="91425" rIns="91425" bIns="91425" anchor="ctr" anchorCtr="0">
            <a:noAutofit/>
          </a:bodyPr>
          <a:lstStyle>
            <a:lvl1pPr lvl="0" rtl="0">
              <a:lnSpc>
                <a:spcPct val="100000"/>
              </a:lnSpc>
              <a:spcBef>
                <a:spcPts val="0"/>
              </a:spcBef>
              <a:spcAft>
                <a:spcPts val="0"/>
              </a:spcAft>
              <a:buSzPts val="2500"/>
              <a:buNone/>
              <a:defRPr sz="3467"/>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r>
              <a:rPr lang="en-US"/>
              <a:t>Click to edit Master subtitle style</a:t>
            </a:r>
            <a:endParaRPr/>
          </a:p>
        </p:txBody>
      </p:sp>
      <p:grpSp>
        <p:nvGrpSpPr>
          <p:cNvPr id="3273" name="Google Shape;3273;p14"/>
          <p:cNvGrpSpPr/>
          <p:nvPr/>
        </p:nvGrpSpPr>
        <p:grpSpPr>
          <a:xfrm flipH="1">
            <a:off x="11613166" y="-222468"/>
            <a:ext cx="578831" cy="7314599"/>
            <a:chOff x="13274" y="-166851"/>
            <a:chExt cx="434123" cy="5485949"/>
          </a:xfrm>
        </p:grpSpPr>
        <p:sp>
          <p:nvSpPr>
            <p:cNvPr id="3274" name="Google Shape;3274;p14"/>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4"/>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4"/>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4"/>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4"/>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4"/>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4"/>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4"/>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4"/>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4"/>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4"/>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4"/>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4"/>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4"/>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4"/>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4"/>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4"/>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4"/>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4"/>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4"/>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4"/>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4"/>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4"/>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4"/>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4"/>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4"/>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4"/>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4"/>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4"/>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4"/>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4"/>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4"/>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4"/>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4"/>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4"/>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4"/>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4"/>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4"/>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4"/>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4"/>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4" name="Google Shape;3314;p14"/>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5" name="Google Shape;3315;p14"/>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6" name="Google Shape;3316;p14"/>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7" name="Google Shape;3317;p14"/>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8" name="Google Shape;3318;p14"/>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9" name="Google Shape;3319;p14"/>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0" name="Google Shape;3320;p14"/>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1" name="Google Shape;3321;p14"/>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2" name="Google Shape;3322;p14"/>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3" name="Google Shape;3323;p14"/>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4" name="Google Shape;3324;p14"/>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5" name="Google Shape;3325;p14"/>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6" name="Google Shape;3326;p14"/>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7" name="Google Shape;3327;p14"/>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8" name="Google Shape;3328;p14"/>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9" name="Google Shape;3329;p14"/>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0" name="Google Shape;3330;p14"/>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4"/>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4"/>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4"/>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4"/>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4"/>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4"/>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4"/>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4"/>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4"/>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4"/>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4"/>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4"/>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4"/>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4"/>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4"/>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4"/>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4"/>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4"/>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4"/>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4"/>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4"/>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4"/>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4"/>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4"/>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4"/>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4"/>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4"/>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4"/>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4"/>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4"/>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4"/>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4"/>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4"/>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4"/>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4"/>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4"/>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4"/>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4"/>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4"/>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4"/>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4"/>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4"/>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4"/>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4"/>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4"/>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4"/>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4"/>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4"/>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4"/>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4"/>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4"/>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4"/>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4"/>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4"/>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4"/>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4"/>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4"/>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4"/>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4"/>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4"/>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4"/>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4"/>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4"/>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4"/>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4"/>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4"/>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4"/>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4"/>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4"/>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4"/>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4"/>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4"/>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4"/>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4"/>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4"/>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4"/>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4"/>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4"/>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4"/>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10" name="Google Shape;3410;p14"/>
          <p:cNvGrpSpPr/>
          <p:nvPr/>
        </p:nvGrpSpPr>
        <p:grpSpPr>
          <a:xfrm>
            <a:off x="66" y="-222468"/>
            <a:ext cx="578831" cy="7314599"/>
            <a:chOff x="13274" y="-166851"/>
            <a:chExt cx="434123" cy="5485949"/>
          </a:xfrm>
        </p:grpSpPr>
        <p:sp>
          <p:nvSpPr>
            <p:cNvPr id="3411" name="Google Shape;3411;p14"/>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4"/>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4"/>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4"/>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4"/>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4"/>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4"/>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14"/>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14"/>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14"/>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4"/>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4"/>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4"/>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4"/>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4"/>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4"/>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4"/>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4"/>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14"/>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4"/>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4"/>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4"/>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4"/>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4"/>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4"/>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4"/>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4"/>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4"/>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4"/>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4"/>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4"/>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4"/>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4"/>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4"/>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4"/>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4"/>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4"/>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4"/>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4"/>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4"/>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4"/>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4"/>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4"/>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4"/>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4"/>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4"/>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4"/>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4"/>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4"/>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4"/>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4"/>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4"/>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4"/>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4"/>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4"/>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4"/>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4"/>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4"/>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4"/>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4"/>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4"/>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4"/>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4"/>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4"/>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4"/>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4"/>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4"/>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4"/>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4"/>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4"/>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4"/>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4"/>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4"/>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4"/>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4"/>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4"/>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4"/>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4"/>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4"/>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4"/>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4"/>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4"/>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4"/>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4"/>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4"/>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4"/>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4"/>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4"/>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4"/>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4"/>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4"/>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4"/>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4"/>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4"/>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4"/>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4"/>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4"/>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4"/>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4"/>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4"/>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4"/>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4"/>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4"/>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4"/>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4"/>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4"/>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4"/>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4"/>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4"/>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4"/>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4"/>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4"/>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4"/>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4"/>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4"/>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4"/>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4"/>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4"/>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4"/>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4"/>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4"/>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4"/>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4"/>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4"/>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4"/>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4"/>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4"/>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4"/>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4"/>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4"/>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4"/>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4"/>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4"/>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4"/>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4"/>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4"/>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10516428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1" preserve="1">
  <p:cSld name="Title only 1">
    <p:spTree>
      <p:nvGrpSpPr>
        <p:cNvPr id="1" name="Shape 3547"/>
        <p:cNvGrpSpPr/>
        <p:nvPr/>
      </p:nvGrpSpPr>
      <p:grpSpPr>
        <a:xfrm>
          <a:off x="0" y="0"/>
          <a:ext cx="0" cy="0"/>
          <a:chOff x="0" y="0"/>
          <a:chExt cx="0" cy="0"/>
        </a:xfrm>
      </p:grpSpPr>
      <p:grpSp>
        <p:nvGrpSpPr>
          <p:cNvPr id="3548" name="Google Shape;3548;p15"/>
          <p:cNvGrpSpPr/>
          <p:nvPr/>
        </p:nvGrpSpPr>
        <p:grpSpPr>
          <a:xfrm rot="-5138900">
            <a:off x="7002659" y="-797650"/>
            <a:ext cx="1158707" cy="2256236"/>
            <a:chOff x="4928950" y="2923850"/>
            <a:chExt cx="434675" cy="846400"/>
          </a:xfrm>
        </p:grpSpPr>
        <p:sp>
          <p:nvSpPr>
            <p:cNvPr id="3549" name="Google Shape;3549;p15"/>
            <p:cNvSpPr/>
            <p:nvPr/>
          </p:nvSpPr>
          <p:spPr>
            <a:xfrm>
              <a:off x="5082575" y="2939475"/>
              <a:ext cx="264375" cy="819350"/>
            </a:xfrm>
            <a:custGeom>
              <a:avLst/>
              <a:gdLst/>
              <a:ahLst/>
              <a:cxnLst/>
              <a:rect l="l" t="t" r="r" b="b"/>
              <a:pathLst>
                <a:path w="10575" h="32774" extrusionOk="0">
                  <a:moveTo>
                    <a:pt x="9954" y="1"/>
                  </a:moveTo>
                  <a:cubicBezTo>
                    <a:pt x="9951" y="1"/>
                    <a:pt x="9948" y="1"/>
                    <a:pt x="9944" y="1"/>
                  </a:cubicBezTo>
                  <a:cubicBezTo>
                    <a:pt x="8514" y="134"/>
                    <a:pt x="7216" y="1379"/>
                    <a:pt x="6215" y="2317"/>
                  </a:cubicBezTo>
                  <a:cubicBezTo>
                    <a:pt x="5024" y="3431"/>
                    <a:pt x="3982" y="4689"/>
                    <a:pt x="3111" y="6066"/>
                  </a:cubicBezTo>
                  <a:cubicBezTo>
                    <a:pt x="1361" y="8838"/>
                    <a:pt x="306" y="12041"/>
                    <a:pt x="117" y="15315"/>
                  </a:cubicBezTo>
                  <a:cubicBezTo>
                    <a:pt x="0" y="17331"/>
                    <a:pt x="200" y="19354"/>
                    <a:pt x="552" y="21337"/>
                  </a:cubicBezTo>
                  <a:cubicBezTo>
                    <a:pt x="878" y="23170"/>
                    <a:pt x="1314" y="24926"/>
                    <a:pt x="2352" y="26497"/>
                  </a:cubicBezTo>
                  <a:cubicBezTo>
                    <a:pt x="4162" y="29235"/>
                    <a:pt x="6933" y="31949"/>
                    <a:pt x="10194" y="32765"/>
                  </a:cubicBezTo>
                  <a:cubicBezTo>
                    <a:pt x="10218" y="32771"/>
                    <a:pt x="10241" y="32773"/>
                    <a:pt x="10263" y="32773"/>
                  </a:cubicBezTo>
                  <a:cubicBezTo>
                    <a:pt x="10494" y="32773"/>
                    <a:pt x="10574" y="32458"/>
                    <a:pt x="10340" y="32342"/>
                  </a:cubicBezTo>
                  <a:cubicBezTo>
                    <a:pt x="7369" y="30862"/>
                    <a:pt x="4505" y="28742"/>
                    <a:pt x="2675" y="25924"/>
                  </a:cubicBezTo>
                  <a:cubicBezTo>
                    <a:pt x="1677" y="24387"/>
                    <a:pt x="1294" y="22624"/>
                    <a:pt x="992" y="20841"/>
                  </a:cubicBezTo>
                  <a:cubicBezTo>
                    <a:pt x="669" y="18965"/>
                    <a:pt x="502" y="17055"/>
                    <a:pt x="622" y="15152"/>
                  </a:cubicBezTo>
                  <a:cubicBezTo>
                    <a:pt x="822" y="12035"/>
                    <a:pt x="1870" y="8994"/>
                    <a:pt x="3557" y="6369"/>
                  </a:cubicBezTo>
                  <a:cubicBezTo>
                    <a:pt x="4348" y="5125"/>
                    <a:pt x="5283" y="3980"/>
                    <a:pt x="6341" y="2949"/>
                  </a:cubicBezTo>
                  <a:cubicBezTo>
                    <a:pt x="7386" y="1934"/>
                    <a:pt x="8657" y="757"/>
                    <a:pt x="10011" y="194"/>
                  </a:cubicBezTo>
                  <a:cubicBezTo>
                    <a:pt x="10124" y="146"/>
                    <a:pt x="10055" y="1"/>
                    <a:pt x="99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5"/>
            <p:cNvSpPr/>
            <p:nvPr/>
          </p:nvSpPr>
          <p:spPr>
            <a:xfrm>
              <a:off x="5139625" y="2978525"/>
              <a:ext cx="201700" cy="684825"/>
            </a:xfrm>
            <a:custGeom>
              <a:avLst/>
              <a:gdLst/>
              <a:ahLst/>
              <a:cxnLst/>
              <a:rect l="l" t="t" r="r" b="b"/>
              <a:pathLst>
                <a:path w="8068" h="27393" extrusionOk="0">
                  <a:moveTo>
                    <a:pt x="7821" y="0"/>
                  </a:moveTo>
                  <a:cubicBezTo>
                    <a:pt x="7784" y="0"/>
                    <a:pt x="7746" y="13"/>
                    <a:pt x="7709" y="43"/>
                  </a:cubicBezTo>
                  <a:cubicBezTo>
                    <a:pt x="3567" y="3393"/>
                    <a:pt x="672" y="8427"/>
                    <a:pt x="320" y="13796"/>
                  </a:cubicBezTo>
                  <a:cubicBezTo>
                    <a:pt x="0" y="18624"/>
                    <a:pt x="2006" y="24765"/>
                    <a:pt x="6361" y="27357"/>
                  </a:cubicBezTo>
                  <a:cubicBezTo>
                    <a:pt x="6403" y="27382"/>
                    <a:pt x="6446" y="27393"/>
                    <a:pt x="6488" y="27393"/>
                  </a:cubicBezTo>
                  <a:cubicBezTo>
                    <a:pt x="6672" y="27393"/>
                    <a:pt x="6827" y="27175"/>
                    <a:pt x="6677" y="27004"/>
                  </a:cubicBezTo>
                  <a:cubicBezTo>
                    <a:pt x="5004" y="25118"/>
                    <a:pt x="3334" y="23314"/>
                    <a:pt x="2273" y="20989"/>
                  </a:cubicBezTo>
                  <a:cubicBezTo>
                    <a:pt x="1235" y="18713"/>
                    <a:pt x="829" y="16175"/>
                    <a:pt x="1018" y="13683"/>
                  </a:cubicBezTo>
                  <a:cubicBezTo>
                    <a:pt x="1414" y="8506"/>
                    <a:pt x="4229" y="3822"/>
                    <a:pt x="7938" y="306"/>
                  </a:cubicBezTo>
                  <a:cubicBezTo>
                    <a:pt x="8067" y="182"/>
                    <a:pt x="7959" y="0"/>
                    <a:pt x="78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5"/>
            <p:cNvSpPr/>
            <p:nvPr/>
          </p:nvSpPr>
          <p:spPr>
            <a:xfrm>
              <a:off x="4928950" y="2923850"/>
              <a:ext cx="434675" cy="846400"/>
            </a:xfrm>
            <a:custGeom>
              <a:avLst/>
              <a:gdLst/>
              <a:ahLst/>
              <a:cxnLst/>
              <a:rect l="l" t="t" r="r" b="b"/>
              <a:pathLst>
                <a:path w="17387" h="33856" extrusionOk="0">
                  <a:moveTo>
                    <a:pt x="16328" y="0"/>
                  </a:moveTo>
                  <a:cubicBezTo>
                    <a:pt x="16299" y="0"/>
                    <a:pt x="16268" y="7"/>
                    <a:pt x="16236" y="24"/>
                  </a:cubicBezTo>
                  <a:cubicBezTo>
                    <a:pt x="12672" y="1847"/>
                    <a:pt x="9522" y="4326"/>
                    <a:pt x="6744" y="7200"/>
                  </a:cubicBezTo>
                  <a:cubicBezTo>
                    <a:pt x="4462" y="9559"/>
                    <a:pt x="2349" y="12360"/>
                    <a:pt x="1494" y="15581"/>
                  </a:cubicBezTo>
                  <a:cubicBezTo>
                    <a:pt x="672" y="18675"/>
                    <a:pt x="1368" y="21922"/>
                    <a:pt x="2845" y="24710"/>
                  </a:cubicBezTo>
                  <a:cubicBezTo>
                    <a:pt x="4232" y="27325"/>
                    <a:pt x="6195" y="29597"/>
                    <a:pt x="8690" y="31204"/>
                  </a:cubicBezTo>
                  <a:cubicBezTo>
                    <a:pt x="9918" y="31996"/>
                    <a:pt x="11239" y="32631"/>
                    <a:pt x="12626" y="33093"/>
                  </a:cubicBezTo>
                  <a:cubicBezTo>
                    <a:pt x="13602" y="33413"/>
                    <a:pt x="14869" y="33855"/>
                    <a:pt x="15989" y="33855"/>
                  </a:cubicBezTo>
                  <a:cubicBezTo>
                    <a:pt x="16267" y="33855"/>
                    <a:pt x="16535" y="33828"/>
                    <a:pt x="16788" y="33765"/>
                  </a:cubicBezTo>
                  <a:cubicBezTo>
                    <a:pt x="17317" y="33636"/>
                    <a:pt x="17387" y="32897"/>
                    <a:pt x="16864" y="32701"/>
                  </a:cubicBezTo>
                  <a:cubicBezTo>
                    <a:pt x="16142" y="32428"/>
                    <a:pt x="15381" y="32475"/>
                    <a:pt x="14625" y="32345"/>
                  </a:cubicBezTo>
                  <a:cubicBezTo>
                    <a:pt x="13887" y="32215"/>
                    <a:pt x="13158" y="32022"/>
                    <a:pt x="12453" y="31776"/>
                  </a:cubicBezTo>
                  <a:cubicBezTo>
                    <a:pt x="10969" y="31267"/>
                    <a:pt x="9568" y="30548"/>
                    <a:pt x="8294" y="29640"/>
                  </a:cubicBezTo>
                  <a:cubicBezTo>
                    <a:pt x="3314" y="26110"/>
                    <a:pt x="0" y="19836"/>
                    <a:pt x="2698" y="13857"/>
                  </a:cubicBezTo>
                  <a:cubicBezTo>
                    <a:pt x="4013" y="10940"/>
                    <a:pt x="6301" y="8498"/>
                    <a:pt x="8610" y="6335"/>
                  </a:cubicBezTo>
                  <a:cubicBezTo>
                    <a:pt x="10999" y="4100"/>
                    <a:pt x="13664" y="2150"/>
                    <a:pt x="16409" y="373"/>
                  </a:cubicBezTo>
                  <a:lnTo>
                    <a:pt x="16405" y="373"/>
                  </a:lnTo>
                  <a:cubicBezTo>
                    <a:pt x="16582" y="262"/>
                    <a:pt x="16497" y="0"/>
                    <a:pt x="163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552" name="Google Shape;3552;p1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3553" name="Google Shape;3553;p15"/>
          <p:cNvGrpSpPr/>
          <p:nvPr/>
        </p:nvGrpSpPr>
        <p:grpSpPr>
          <a:xfrm flipH="1">
            <a:off x="11613166" y="-222468"/>
            <a:ext cx="578831" cy="7314599"/>
            <a:chOff x="13274" y="-166851"/>
            <a:chExt cx="434123" cy="5485949"/>
          </a:xfrm>
        </p:grpSpPr>
        <p:sp>
          <p:nvSpPr>
            <p:cNvPr id="3554" name="Google Shape;3554;p15"/>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5"/>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5"/>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5"/>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5"/>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5"/>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5"/>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5"/>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5"/>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5"/>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5"/>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5"/>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5"/>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5"/>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5"/>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5"/>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5"/>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5"/>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5"/>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5"/>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5"/>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5"/>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5"/>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5"/>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5"/>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5"/>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5"/>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5"/>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5"/>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5"/>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5"/>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5"/>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5"/>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5"/>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5"/>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5"/>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5"/>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5"/>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5"/>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5"/>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5"/>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5"/>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5"/>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5"/>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5"/>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5"/>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5"/>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5"/>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5"/>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5"/>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5"/>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5"/>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5"/>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5"/>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5"/>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5"/>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5"/>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5"/>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5"/>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5"/>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5"/>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5"/>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5"/>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5"/>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5"/>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5"/>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5"/>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5"/>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5"/>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5"/>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15"/>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15"/>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5"/>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5"/>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5"/>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5"/>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5"/>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5"/>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5"/>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5"/>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5"/>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5"/>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5"/>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5"/>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5"/>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5"/>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5"/>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5"/>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5"/>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5"/>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5"/>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5"/>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5"/>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5"/>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5"/>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5"/>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5"/>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5"/>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5"/>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5"/>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5"/>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5"/>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5"/>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5"/>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5"/>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5"/>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5"/>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5"/>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5"/>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5"/>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5"/>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5"/>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5"/>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5"/>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5"/>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5"/>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5"/>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5"/>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5"/>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5"/>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5"/>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5"/>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5"/>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5"/>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5"/>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5"/>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5"/>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5"/>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5"/>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5"/>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5"/>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5"/>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5"/>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5"/>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5"/>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5"/>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90" name="Google Shape;3690;p15"/>
          <p:cNvGrpSpPr/>
          <p:nvPr/>
        </p:nvGrpSpPr>
        <p:grpSpPr>
          <a:xfrm>
            <a:off x="66" y="-222468"/>
            <a:ext cx="578831" cy="7314599"/>
            <a:chOff x="13274" y="-166851"/>
            <a:chExt cx="434123" cy="5485949"/>
          </a:xfrm>
        </p:grpSpPr>
        <p:sp>
          <p:nvSpPr>
            <p:cNvPr id="3691" name="Google Shape;3691;p15"/>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5"/>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5"/>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5"/>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5"/>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5"/>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5"/>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5"/>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5"/>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5"/>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5"/>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5"/>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5"/>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5"/>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5"/>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5"/>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5"/>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5"/>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5"/>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5"/>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5"/>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5"/>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5"/>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5"/>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5"/>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5"/>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5"/>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5"/>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5"/>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5"/>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5"/>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5"/>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5"/>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5"/>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5"/>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5"/>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5"/>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5"/>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5"/>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5"/>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5"/>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5"/>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5"/>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5"/>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5"/>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5"/>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5"/>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5"/>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5"/>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5"/>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5"/>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5"/>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5"/>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5"/>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5"/>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5"/>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5"/>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5"/>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5"/>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5"/>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5"/>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15"/>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15"/>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5"/>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5"/>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5"/>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5"/>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5"/>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5"/>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5"/>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5"/>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5"/>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5"/>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5"/>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5"/>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5"/>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5"/>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5"/>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5"/>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5"/>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5"/>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5"/>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5"/>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5"/>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5"/>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5"/>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5"/>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5"/>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5"/>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5"/>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5"/>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5"/>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5"/>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5"/>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5"/>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5"/>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5"/>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5"/>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5"/>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5"/>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5"/>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5"/>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5"/>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5"/>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5"/>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5"/>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5"/>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5"/>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5"/>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5"/>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5"/>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5"/>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5"/>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5"/>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5"/>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5"/>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5"/>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5"/>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5"/>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5"/>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5"/>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5"/>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5"/>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5"/>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5"/>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5"/>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5"/>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5"/>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5"/>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5"/>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5"/>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5"/>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5"/>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5"/>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5"/>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5"/>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09712001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2" preserve="1">
  <p:cSld name="Title only 2">
    <p:spTree>
      <p:nvGrpSpPr>
        <p:cNvPr id="1" name="Shape 3827"/>
        <p:cNvGrpSpPr/>
        <p:nvPr/>
      </p:nvGrpSpPr>
      <p:grpSpPr>
        <a:xfrm>
          <a:off x="0" y="0"/>
          <a:ext cx="0" cy="0"/>
          <a:chOff x="0" y="0"/>
          <a:chExt cx="0" cy="0"/>
        </a:xfrm>
      </p:grpSpPr>
      <p:grpSp>
        <p:nvGrpSpPr>
          <p:cNvPr id="3828" name="Google Shape;3828;p16"/>
          <p:cNvGrpSpPr/>
          <p:nvPr/>
        </p:nvGrpSpPr>
        <p:grpSpPr>
          <a:xfrm rot="5990611">
            <a:off x="8255458" y="-1048040"/>
            <a:ext cx="1671815" cy="2245576"/>
            <a:chOff x="5504500" y="2070425"/>
            <a:chExt cx="849950" cy="1141650"/>
          </a:xfrm>
        </p:grpSpPr>
        <p:sp>
          <p:nvSpPr>
            <p:cNvPr id="3829" name="Google Shape;3829;p16"/>
            <p:cNvSpPr/>
            <p:nvPr/>
          </p:nvSpPr>
          <p:spPr>
            <a:xfrm>
              <a:off x="5549325" y="2190050"/>
              <a:ext cx="652275" cy="869300"/>
            </a:xfrm>
            <a:custGeom>
              <a:avLst/>
              <a:gdLst/>
              <a:ahLst/>
              <a:cxnLst/>
              <a:rect l="l" t="t" r="r" b="b"/>
              <a:pathLst>
                <a:path w="26091" h="34772" extrusionOk="0">
                  <a:moveTo>
                    <a:pt x="8787" y="697"/>
                  </a:moveTo>
                  <a:cubicBezTo>
                    <a:pt x="9233" y="697"/>
                    <a:pt x="9675" y="804"/>
                    <a:pt x="10078" y="1044"/>
                  </a:cubicBezTo>
                  <a:cubicBezTo>
                    <a:pt x="10909" y="1540"/>
                    <a:pt x="11478" y="2468"/>
                    <a:pt x="11771" y="3370"/>
                  </a:cubicBezTo>
                  <a:cubicBezTo>
                    <a:pt x="12230" y="4771"/>
                    <a:pt x="11990" y="6407"/>
                    <a:pt x="10939" y="7397"/>
                  </a:cubicBezTo>
                  <a:lnTo>
                    <a:pt x="10939" y="7397"/>
                  </a:lnTo>
                  <a:cubicBezTo>
                    <a:pt x="10608" y="7599"/>
                    <a:pt x="10285" y="7810"/>
                    <a:pt x="9968" y="8021"/>
                  </a:cubicBezTo>
                  <a:cubicBezTo>
                    <a:pt x="9731" y="8179"/>
                    <a:pt x="9870" y="8574"/>
                    <a:pt x="10122" y="8574"/>
                  </a:cubicBezTo>
                  <a:cubicBezTo>
                    <a:pt x="10156" y="8574"/>
                    <a:pt x="10193" y="8566"/>
                    <a:pt x="10231" y="8550"/>
                  </a:cubicBezTo>
                  <a:cubicBezTo>
                    <a:pt x="10617" y="8382"/>
                    <a:pt x="10964" y="8158"/>
                    <a:pt x="11268" y="7889"/>
                  </a:cubicBezTo>
                  <a:lnTo>
                    <a:pt x="11268" y="7889"/>
                  </a:lnTo>
                  <a:cubicBezTo>
                    <a:pt x="12213" y="7304"/>
                    <a:pt x="13219" y="6796"/>
                    <a:pt x="14326" y="6640"/>
                  </a:cubicBezTo>
                  <a:cubicBezTo>
                    <a:pt x="14551" y="6609"/>
                    <a:pt x="14778" y="6592"/>
                    <a:pt x="15006" y="6592"/>
                  </a:cubicBezTo>
                  <a:cubicBezTo>
                    <a:pt x="16051" y="6592"/>
                    <a:pt x="17092" y="6941"/>
                    <a:pt x="17770" y="7785"/>
                  </a:cubicBezTo>
                  <a:cubicBezTo>
                    <a:pt x="19529" y="9980"/>
                    <a:pt x="18282" y="12888"/>
                    <a:pt x="16742" y="14794"/>
                  </a:cubicBezTo>
                  <a:cubicBezTo>
                    <a:pt x="15717" y="16059"/>
                    <a:pt x="14522" y="17180"/>
                    <a:pt x="13192" y="18121"/>
                  </a:cubicBezTo>
                  <a:cubicBezTo>
                    <a:pt x="12947" y="18299"/>
                    <a:pt x="13111" y="18625"/>
                    <a:pt x="13354" y="18625"/>
                  </a:cubicBezTo>
                  <a:cubicBezTo>
                    <a:pt x="13401" y="18625"/>
                    <a:pt x="13452" y="18613"/>
                    <a:pt x="13503" y="18585"/>
                  </a:cubicBezTo>
                  <a:lnTo>
                    <a:pt x="13503" y="18585"/>
                  </a:lnTo>
                  <a:lnTo>
                    <a:pt x="13504" y="18587"/>
                  </a:lnTo>
                  <a:cubicBezTo>
                    <a:pt x="13512" y="18582"/>
                    <a:pt x="13519" y="18577"/>
                    <a:pt x="13527" y="18571"/>
                  </a:cubicBezTo>
                  <a:lnTo>
                    <a:pt x="13527" y="18571"/>
                  </a:lnTo>
                  <a:cubicBezTo>
                    <a:pt x="15120" y="17673"/>
                    <a:pt x="16783" y="16729"/>
                    <a:pt x="18621" y="16464"/>
                  </a:cubicBezTo>
                  <a:cubicBezTo>
                    <a:pt x="18938" y="16418"/>
                    <a:pt x="19262" y="16394"/>
                    <a:pt x="19589" y="16394"/>
                  </a:cubicBezTo>
                  <a:cubicBezTo>
                    <a:pt x="20701" y="16394"/>
                    <a:pt x="21832" y="16678"/>
                    <a:pt x="22717" y="17359"/>
                  </a:cubicBezTo>
                  <a:cubicBezTo>
                    <a:pt x="23928" y="18291"/>
                    <a:pt x="24397" y="19871"/>
                    <a:pt x="24157" y="21352"/>
                  </a:cubicBezTo>
                  <a:cubicBezTo>
                    <a:pt x="23904" y="22905"/>
                    <a:pt x="22873" y="24186"/>
                    <a:pt x="21576" y="25025"/>
                  </a:cubicBezTo>
                  <a:cubicBezTo>
                    <a:pt x="20227" y="25895"/>
                    <a:pt x="18675" y="26225"/>
                    <a:pt x="17105" y="26383"/>
                  </a:cubicBezTo>
                  <a:lnTo>
                    <a:pt x="17105" y="26383"/>
                  </a:lnTo>
                  <a:cubicBezTo>
                    <a:pt x="16653" y="26396"/>
                    <a:pt x="16204" y="26431"/>
                    <a:pt x="15762" y="26486"/>
                  </a:cubicBezTo>
                  <a:lnTo>
                    <a:pt x="15762" y="26486"/>
                  </a:lnTo>
                  <a:cubicBezTo>
                    <a:pt x="15746" y="26487"/>
                    <a:pt x="15730" y="26487"/>
                    <a:pt x="15714" y="26488"/>
                  </a:cubicBezTo>
                  <a:lnTo>
                    <a:pt x="15714" y="26492"/>
                  </a:lnTo>
                  <a:lnTo>
                    <a:pt x="15714" y="26492"/>
                  </a:lnTo>
                  <a:cubicBezTo>
                    <a:pt x="15714" y="26492"/>
                    <a:pt x="15714" y="26492"/>
                    <a:pt x="15714" y="26492"/>
                  </a:cubicBezTo>
                  <a:cubicBezTo>
                    <a:pt x="15412" y="26530"/>
                    <a:pt x="15423" y="26986"/>
                    <a:pt x="15710" y="26986"/>
                  </a:cubicBezTo>
                  <a:cubicBezTo>
                    <a:pt x="15721" y="26986"/>
                    <a:pt x="15732" y="26985"/>
                    <a:pt x="15743" y="26984"/>
                  </a:cubicBezTo>
                  <a:cubicBezTo>
                    <a:pt x="15744" y="26984"/>
                    <a:pt x="15745" y="26984"/>
                    <a:pt x="15746" y="26984"/>
                  </a:cubicBezTo>
                  <a:lnTo>
                    <a:pt x="15746" y="26984"/>
                  </a:lnTo>
                  <a:cubicBezTo>
                    <a:pt x="15987" y="26972"/>
                    <a:pt x="16227" y="26967"/>
                    <a:pt x="16467" y="26967"/>
                  </a:cubicBezTo>
                  <a:cubicBezTo>
                    <a:pt x="18177" y="26967"/>
                    <a:pt x="19866" y="27257"/>
                    <a:pt x="21469" y="27869"/>
                  </a:cubicBezTo>
                  <a:cubicBezTo>
                    <a:pt x="22999" y="28451"/>
                    <a:pt x="24809" y="29393"/>
                    <a:pt x="25089" y="31186"/>
                  </a:cubicBezTo>
                  <a:cubicBezTo>
                    <a:pt x="25208" y="31971"/>
                    <a:pt x="25016" y="32793"/>
                    <a:pt x="24390" y="33319"/>
                  </a:cubicBezTo>
                  <a:cubicBezTo>
                    <a:pt x="23691" y="33911"/>
                    <a:pt x="22687" y="34100"/>
                    <a:pt x="21798" y="34177"/>
                  </a:cubicBezTo>
                  <a:cubicBezTo>
                    <a:pt x="21556" y="34198"/>
                    <a:pt x="21314" y="34209"/>
                    <a:pt x="21071" y="34209"/>
                  </a:cubicBezTo>
                  <a:cubicBezTo>
                    <a:pt x="19708" y="34209"/>
                    <a:pt x="18351" y="33874"/>
                    <a:pt x="17131" y="33272"/>
                  </a:cubicBezTo>
                  <a:cubicBezTo>
                    <a:pt x="15899" y="32661"/>
                    <a:pt x="14810" y="31802"/>
                    <a:pt x="13977" y="30729"/>
                  </a:cubicBezTo>
                  <a:lnTo>
                    <a:pt x="13977" y="30729"/>
                  </a:lnTo>
                  <a:cubicBezTo>
                    <a:pt x="13953" y="30625"/>
                    <a:pt x="13892" y="30534"/>
                    <a:pt x="13796" y="30487"/>
                  </a:cubicBezTo>
                  <a:lnTo>
                    <a:pt x="13796" y="30487"/>
                  </a:lnTo>
                  <a:cubicBezTo>
                    <a:pt x="13572" y="30175"/>
                    <a:pt x="13368" y="29847"/>
                    <a:pt x="13188" y="29503"/>
                  </a:cubicBezTo>
                  <a:cubicBezTo>
                    <a:pt x="13172" y="29471"/>
                    <a:pt x="13143" y="29458"/>
                    <a:pt x="13112" y="29458"/>
                  </a:cubicBezTo>
                  <a:cubicBezTo>
                    <a:pt x="13048" y="29458"/>
                    <a:pt x="12978" y="29519"/>
                    <a:pt x="13012" y="29589"/>
                  </a:cubicBezTo>
                  <a:lnTo>
                    <a:pt x="13009" y="29589"/>
                  </a:lnTo>
                  <a:cubicBezTo>
                    <a:pt x="13155" y="29893"/>
                    <a:pt x="13318" y="30186"/>
                    <a:pt x="13496" y="30468"/>
                  </a:cubicBezTo>
                  <a:lnTo>
                    <a:pt x="13496" y="30468"/>
                  </a:lnTo>
                  <a:cubicBezTo>
                    <a:pt x="13321" y="30488"/>
                    <a:pt x="13145" y="30497"/>
                    <a:pt x="12970" y="30497"/>
                  </a:cubicBezTo>
                  <a:cubicBezTo>
                    <a:pt x="11698" y="30497"/>
                    <a:pt x="10426" y="30010"/>
                    <a:pt x="9346" y="29383"/>
                  </a:cubicBezTo>
                  <a:cubicBezTo>
                    <a:pt x="8015" y="28604"/>
                    <a:pt x="6867" y="27520"/>
                    <a:pt x="5869" y="26359"/>
                  </a:cubicBezTo>
                  <a:cubicBezTo>
                    <a:pt x="3600" y="23724"/>
                    <a:pt x="1967" y="20497"/>
                    <a:pt x="1348" y="17063"/>
                  </a:cubicBezTo>
                  <a:cubicBezTo>
                    <a:pt x="789" y="13969"/>
                    <a:pt x="1062" y="10785"/>
                    <a:pt x="2136" y="7835"/>
                  </a:cubicBezTo>
                  <a:cubicBezTo>
                    <a:pt x="2655" y="6397"/>
                    <a:pt x="3364" y="5030"/>
                    <a:pt x="4276" y="3806"/>
                  </a:cubicBezTo>
                  <a:cubicBezTo>
                    <a:pt x="5174" y="2601"/>
                    <a:pt x="6268" y="1400"/>
                    <a:pt x="7722" y="888"/>
                  </a:cubicBezTo>
                  <a:cubicBezTo>
                    <a:pt x="8070" y="765"/>
                    <a:pt x="8430" y="697"/>
                    <a:pt x="8787" y="697"/>
                  </a:cubicBezTo>
                  <a:close/>
                  <a:moveTo>
                    <a:pt x="8822" y="0"/>
                  </a:moveTo>
                  <a:cubicBezTo>
                    <a:pt x="7705" y="0"/>
                    <a:pt x="6596" y="556"/>
                    <a:pt x="5723" y="1254"/>
                  </a:cubicBezTo>
                  <a:cubicBezTo>
                    <a:pt x="4412" y="2295"/>
                    <a:pt x="3394" y="3693"/>
                    <a:pt x="2546" y="5120"/>
                  </a:cubicBezTo>
                  <a:cubicBezTo>
                    <a:pt x="809" y="8047"/>
                    <a:pt x="1" y="11504"/>
                    <a:pt x="174" y="14901"/>
                  </a:cubicBezTo>
                  <a:cubicBezTo>
                    <a:pt x="370" y="18773"/>
                    <a:pt x="1817" y="22546"/>
                    <a:pt x="4103" y="25660"/>
                  </a:cubicBezTo>
                  <a:cubicBezTo>
                    <a:pt x="5294" y="27287"/>
                    <a:pt x="6704" y="28801"/>
                    <a:pt x="8394" y="29918"/>
                  </a:cubicBezTo>
                  <a:cubicBezTo>
                    <a:pt x="9160" y="30421"/>
                    <a:pt x="9978" y="30833"/>
                    <a:pt x="10856" y="31099"/>
                  </a:cubicBezTo>
                  <a:cubicBezTo>
                    <a:pt x="11399" y="31264"/>
                    <a:pt x="11969" y="31330"/>
                    <a:pt x="12538" y="31330"/>
                  </a:cubicBezTo>
                  <a:cubicBezTo>
                    <a:pt x="12904" y="31330"/>
                    <a:pt x="13270" y="31303"/>
                    <a:pt x="13628" y="31256"/>
                  </a:cubicBezTo>
                  <a:cubicBezTo>
                    <a:pt x="13763" y="31238"/>
                    <a:pt x="13860" y="31168"/>
                    <a:pt x="13918" y="31077"/>
                  </a:cubicBezTo>
                  <a:lnTo>
                    <a:pt x="13918" y="31077"/>
                  </a:lnTo>
                  <a:cubicBezTo>
                    <a:pt x="15643" y="33356"/>
                    <a:pt x="18429" y="34772"/>
                    <a:pt x="21312" y="34772"/>
                  </a:cubicBezTo>
                  <a:cubicBezTo>
                    <a:pt x="21446" y="34772"/>
                    <a:pt x="21581" y="34769"/>
                    <a:pt x="21715" y="34762"/>
                  </a:cubicBezTo>
                  <a:cubicBezTo>
                    <a:pt x="23532" y="34679"/>
                    <a:pt x="25684" y="33997"/>
                    <a:pt x="25890" y="31901"/>
                  </a:cubicBezTo>
                  <a:cubicBezTo>
                    <a:pt x="26090" y="29869"/>
                    <a:pt x="24596" y="28328"/>
                    <a:pt x="22880" y="27516"/>
                  </a:cubicBezTo>
                  <a:cubicBezTo>
                    <a:pt x="21743" y="26978"/>
                    <a:pt x="20497" y="26640"/>
                    <a:pt x="19226" y="26482"/>
                  </a:cubicBezTo>
                  <a:lnTo>
                    <a:pt x="19226" y="26482"/>
                  </a:lnTo>
                  <a:cubicBezTo>
                    <a:pt x="20017" y="26296"/>
                    <a:pt x="20786" y="26033"/>
                    <a:pt x="21509" y="25633"/>
                  </a:cubicBezTo>
                  <a:cubicBezTo>
                    <a:pt x="22979" y="24822"/>
                    <a:pt x="24210" y="23481"/>
                    <a:pt x="24650" y="21837"/>
                  </a:cubicBezTo>
                  <a:cubicBezTo>
                    <a:pt x="25059" y="20287"/>
                    <a:pt x="24749" y="18564"/>
                    <a:pt x="23642" y="17373"/>
                  </a:cubicBezTo>
                  <a:cubicBezTo>
                    <a:pt x="22613" y="16273"/>
                    <a:pt x="21071" y="15807"/>
                    <a:pt x="19595" y="15807"/>
                  </a:cubicBezTo>
                  <a:cubicBezTo>
                    <a:pt x="19538" y="15807"/>
                    <a:pt x="19482" y="15808"/>
                    <a:pt x="19426" y="15809"/>
                  </a:cubicBezTo>
                  <a:cubicBezTo>
                    <a:pt x="18091" y="15842"/>
                    <a:pt x="16828" y="16264"/>
                    <a:pt x="15623" y="16828"/>
                  </a:cubicBezTo>
                  <a:lnTo>
                    <a:pt x="15623" y="16828"/>
                  </a:lnTo>
                  <a:cubicBezTo>
                    <a:pt x="16136" y="16333"/>
                    <a:pt x="16621" y="15810"/>
                    <a:pt x="17074" y="15260"/>
                  </a:cubicBezTo>
                  <a:cubicBezTo>
                    <a:pt x="17972" y="14166"/>
                    <a:pt x="18751" y="12918"/>
                    <a:pt x="19054" y="11524"/>
                  </a:cubicBezTo>
                  <a:cubicBezTo>
                    <a:pt x="19340" y="10223"/>
                    <a:pt x="19154" y="8769"/>
                    <a:pt x="18388" y="7658"/>
                  </a:cubicBezTo>
                  <a:cubicBezTo>
                    <a:pt x="17611" y="6538"/>
                    <a:pt x="16330" y="6004"/>
                    <a:pt x="14992" y="6004"/>
                  </a:cubicBezTo>
                  <a:cubicBezTo>
                    <a:pt x="14968" y="6004"/>
                    <a:pt x="14943" y="6004"/>
                    <a:pt x="14918" y="6005"/>
                  </a:cubicBezTo>
                  <a:cubicBezTo>
                    <a:pt x="13950" y="6019"/>
                    <a:pt x="13042" y="6303"/>
                    <a:pt x="12182" y="6713"/>
                  </a:cubicBezTo>
                  <a:lnTo>
                    <a:pt x="12182" y="6713"/>
                  </a:lnTo>
                  <a:cubicBezTo>
                    <a:pt x="12502" y="6100"/>
                    <a:pt x="12677" y="5405"/>
                    <a:pt x="12683" y="4694"/>
                  </a:cubicBezTo>
                  <a:cubicBezTo>
                    <a:pt x="12696" y="3004"/>
                    <a:pt x="11731" y="1041"/>
                    <a:pt x="10154" y="296"/>
                  </a:cubicBezTo>
                  <a:cubicBezTo>
                    <a:pt x="9719" y="90"/>
                    <a:pt x="9270" y="0"/>
                    <a:pt x="8822" y="0"/>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6"/>
            <p:cNvSpPr/>
            <p:nvPr/>
          </p:nvSpPr>
          <p:spPr>
            <a:xfrm>
              <a:off x="6155725" y="2814175"/>
              <a:ext cx="75050" cy="48800"/>
            </a:xfrm>
            <a:custGeom>
              <a:avLst/>
              <a:gdLst/>
              <a:ahLst/>
              <a:cxnLst/>
              <a:rect l="l" t="t" r="r" b="b"/>
              <a:pathLst>
                <a:path w="3002" h="1952" extrusionOk="0">
                  <a:moveTo>
                    <a:pt x="1293" y="882"/>
                  </a:moveTo>
                  <a:lnTo>
                    <a:pt x="1293" y="882"/>
                  </a:lnTo>
                  <a:cubicBezTo>
                    <a:pt x="1301" y="882"/>
                    <a:pt x="1320" y="884"/>
                    <a:pt x="1355" y="891"/>
                  </a:cubicBezTo>
                  <a:lnTo>
                    <a:pt x="1352" y="891"/>
                  </a:lnTo>
                  <a:cubicBezTo>
                    <a:pt x="1338" y="889"/>
                    <a:pt x="1325" y="887"/>
                    <a:pt x="1312" y="885"/>
                  </a:cubicBezTo>
                  <a:cubicBezTo>
                    <a:pt x="1305" y="884"/>
                    <a:pt x="1299" y="883"/>
                    <a:pt x="1293" y="882"/>
                  </a:cubicBezTo>
                  <a:close/>
                  <a:moveTo>
                    <a:pt x="1083" y="1404"/>
                  </a:moveTo>
                  <a:lnTo>
                    <a:pt x="1083" y="1405"/>
                  </a:lnTo>
                  <a:lnTo>
                    <a:pt x="1083" y="1405"/>
                  </a:lnTo>
                  <a:cubicBezTo>
                    <a:pt x="1077" y="1410"/>
                    <a:pt x="1073" y="1414"/>
                    <a:pt x="1072" y="1414"/>
                  </a:cubicBezTo>
                  <a:cubicBezTo>
                    <a:pt x="1072" y="1414"/>
                    <a:pt x="1072" y="1414"/>
                    <a:pt x="1072" y="1414"/>
                  </a:cubicBezTo>
                  <a:cubicBezTo>
                    <a:pt x="1076" y="1410"/>
                    <a:pt x="1079" y="1407"/>
                    <a:pt x="1083" y="1404"/>
                  </a:cubicBezTo>
                  <a:close/>
                  <a:moveTo>
                    <a:pt x="1715" y="1"/>
                  </a:moveTo>
                  <a:cubicBezTo>
                    <a:pt x="1615" y="1"/>
                    <a:pt x="1516" y="11"/>
                    <a:pt x="1418" y="26"/>
                  </a:cubicBezTo>
                  <a:cubicBezTo>
                    <a:pt x="1099" y="83"/>
                    <a:pt x="793" y="189"/>
                    <a:pt x="530" y="389"/>
                  </a:cubicBezTo>
                  <a:cubicBezTo>
                    <a:pt x="380" y="499"/>
                    <a:pt x="237" y="628"/>
                    <a:pt x="147" y="795"/>
                  </a:cubicBezTo>
                  <a:cubicBezTo>
                    <a:pt x="1" y="1081"/>
                    <a:pt x="68" y="1427"/>
                    <a:pt x="310" y="1640"/>
                  </a:cubicBezTo>
                  <a:cubicBezTo>
                    <a:pt x="563" y="1859"/>
                    <a:pt x="939" y="1929"/>
                    <a:pt x="1262" y="1949"/>
                  </a:cubicBezTo>
                  <a:cubicBezTo>
                    <a:pt x="1295" y="1951"/>
                    <a:pt x="1328" y="1952"/>
                    <a:pt x="1361" y="1952"/>
                  </a:cubicBezTo>
                  <a:cubicBezTo>
                    <a:pt x="1884" y="1952"/>
                    <a:pt x="2425" y="1731"/>
                    <a:pt x="2766" y="1337"/>
                  </a:cubicBezTo>
                  <a:cubicBezTo>
                    <a:pt x="2902" y="1181"/>
                    <a:pt x="3002" y="998"/>
                    <a:pt x="2995" y="788"/>
                  </a:cubicBezTo>
                  <a:cubicBezTo>
                    <a:pt x="2992" y="585"/>
                    <a:pt x="2895" y="392"/>
                    <a:pt x="2736" y="266"/>
                  </a:cubicBezTo>
                  <a:lnTo>
                    <a:pt x="2646" y="203"/>
                  </a:lnTo>
                  <a:lnTo>
                    <a:pt x="2646" y="203"/>
                  </a:lnTo>
                  <a:cubicBezTo>
                    <a:pt x="2674" y="223"/>
                    <a:pt x="2688" y="233"/>
                    <a:pt x="2688" y="233"/>
                  </a:cubicBezTo>
                  <a:cubicBezTo>
                    <a:pt x="2688" y="233"/>
                    <a:pt x="2658" y="212"/>
                    <a:pt x="2599" y="173"/>
                  </a:cubicBezTo>
                  <a:cubicBezTo>
                    <a:pt x="2573" y="156"/>
                    <a:pt x="2546" y="139"/>
                    <a:pt x="2519" y="129"/>
                  </a:cubicBezTo>
                  <a:cubicBezTo>
                    <a:pt x="2450" y="96"/>
                    <a:pt x="2376" y="73"/>
                    <a:pt x="2303" y="53"/>
                  </a:cubicBezTo>
                  <a:cubicBezTo>
                    <a:pt x="2186" y="27"/>
                    <a:pt x="2069" y="13"/>
                    <a:pt x="1950" y="13"/>
                  </a:cubicBezTo>
                  <a:cubicBezTo>
                    <a:pt x="1946" y="13"/>
                    <a:pt x="1941" y="13"/>
                    <a:pt x="1936" y="13"/>
                  </a:cubicBezTo>
                  <a:lnTo>
                    <a:pt x="1936" y="13"/>
                  </a:lnTo>
                  <a:cubicBezTo>
                    <a:pt x="1889" y="8"/>
                    <a:pt x="1841" y="5"/>
                    <a:pt x="1794" y="3"/>
                  </a:cubicBezTo>
                  <a:cubicBezTo>
                    <a:pt x="1768" y="2"/>
                    <a:pt x="1741" y="1"/>
                    <a:pt x="1715"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6"/>
            <p:cNvSpPr/>
            <p:nvPr/>
          </p:nvSpPr>
          <p:spPr>
            <a:xfrm>
              <a:off x="6055350" y="2505750"/>
              <a:ext cx="64975" cy="50650"/>
            </a:xfrm>
            <a:custGeom>
              <a:avLst/>
              <a:gdLst/>
              <a:ahLst/>
              <a:cxnLst/>
              <a:rect l="l" t="t" r="r" b="b"/>
              <a:pathLst>
                <a:path w="2599" h="2026" extrusionOk="0">
                  <a:moveTo>
                    <a:pt x="1724" y="1"/>
                  </a:moveTo>
                  <a:cubicBezTo>
                    <a:pt x="1554" y="1"/>
                    <a:pt x="1388" y="57"/>
                    <a:pt x="1231" y="114"/>
                  </a:cubicBezTo>
                  <a:cubicBezTo>
                    <a:pt x="1065" y="177"/>
                    <a:pt x="892" y="233"/>
                    <a:pt x="726" y="300"/>
                  </a:cubicBezTo>
                  <a:cubicBezTo>
                    <a:pt x="476" y="400"/>
                    <a:pt x="260" y="536"/>
                    <a:pt x="124" y="772"/>
                  </a:cubicBezTo>
                  <a:cubicBezTo>
                    <a:pt x="20" y="959"/>
                    <a:pt x="0" y="1182"/>
                    <a:pt x="67" y="1388"/>
                  </a:cubicBezTo>
                  <a:cubicBezTo>
                    <a:pt x="133" y="1551"/>
                    <a:pt x="240" y="1697"/>
                    <a:pt x="376" y="1810"/>
                  </a:cubicBezTo>
                  <a:cubicBezTo>
                    <a:pt x="509" y="1920"/>
                    <a:pt x="672" y="1993"/>
                    <a:pt x="845" y="2017"/>
                  </a:cubicBezTo>
                  <a:cubicBezTo>
                    <a:pt x="896" y="2023"/>
                    <a:pt x="946" y="2025"/>
                    <a:pt x="997" y="2025"/>
                  </a:cubicBezTo>
                  <a:cubicBezTo>
                    <a:pt x="1027" y="2025"/>
                    <a:pt x="1057" y="2024"/>
                    <a:pt x="1087" y="2022"/>
                  </a:cubicBezTo>
                  <a:lnTo>
                    <a:pt x="1087" y="2022"/>
                  </a:lnTo>
                  <a:cubicBezTo>
                    <a:pt x="1281" y="2022"/>
                    <a:pt x="1474" y="1982"/>
                    <a:pt x="1654" y="1904"/>
                  </a:cubicBezTo>
                  <a:cubicBezTo>
                    <a:pt x="1993" y="1747"/>
                    <a:pt x="2293" y="1508"/>
                    <a:pt x="2452" y="1158"/>
                  </a:cubicBezTo>
                  <a:cubicBezTo>
                    <a:pt x="2579" y="882"/>
                    <a:pt x="2599" y="589"/>
                    <a:pt x="2429" y="327"/>
                  </a:cubicBezTo>
                  <a:cubicBezTo>
                    <a:pt x="2279" y="90"/>
                    <a:pt x="1990" y="1"/>
                    <a:pt x="1724"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6"/>
            <p:cNvSpPr/>
            <p:nvPr/>
          </p:nvSpPr>
          <p:spPr>
            <a:xfrm>
              <a:off x="5908350" y="2229775"/>
              <a:ext cx="60100" cy="68800"/>
            </a:xfrm>
            <a:custGeom>
              <a:avLst/>
              <a:gdLst/>
              <a:ahLst/>
              <a:cxnLst/>
              <a:rect l="l" t="t" r="r" b="b"/>
              <a:pathLst>
                <a:path w="2404" h="2752" extrusionOk="0">
                  <a:moveTo>
                    <a:pt x="1613" y="1"/>
                  </a:moveTo>
                  <a:cubicBezTo>
                    <a:pt x="1382" y="1"/>
                    <a:pt x="1154" y="104"/>
                    <a:pt x="953" y="207"/>
                  </a:cubicBezTo>
                  <a:cubicBezTo>
                    <a:pt x="790" y="300"/>
                    <a:pt x="644" y="417"/>
                    <a:pt x="521" y="557"/>
                  </a:cubicBezTo>
                  <a:cubicBezTo>
                    <a:pt x="391" y="693"/>
                    <a:pt x="288" y="849"/>
                    <a:pt x="211" y="1019"/>
                  </a:cubicBezTo>
                  <a:cubicBezTo>
                    <a:pt x="64" y="1343"/>
                    <a:pt x="1" y="1698"/>
                    <a:pt x="60" y="2041"/>
                  </a:cubicBezTo>
                  <a:lnTo>
                    <a:pt x="60" y="2041"/>
                  </a:lnTo>
                  <a:cubicBezTo>
                    <a:pt x="19" y="2243"/>
                    <a:pt x="117" y="2470"/>
                    <a:pt x="268" y="2599"/>
                  </a:cubicBezTo>
                  <a:cubicBezTo>
                    <a:pt x="383" y="2698"/>
                    <a:pt x="528" y="2751"/>
                    <a:pt x="676" y="2751"/>
                  </a:cubicBezTo>
                  <a:cubicBezTo>
                    <a:pt x="742" y="2751"/>
                    <a:pt x="809" y="2741"/>
                    <a:pt x="873" y="2719"/>
                  </a:cubicBezTo>
                  <a:cubicBezTo>
                    <a:pt x="1249" y="2593"/>
                    <a:pt x="1589" y="2370"/>
                    <a:pt x="1852" y="2070"/>
                  </a:cubicBezTo>
                  <a:cubicBezTo>
                    <a:pt x="2111" y="1778"/>
                    <a:pt x="2311" y="1398"/>
                    <a:pt x="2371" y="1012"/>
                  </a:cubicBezTo>
                  <a:cubicBezTo>
                    <a:pt x="2404" y="843"/>
                    <a:pt x="2394" y="673"/>
                    <a:pt x="2344" y="510"/>
                  </a:cubicBezTo>
                  <a:cubicBezTo>
                    <a:pt x="2264" y="250"/>
                    <a:pt x="2025" y="71"/>
                    <a:pt x="1768" y="18"/>
                  </a:cubicBezTo>
                  <a:cubicBezTo>
                    <a:pt x="1716" y="6"/>
                    <a:pt x="1664" y="1"/>
                    <a:pt x="1613" y="1"/>
                  </a:cubicBezTo>
                  <a:close/>
                </a:path>
              </a:pathLst>
            </a:custGeom>
            <a:solidFill>
              <a:srgbClr val="F7EED9"/>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6"/>
            <p:cNvSpPr/>
            <p:nvPr/>
          </p:nvSpPr>
          <p:spPr>
            <a:xfrm>
              <a:off x="5504500" y="2070425"/>
              <a:ext cx="849950" cy="1141650"/>
            </a:xfrm>
            <a:custGeom>
              <a:avLst/>
              <a:gdLst/>
              <a:ahLst/>
              <a:cxnLst/>
              <a:rect l="l" t="t" r="r" b="b"/>
              <a:pathLst>
                <a:path w="33998" h="45666" fill="none" extrusionOk="0">
                  <a:moveTo>
                    <a:pt x="19596" y="41194"/>
                  </a:moveTo>
                  <a:cubicBezTo>
                    <a:pt x="19899" y="43749"/>
                    <a:pt x="22770" y="45666"/>
                    <a:pt x="25245" y="44960"/>
                  </a:cubicBezTo>
                  <a:cubicBezTo>
                    <a:pt x="27717" y="44258"/>
                    <a:pt x="29154" y="41118"/>
                    <a:pt x="28066" y="38789"/>
                  </a:cubicBezTo>
                  <a:cubicBezTo>
                    <a:pt x="29786" y="39557"/>
                    <a:pt x="32038" y="38779"/>
                    <a:pt x="32913" y="37115"/>
                  </a:cubicBezTo>
                  <a:cubicBezTo>
                    <a:pt x="33788" y="35449"/>
                    <a:pt x="33153" y="33153"/>
                    <a:pt x="31546" y="32172"/>
                  </a:cubicBezTo>
                  <a:cubicBezTo>
                    <a:pt x="32967" y="31862"/>
                    <a:pt x="33998" y="30332"/>
                    <a:pt x="33748" y="28901"/>
                  </a:cubicBezTo>
                  <a:cubicBezTo>
                    <a:pt x="33502" y="27471"/>
                    <a:pt x="32015" y="26373"/>
                    <a:pt x="30575" y="26559"/>
                  </a:cubicBezTo>
                  <a:cubicBezTo>
                    <a:pt x="31696" y="25847"/>
                    <a:pt x="32285" y="24380"/>
                    <a:pt x="31959" y="23086"/>
                  </a:cubicBezTo>
                  <a:cubicBezTo>
                    <a:pt x="31633" y="21795"/>
                    <a:pt x="30425" y="20780"/>
                    <a:pt x="29097" y="20684"/>
                  </a:cubicBezTo>
                  <a:cubicBezTo>
                    <a:pt x="30245" y="19839"/>
                    <a:pt x="30724" y="18192"/>
                    <a:pt x="30205" y="16865"/>
                  </a:cubicBezTo>
                  <a:cubicBezTo>
                    <a:pt x="29686" y="15537"/>
                    <a:pt x="28219" y="14649"/>
                    <a:pt x="26802" y="14809"/>
                  </a:cubicBezTo>
                  <a:cubicBezTo>
                    <a:pt x="27936" y="13864"/>
                    <a:pt x="28246" y="12064"/>
                    <a:pt x="27487" y="10796"/>
                  </a:cubicBezTo>
                  <a:cubicBezTo>
                    <a:pt x="26732" y="9529"/>
                    <a:pt x="25002" y="8943"/>
                    <a:pt x="23628" y="9492"/>
                  </a:cubicBezTo>
                  <a:cubicBezTo>
                    <a:pt x="24762" y="8681"/>
                    <a:pt x="25039" y="6901"/>
                    <a:pt x="24210" y="5783"/>
                  </a:cubicBezTo>
                  <a:cubicBezTo>
                    <a:pt x="23385" y="4662"/>
                    <a:pt x="21602" y="4409"/>
                    <a:pt x="20491" y="5254"/>
                  </a:cubicBezTo>
                  <a:cubicBezTo>
                    <a:pt x="20963" y="3876"/>
                    <a:pt x="20201" y="2200"/>
                    <a:pt x="18854" y="1647"/>
                  </a:cubicBezTo>
                  <a:cubicBezTo>
                    <a:pt x="17510" y="1095"/>
                    <a:pt x="15790" y="1751"/>
                    <a:pt x="15154" y="3061"/>
                  </a:cubicBezTo>
                  <a:cubicBezTo>
                    <a:pt x="15886" y="1684"/>
                    <a:pt x="14269" y="1"/>
                    <a:pt x="12712" y="84"/>
                  </a:cubicBezTo>
                  <a:cubicBezTo>
                    <a:pt x="11155" y="167"/>
                    <a:pt x="9895" y="1338"/>
                    <a:pt x="8860" y="2506"/>
                  </a:cubicBezTo>
                  <a:cubicBezTo>
                    <a:pt x="6345" y="1860"/>
                    <a:pt x="3494" y="2822"/>
                    <a:pt x="1883" y="4858"/>
                  </a:cubicBezTo>
                  <a:cubicBezTo>
                    <a:pt x="277" y="6897"/>
                    <a:pt x="0" y="9895"/>
                    <a:pt x="1215" y="12190"/>
                  </a:cubicBezTo>
                </a:path>
              </a:pathLst>
            </a:custGeom>
            <a:noFill/>
            <a:ln w="1075" cap="flat" cmpd="sng">
              <a:solidFill>
                <a:schemeClr val="accent2"/>
              </a:solidFill>
              <a:prstDash val="solid"/>
              <a:miter lim="332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834" name="Google Shape;3834;p1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3835" name="Google Shape;3835;p16"/>
          <p:cNvGrpSpPr/>
          <p:nvPr/>
        </p:nvGrpSpPr>
        <p:grpSpPr>
          <a:xfrm flipH="1">
            <a:off x="11613166" y="-222468"/>
            <a:ext cx="578831" cy="7314599"/>
            <a:chOff x="13274" y="-166851"/>
            <a:chExt cx="434123" cy="5485949"/>
          </a:xfrm>
        </p:grpSpPr>
        <p:sp>
          <p:nvSpPr>
            <p:cNvPr id="3836" name="Google Shape;3836;p16"/>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6"/>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6"/>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6"/>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6"/>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6"/>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6"/>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6"/>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6"/>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6"/>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6"/>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6"/>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6"/>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6"/>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6"/>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6"/>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6"/>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6"/>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6"/>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6"/>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6"/>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6"/>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6"/>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6"/>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6"/>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6"/>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6"/>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6"/>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6"/>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6"/>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6"/>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6"/>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6"/>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6"/>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6"/>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6"/>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6"/>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6"/>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6"/>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6"/>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6"/>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6"/>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6"/>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6"/>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6"/>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6"/>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6"/>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6"/>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6"/>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6"/>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6"/>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6"/>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6"/>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6"/>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6"/>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6"/>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6"/>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6"/>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6"/>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6"/>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6"/>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6"/>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6"/>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6"/>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6"/>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6"/>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6"/>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6"/>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6"/>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6"/>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6"/>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6"/>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6"/>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6"/>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6"/>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6"/>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6"/>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6"/>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6"/>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6"/>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6"/>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6"/>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6"/>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16"/>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16"/>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16"/>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16"/>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6"/>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6"/>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6"/>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6"/>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6"/>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6"/>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6"/>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6"/>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6"/>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6"/>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6"/>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6"/>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6"/>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6"/>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6"/>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6"/>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6"/>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6"/>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6"/>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6"/>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6"/>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6"/>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6"/>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6"/>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6"/>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6"/>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6"/>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6"/>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6"/>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6"/>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6"/>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6"/>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6"/>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6"/>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6"/>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6"/>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6"/>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6"/>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6"/>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6"/>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6"/>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6"/>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6"/>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6"/>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6"/>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6"/>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6"/>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6"/>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6"/>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972" name="Google Shape;3972;p16"/>
          <p:cNvGrpSpPr/>
          <p:nvPr/>
        </p:nvGrpSpPr>
        <p:grpSpPr>
          <a:xfrm>
            <a:off x="66" y="-222468"/>
            <a:ext cx="578831" cy="7314599"/>
            <a:chOff x="13274" y="-166851"/>
            <a:chExt cx="434123" cy="5485949"/>
          </a:xfrm>
        </p:grpSpPr>
        <p:sp>
          <p:nvSpPr>
            <p:cNvPr id="3973" name="Google Shape;3973;p16"/>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6"/>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6"/>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6"/>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6"/>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6"/>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6"/>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6"/>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6"/>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6"/>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6"/>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6"/>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6"/>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6"/>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6"/>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6"/>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6"/>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6"/>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6"/>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6"/>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6"/>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6"/>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6"/>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6"/>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6"/>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6"/>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6"/>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6"/>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6"/>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6"/>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6"/>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6"/>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6"/>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6"/>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6"/>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6"/>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6"/>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6"/>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6"/>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6"/>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6"/>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6"/>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16"/>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16"/>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6"/>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6"/>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6"/>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6"/>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6"/>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6"/>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6"/>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6"/>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6"/>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6"/>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6"/>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6"/>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6"/>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6"/>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6"/>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6"/>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6"/>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6"/>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6"/>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6"/>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6"/>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6"/>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6"/>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6"/>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6"/>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6"/>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6"/>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6"/>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6"/>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6"/>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6"/>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6"/>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6"/>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6"/>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6"/>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6"/>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6"/>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6"/>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6"/>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6"/>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6"/>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6"/>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6"/>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6"/>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6"/>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6"/>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6"/>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6"/>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6"/>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6"/>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6"/>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6"/>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6"/>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6"/>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6"/>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6"/>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6"/>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6"/>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6"/>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6"/>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6"/>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6"/>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6"/>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6"/>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6"/>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6"/>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6"/>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6"/>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6"/>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6"/>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6"/>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6"/>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6"/>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6"/>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6"/>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6"/>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6"/>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6"/>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6"/>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6"/>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6"/>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6"/>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6"/>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6"/>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6"/>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6"/>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6"/>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6"/>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6"/>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6"/>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6"/>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6"/>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7305924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text" preserve="1">
  <p:cSld name="Title and text">
    <p:spTree>
      <p:nvGrpSpPr>
        <p:cNvPr id="1" name="Shape 4109"/>
        <p:cNvGrpSpPr/>
        <p:nvPr/>
      </p:nvGrpSpPr>
      <p:grpSpPr>
        <a:xfrm>
          <a:off x="0" y="0"/>
          <a:ext cx="0" cy="0"/>
          <a:chOff x="0" y="0"/>
          <a:chExt cx="0" cy="0"/>
        </a:xfrm>
      </p:grpSpPr>
      <p:grpSp>
        <p:nvGrpSpPr>
          <p:cNvPr id="4110" name="Google Shape;4110;p17"/>
          <p:cNvGrpSpPr/>
          <p:nvPr/>
        </p:nvGrpSpPr>
        <p:grpSpPr>
          <a:xfrm>
            <a:off x="6355762" y="-2276641"/>
            <a:ext cx="4559151" cy="4641792"/>
            <a:chOff x="6443636" y="-651126"/>
            <a:chExt cx="1857643" cy="1891315"/>
          </a:xfrm>
        </p:grpSpPr>
        <p:sp>
          <p:nvSpPr>
            <p:cNvPr id="4111" name="Google Shape;4111;p17"/>
            <p:cNvSpPr/>
            <p:nvPr/>
          </p:nvSpPr>
          <p:spPr>
            <a:xfrm rot="2918932">
              <a:off x="6614851" y="-276011"/>
              <a:ext cx="1515213" cy="1141085"/>
            </a:xfrm>
            <a:custGeom>
              <a:avLst/>
              <a:gdLst/>
              <a:ahLst/>
              <a:cxnLst/>
              <a:rect l="l" t="t" r="r" b="b"/>
              <a:pathLst>
                <a:path w="47393" h="35691" extrusionOk="0">
                  <a:moveTo>
                    <a:pt x="33712" y="1"/>
                  </a:moveTo>
                  <a:cubicBezTo>
                    <a:pt x="33522" y="1"/>
                    <a:pt x="33430" y="292"/>
                    <a:pt x="33639" y="350"/>
                  </a:cubicBezTo>
                  <a:cubicBezTo>
                    <a:pt x="36952" y="1305"/>
                    <a:pt x="40130" y="2815"/>
                    <a:pt x="42944" y="4805"/>
                  </a:cubicBezTo>
                  <a:cubicBezTo>
                    <a:pt x="44371" y="5816"/>
                    <a:pt x="46135" y="7060"/>
                    <a:pt x="46561" y="8870"/>
                  </a:cubicBezTo>
                  <a:cubicBezTo>
                    <a:pt x="46737" y="9612"/>
                    <a:pt x="46670" y="10447"/>
                    <a:pt x="46291" y="11119"/>
                  </a:cubicBezTo>
                  <a:cubicBezTo>
                    <a:pt x="45875" y="11854"/>
                    <a:pt x="45167" y="12150"/>
                    <a:pt x="44371" y="12300"/>
                  </a:cubicBezTo>
                  <a:cubicBezTo>
                    <a:pt x="43620" y="12447"/>
                    <a:pt x="42798" y="12516"/>
                    <a:pt x="42172" y="13009"/>
                  </a:cubicBezTo>
                  <a:cubicBezTo>
                    <a:pt x="41800" y="13302"/>
                    <a:pt x="41547" y="13724"/>
                    <a:pt x="41420" y="14180"/>
                  </a:cubicBezTo>
                  <a:cubicBezTo>
                    <a:pt x="41151" y="15158"/>
                    <a:pt x="41347" y="16219"/>
                    <a:pt x="41397" y="17214"/>
                  </a:cubicBezTo>
                  <a:cubicBezTo>
                    <a:pt x="41450" y="18272"/>
                    <a:pt x="41374" y="19523"/>
                    <a:pt x="40286" y="20048"/>
                  </a:cubicBezTo>
                  <a:cubicBezTo>
                    <a:pt x="39761" y="20301"/>
                    <a:pt x="39191" y="20334"/>
                    <a:pt x="38615" y="20334"/>
                  </a:cubicBezTo>
                  <a:cubicBezTo>
                    <a:pt x="38408" y="20334"/>
                    <a:pt x="38200" y="20330"/>
                    <a:pt x="37993" y="20330"/>
                  </a:cubicBezTo>
                  <a:cubicBezTo>
                    <a:pt x="37414" y="20330"/>
                    <a:pt x="36842" y="20363"/>
                    <a:pt x="36314" y="20617"/>
                  </a:cubicBezTo>
                  <a:cubicBezTo>
                    <a:pt x="35010" y="21239"/>
                    <a:pt x="34976" y="22846"/>
                    <a:pt x="35209" y="24081"/>
                  </a:cubicBezTo>
                  <a:cubicBezTo>
                    <a:pt x="35369" y="24942"/>
                    <a:pt x="35642" y="25834"/>
                    <a:pt x="35499" y="26719"/>
                  </a:cubicBezTo>
                  <a:cubicBezTo>
                    <a:pt x="35379" y="27461"/>
                    <a:pt x="34847" y="28279"/>
                    <a:pt x="34051" y="28392"/>
                  </a:cubicBezTo>
                  <a:cubicBezTo>
                    <a:pt x="33992" y="28401"/>
                    <a:pt x="33934" y="28404"/>
                    <a:pt x="33877" y="28404"/>
                  </a:cubicBezTo>
                  <a:cubicBezTo>
                    <a:pt x="33180" y="28404"/>
                    <a:pt x="32676" y="27810"/>
                    <a:pt x="32252" y="27318"/>
                  </a:cubicBezTo>
                  <a:cubicBezTo>
                    <a:pt x="31829" y="26832"/>
                    <a:pt x="31407" y="26343"/>
                    <a:pt x="30788" y="26110"/>
                  </a:cubicBezTo>
                  <a:cubicBezTo>
                    <a:pt x="30467" y="25990"/>
                    <a:pt x="30136" y="25935"/>
                    <a:pt x="29805" y="25935"/>
                  </a:cubicBezTo>
                  <a:cubicBezTo>
                    <a:pt x="28836" y="25935"/>
                    <a:pt x="27875" y="26409"/>
                    <a:pt x="27215" y="27111"/>
                  </a:cubicBezTo>
                  <a:cubicBezTo>
                    <a:pt x="26110" y="28286"/>
                    <a:pt x="25718" y="29903"/>
                    <a:pt x="25415" y="31436"/>
                  </a:cubicBezTo>
                  <a:cubicBezTo>
                    <a:pt x="25219" y="32440"/>
                    <a:pt x="24868" y="35515"/>
                    <a:pt x="23426" y="35515"/>
                  </a:cubicBezTo>
                  <a:cubicBezTo>
                    <a:pt x="23229" y="35515"/>
                    <a:pt x="23011" y="35458"/>
                    <a:pt x="22770" y="35329"/>
                  </a:cubicBezTo>
                  <a:cubicBezTo>
                    <a:pt x="22075" y="34956"/>
                    <a:pt x="21669" y="34201"/>
                    <a:pt x="21379" y="33502"/>
                  </a:cubicBezTo>
                  <a:cubicBezTo>
                    <a:pt x="21000" y="32591"/>
                    <a:pt x="20817" y="31609"/>
                    <a:pt x="20837" y="30625"/>
                  </a:cubicBezTo>
                  <a:cubicBezTo>
                    <a:pt x="20857" y="29773"/>
                    <a:pt x="21007" y="28915"/>
                    <a:pt x="20864" y="28066"/>
                  </a:cubicBezTo>
                  <a:cubicBezTo>
                    <a:pt x="20744" y="27388"/>
                    <a:pt x="20461" y="26749"/>
                    <a:pt x="20035" y="26207"/>
                  </a:cubicBezTo>
                  <a:cubicBezTo>
                    <a:pt x="19157" y="25062"/>
                    <a:pt x="17783" y="24340"/>
                    <a:pt x="16399" y="24011"/>
                  </a:cubicBezTo>
                  <a:cubicBezTo>
                    <a:pt x="15743" y="23855"/>
                    <a:pt x="15074" y="23792"/>
                    <a:pt x="14402" y="23792"/>
                  </a:cubicBezTo>
                  <a:cubicBezTo>
                    <a:pt x="13427" y="23792"/>
                    <a:pt x="12446" y="23924"/>
                    <a:pt x="11492" y="24094"/>
                  </a:cubicBezTo>
                  <a:cubicBezTo>
                    <a:pt x="9531" y="24442"/>
                    <a:pt x="7460" y="24985"/>
                    <a:pt x="5436" y="24985"/>
                  </a:cubicBezTo>
                  <a:cubicBezTo>
                    <a:pt x="4227" y="24985"/>
                    <a:pt x="3035" y="24792"/>
                    <a:pt x="1894" y="24247"/>
                  </a:cubicBezTo>
                  <a:cubicBezTo>
                    <a:pt x="1208" y="23918"/>
                    <a:pt x="606" y="23492"/>
                    <a:pt x="110" y="22913"/>
                  </a:cubicBezTo>
                  <a:cubicBezTo>
                    <a:pt x="99" y="22901"/>
                    <a:pt x="86" y="22897"/>
                    <a:pt x="74" y="22897"/>
                  </a:cubicBezTo>
                  <a:cubicBezTo>
                    <a:pt x="35" y="22897"/>
                    <a:pt x="0" y="22943"/>
                    <a:pt x="31" y="22983"/>
                  </a:cubicBezTo>
                  <a:lnTo>
                    <a:pt x="24" y="22983"/>
                  </a:lnTo>
                  <a:cubicBezTo>
                    <a:pt x="1404" y="24636"/>
                    <a:pt x="3438" y="25156"/>
                    <a:pt x="5498" y="25156"/>
                  </a:cubicBezTo>
                  <a:cubicBezTo>
                    <a:pt x="6477" y="25156"/>
                    <a:pt x="7462" y="25038"/>
                    <a:pt x="8384" y="24869"/>
                  </a:cubicBezTo>
                  <a:cubicBezTo>
                    <a:pt x="10345" y="24509"/>
                    <a:pt x="12432" y="23947"/>
                    <a:pt x="14446" y="23947"/>
                  </a:cubicBezTo>
                  <a:cubicBezTo>
                    <a:pt x="15947" y="23947"/>
                    <a:pt x="17409" y="24260"/>
                    <a:pt x="18748" y="25202"/>
                  </a:cubicBezTo>
                  <a:cubicBezTo>
                    <a:pt x="19403" y="25658"/>
                    <a:pt x="19969" y="26250"/>
                    <a:pt x="20328" y="26965"/>
                  </a:cubicBezTo>
                  <a:cubicBezTo>
                    <a:pt x="20754" y="27810"/>
                    <a:pt x="20780" y="28708"/>
                    <a:pt x="20717" y="29633"/>
                  </a:cubicBezTo>
                  <a:cubicBezTo>
                    <a:pt x="20594" y="31353"/>
                    <a:pt x="20734" y="33126"/>
                    <a:pt x="21732" y="34597"/>
                  </a:cubicBezTo>
                  <a:cubicBezTo>
                    <a:pt x="22055" y="35076"/>
                    <a:pt x="22520" y="35548"/>
                    <a:pt x="23113" y="35665"/>
                  </a:cubicBezTo>
                  <a:cubicBezTo>
                    <a:pt x="23199" y="35682"/>
                    <a:pt x="23285" y="35690"/>
                    <a:pt x="23368" y="35690"/>
                  </a:cubicBezTo>
                  <a:cubicBezTo>
                    <a:pt x="23959" y="35690"/>
                    <a:pt x="24447" y="35276"/>
                    <a:pt x="24736" y="34757"/>
                  </a:cubicBezTo>
                  <a:cubicBezTo>
                    <a:pt x="25152" y="34021"/>
                    <a:pt x="25308" y="33143"/>
                    <a:pt x="25468" y="32321"/>
                  </a:cubicBezTo>
                  <a:cubicBezTo>
                    <a:pt x="25648" y="31406"/>
                    <a:pt x="25794" y="30485"/>
                    <a:pt x="26077" y="29597"/>
                  </a:cubicBezTo>
                  <a:cubicBezTo>
                    <a:pt x="26579" y="28010"/>
                    <a:pt x="27611" y="26413"/>
                    <a:pt x="29387" y="26147"/>
                  </a:cubicBezTo>
                  <a:cubicBezTo>
                    <a:pt x="29530" y="26125"/>
                    <a:pt x="29672" y="26114"/>
                    <a:pt x="29812" y="26114"/>
                  </a:cubicBezTo>
                  <a:cubicBezTo>
                    <a:pt x="30487" y="26114"/>
                    <a:pt x="31120" y="26365"/>
                    <a:pt x="31613" y="26859"/>
                  </a:cubicBezTo>
                  <a:cubicBezTo>
                    <a:pt x="32079" y="27324"/>
                    <a:pt x="32425" y="27917"/>
                    <a:pt x="32964" y="28309"/>
                  </a:cubicBezTo>
                  <a:cubicBezTo>
                    <a:pt x="33266" y="28529"/>
                    <a:pt x="33575" y="28625"/>
                    <a:pt x="33872" y="28625"/>
                  </a:cubicBezTo>
                  <a:cubicBezTo>
                    <a:pt x="34748" y="28625"/>
                    <a:pt x="35519" y="27794"/>
                    <a:pt x="35715" y="26865"/>
                  </a:cubicBezTo>
                  <a:cubicBezTo>
                    <a:pt x="36061" y="25218"/>
                    <a:pt x="34910" y="23608"/>
                    <a:pt x="35412" y="21958"/>
                  </a:cubicBezTo>
                  <a:cubicBezTo>
                    <a:pt x="35944" y="20211"/>
                    <a:pt x="37884" y="20614"/>
                    <a:pt x="39288" y="20494"/>
                  </a:cubicBezTo>
                  <a:cubicBezTo>
                    <a:pt x="40426" y="20398"/>
                    <a:pt x="41311" y="19789"/>
                    <a:pt x="41540" y="18641"/>
                  </a:cubicBezTo>
                  <a:cubicBezTo>
                    <a:pt x="41753" y="17570"/>
                    <a:pt x="41497" y="16465"/>
                    <a:pt x="41504" y="15384"/>
                  </a:cubicBezTo>
                  <a:cubicBezTo>
                    <a:pt x="41507" y="14872"/>
                    <a:pt x="41554" y="14330"/>
                    <a:pt x="41790" y="13867"/>
                  </a:cubicBezTo>
                  <a:cubicBezTo>
                    <a:pt x="42136" y="13202"/>
                    <a:pt x="42814" y="12922"/>
                    <a:pt x="43520" y="12799"/>
                  </a:cubicBezTo>
                  <a:cubicBezTo>
                    <a:pt x="44322" y="12659"/>
                    <a:pt x="45190" y="12636"/>
                    <a:pt x="45885" y="12160"/>
                  </a:cubicBezTo>
                  <a:cubicBezTo>
                    <a:pt x="46454" y="11774"/>
                    <a:pt x="46827" y="11159"/>
                    <a:pt x="46990" y="10497"/>
                  </a:cubicBezTo>
                  <a:cubicBezTo>
                    <a:pt x="47392" y="8827"/>
                    <a:pt x="46531" y="7286"/>
                    <a:pt x="45363" y="6149"/>
                  </a:cubicBezTo>
                  <a:cubicBezTo>
                    <a:pt x="44092" y="4908"/>
                    <a:pt x="42558" y="3883"/>
                    <a:pt x="41031" y="2982"/>
                  </a:cubicBezTo>
                  <a:cubicBezTo>
                    <a:pt x="39517" y="2087"/>
                    <a:pt x="37917" y="1345"/>
                    <a:pt x="36257" y="759"/>
                  </a:cubicBezTo>
                  <a:cubicBezTo>
                    <a:pt x="35435" y="473"/>
                    <a:pt x="34604" y="220"/>
                    <a:pt x="33762" y="7"/>
                  </a:cubicBezTo>
                  <a:cubicBezTo>
                    <a:pt x="33745" y="3"/>
                    <a:pt x="33728" y="1"/>
                    <a:pt x="33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7"/>
            <p:cNvSpPr/>
            <p:nvPr/>
          </p:nvSpPr>
          <p:spPr>
            <a:xfrm rot="2918932">
              <a:off x="6900323" y="-129092"/>
              <a:ext cx="1014319" cy="735882"/>
            </a:xfrm>
            <a:custGeom>
              <a:avLst/>
              <a:gdLst/>
              <a:ahLst/>
              <a:cxnLst/>
              <a:rect l="l" t="t" r="r" b="b"/>
              <a:pathLst>
                <a:path w="31726" h="23017" extrusionOk="0">
                  <a:moveTo>
                    <a:pt x="23033" y="1"/>
                  </a:moveTo>
                  <a:cubicBezTo>
                    <a:pt x="22811" y="1"/>
                    <a:pt x="22756" y="369"/>
                    <a:pt x="22982" y="447"/>
                  </a:cubicBezTo>
                  <a:cubicBezTo>
                    <a:pt x="23458" y="617"/>
                    <a:pt x="23917" y="843"/>
                    <a:pt x="24343" y="1113"/>
                  </a:cubicBezTo>
                  <a:cubicBezTo>
                    <a:pt x="24769" y="1379"/>
                    <a:pt x="25211" y="1605"/>
                    <a:pt x="25614" y="1901"/>
                  </a:cubicBezTo>
                  <a:cubicBezTo>
                    <a:pt x="26422" y="2493"/>
                    <a:pt x="27207" y="3089"/>
                    <a:pt x="27893" y="3824"/>
                  </a:cubicBezTo>
                  <a:cubicBezTo>
                    <a:pt x="29130" y="5148"/>
                    <a:pt x="30168" y="6778"/>
                    <a:pt x="30514" y="8582"/>
                  </a:cubicBezTo>
                  <a:cubicBezTo>
                    <a:pt x="30664" y="9367"/>
                    <a:pt x="30714" y="10225"/>
                    <a:pt x="30514" y="11007"/>
                  </a:cubicBezTo>
                  <a:cubicBezTo>
                    <a:pt x="30404" y="11433"/>
                    <a:pt x="30245" y="11845"/>
                    <a:pt x="30005" y="12218"/>
                  </a:cubicBezTo>
                  <a:cubicBezTo>
                    <a:pt x="29696" y="12697"/>
                    <a:pt x="29203" y="13173"/>
                    <a:pt x="28638" y="13302"/>
                  </a:cubicBezTo>
                  <a:cubicBezTo>
                    <a:pt x="28185" y="13402"/>
                    <a:pt x="27743" y="13419"/>
                    <a:pt x="27307" y="13602"/>
                  </a:cubicBezTo>
                  <a:cubicBezTo>
                    <a:pt x="26928" y="13765"/>
                    <a:pt x="26582" y="13991"/>
                    <a:pt x="26279" y="14274"/>
                  </a:cubicBezTo>
                  <a:cubicBezTo>
                    <a:pt x="25694" y="14826"/>
                    <a:pt x="25281" y="15568"/>
                    <a:pt x="25178" y="16370"/>
                  </a:cubicBezTo>
                  <a:cubicBezTo>
                    <a:pt x="25071" y="17188"/>
                    <a:pt x="25464" y="18376"/>
                    <a:pt x="24765" y="19011"/>
                  </a:cubicBezTo>
                  <a:cubicBezTo>
                    <a:pt x="24526" y="19229"/>
                    <a:pt x="24211" y="19319"/>
                    <a:pt x="23893" y="19319"/>
                  </a:cubicBezTo>
                  <a:cubicBezTo>
                    <a:pt x="23716" y="19319"/>
                    <a:pt x="23537" y="19291"/>
                    <a:pt x="23371" y="19241"/>
                  </a:cubicBezTo>
                  <a:cubicBezTo>
                    <a:pt x="22849" y="19085"/>
                    <a:pt x="22570" y="18702"/>
                    <a:pt x="22194" y="18346"/>
                  </a:cubicBezTo>
                  <a:cubicBezTo>
                    <a:pt x="21856" y="18027"/>
                    <a:pt x="21453" y="17906"/>
                    <a:pt x="21036" y="17906"/>
                  </a:cubicBezTo>
                  <a:cubicBezTo>
                    <a:pt x="20637" y="17906"/>
                    <a:pt x="20224" y="18017"/>
                    <a:pt x="19842" y="18170"/>
                  </a:cubicBezTo>
                  <a:cubicBezTo>
                    <a:pt x="19003" y="18509"/>
                    <a:pt x="18198" y="19061"/>
                    <a:pt x="17742" y="19863"/>
                  </a:cubicBezTo>
                  <a:cubicBezTo>
                    <a:pt x="17479" y="20329"/>
                    <a:pt x="17413" y="20811"/>
                    <a:pt x="17277" y="21317"/>
                  </a:cubicBezTo>
                  <a:cubicBezTo>
                    <a:pt x="17217" y="21540"/>
                    <a:pt x="17153" y="21776"/>
                    <a:pt x="17007" y="21962"/>
                  </a:cubicBezTo>
                  <a:cubicBezTo>
                    <a:pt x="16901" y="22095"/>
                    <a:pt x="16658" y="22285"/>
                    <a:pt x="16488" y="22325"/>
                  </a:cubicBezTo>
                  <a:cubicBezTo>
                    <a:pt x="16462" y="22331"/>
                    <a:pt x="16437" y="22334"/>
                    <a:pt x="16412" y="22334"/>
                  </a:cubicBezTo>
                  <a:cubicBezTo>
                    <a:pt x="16045" y="22334"/>
                    <a:pt x="15775" y="21681"/>
                    <a:pt x="15713" y="21413"/>
                  </a:cubicBezTo>
                  <a:cubicBezTo>
                    <a:pt x="15590" y="20884"/>
                    <a:pt x="15603" y="20312"/>
                    <a:pt x="15580" y="19773"/>
                  </a:cubicBezTo>
                  <a:cubicBezTo>
                    <a:pt x="15537" y="18835"/>
                    <a:pt x="15453" y="17790"/>
                    <a:pt x="14781" y="17065"/>
                  </a:cubicBezTo>
                  <a:cubicBezTo>
                    <a:pt x="14166" y="16400"/>
                    <a:pt x="13228" y="16170"/>
                    <a:pt x="12356" y="16114"/>
                  </a:cubicBezTo>
                  <a:cubicBezTo>
                    <a:pt x="12202" y="16104"/>
                    <a:pt x="12048" y="16099"/>
                    <a:pt x="11895" y="16099"/>
                  </a:cubicBezTo>
                  <a:cubicBezTo>
                    <a:pt x="10119" y="16099"/>
                    <a:pt x="8417" y="16731"/>
                    <a:pt x="6680" y="17019"/>
                  </a:cubicBezTo>
                  <a:cubicBezTo>
                    <a:pt x="6184" y="17100"/>
                    <a:pt x="5680" y="17153"/>
                    <a:pt x="5177" y="17153"/>
                  </a:cubicBezTo>
                  <a:cubicBezTo>
                    <a:pt x="4658" y="17153"/>
                    <a:pt x="4141" y="17097"/>
                    <a:pt x="3636" y="16959"/>
                  </a:cubicBezTo>
                  <a:cubicBezTo>
                    <a:pt x="2658" y="16689"/>
                    <a:pt x="1770" y="16167"/>
                    <a:pt x="1055" y="15445"/>
                  </a:cubicBezTo>
                  <a:cubicBezTo>
                    <a:pt x="699" y="15082"/>
                    <a:pt x="393" y="14676"/>
                    <a:pt x="146" y="14237"/>
                  </a:cubicBezTo>
                  <a:cubicBezTo>
                    <a:pt x="132" y="14213"/>
                    <a:pt x="109" y="14202"/>
                    <a:pt x="87" y="14202"/>
                  </a:cubicBezTo>
                  <a:cubicBezTo>
                    <a:pt x="43" y="14202"/>
                    <a:pt x="0" y="14243"/>
                    <a:pt x="27" y="14294"/>
                  </a:cubicBezTo>
                  <a:lnTo>
                    <a:pt x="23" y="14294"/>
                  </a:lnTo>
                  <a:cubicBezTo>
                    <a:pt x="948" y="15977"/>
                    <a:pt x="2675" y="17142"/>
                    <a:pt x="4591" y="17335"/>
                  </a:cubicBezTo>
                  <a:cubicBezTo>
                    <a:pt x="4822" y="17358"/>
                    <a:pt x="5051" y="17368"/>
                    <a:pt x="5281" y="17368"/>
                  </a:cubicBezTo>
                  <a:cubicBezTo>
                    <a:pt x="7074" y="17368"/>
                    <a:pt x="8825" y="16728"/>
                    <a:pt x="10586" y="16460"/>
                  </a:cubicBezTo>
                  <a:cubicBezTo>
                    <a:pt x="11042" y="16390"/>
                    <a:pt x="11519" y="16340"/>
                    <a:pt x="11994" y="16340"/>
                  </a:cubicBezTo>
                  <a:cubicBezTo>
                    <a:pt x="12608" y="16340"/>
                    <a:pt x="13219" y="16423"/>
                    <a:pt x="13780" y="16656"/>
                  </a:cubicBezTo>
                  <a:cubicBezTo>
                    <a:pt x="15057" y="17185"/>
                    <a:pt x="15297" y="18449"/>
                    <a:pt x="15340" y="19697"/>
                  </a:cubicBezTo>
                  <a:cubicBezTo>
                    <a:pt x="15367" y="20575"/>
                    <a:pt x="15274" y="21676"/>
                    <a:pt x="15833" y="22425"/>
                  </a:cubicBezTo>
                  <a:cubicBezTo>
                    <a:pt x="16052" y="22724"/>
                    <a:pt x="16418" y="22960"/>
                    <a:pt x="16787" y="23010"/>
                  </a:cubicBezTo>
                  <a:cubicBezTo>
                    <a:pt x="16820" y="23015"/>
                    <a:pt x="16852" y="23017"/>
                    <a:pt x="16884" y="23017"/>
                  </a:cubicBezTo>
                  <a:cubicBezTo>
                    <a:pt x="17330" y="23017"/>
                    <a:pt x="17748" y="22599"/>
                    <a:pt x="17962" y="22242"/>
                  </a:cubicBezTo>
                  <a:cubicBezTo>
                    <a:pt x="18251" y="21753"/>
                    <a:pt x="18308" y="21170"/>
                    <a:pt x="18454" y="20632"/>
                  </a:cubicBezTo>
                  <a:cubicBezTo>
                    <a:pt x="18584" y="20166"/>
                    <a:pt x="18777" y="19727"/>
                    <a:pt x="19066" y="19337"/>
                  </a:cubicBezTo>
                  <a:cubicBezTo>
                    <a:pt x="19495" y="18764"/>
                    <a:pt x="20335" y="18207"/>
                    <a:pt x="21113" y="18207"/>
                  </a:cubicBezTo>
                  <a:cubicBezTo>
                    <a:pt x="21422" y="18207"/>
                    <a:pt x="21721" y="18295"/>
                    <a:pt x="21981" y="18506"/>
                  </a:cubicBezTo>
                  <a:cubicBezTo>
                    <a:pt x="22337" y="18795"/>
                    <a:pt x="22600" y="19168"/>
                    <a:pt x="23015" y="19381"/>
                  </a:cubicBezTo>
                  <a:cubicBezTo>
                    <a:pt x="23297" y="19525"/>
                    <a:pt x="23608" y="19599"/>
                    <a:pt x="23922" y="19599"/>
                  </a:cubicBezTo>
                  <a:cubicBezTo>
                    <a:pt x="24028" y="19599"/>
                    <a:pt x="24134" y="19590"/>
                    <a:pt x="24240" y="19574"/>
                  </a:cubicBezTo>
                  <a:cubicBezTo>
                    <a:pt x="25121" y="19421"/>
                    <a:pt x="25484" y="18642"/>
                    <a:pt x="25491" y="17817"/>
                  </a:cubicBezTo>
                  <a:cubicBezTo>
                    <a:pt x="25494" y="17358"/>
                    <a:pt x="25427" y="16902"/>
                    <a:pt x="25477" y="16443"/>
                  </a:cubicBezTo>
                  <a:cubicBezTo>
                    <a:pt x="25534" y="15961"/>
                    <a:pt x="25704" y="15498"/>
                    <a:pt x="25973" y="15092"/>
                  </a:cubicBezTo>
                  <a:cubicBezTo>
                    <a:pt x="26529" y="14234"/>
                    <a:pt x="27460" y="13688"/>
                    <a:pt x="28485" y="13622"/>
                  </a:cubicBezTo>
                  <a:cubicBezTo>
                    <a:pt x="29047" y="13585"/>
                    <a:pt x="29556" y="13539"/>
                    <a:pt x="30025" y="13203"/>
                  </a:cubicBezTo>
                  <a:cubicBezTo>
                    <a:pt x="30438" y="12903"/>
                    <a:pt x="30774" y="12487"/>
                    <a:pt x="31030" y="12048"/>
                  </a:cubicBezTo>
                  <a:cubicBezTo>
                    <a:pt x="31476" y="11276"/>
                    <a:pt x="31725" y="10338"/>
                    <a:pt x="31695" y="9443"/>
                  </a:cubicBezTo>
                  <a:cubicBezTo>
                    <a:pt x="31619" y="7487"/>
                    <a:pt x="30767" y="5664"/>
                    <a:pt x="29599" y="4124"/>
                  </a:cubicBezTo>
                  <a:cubicBezTo>
                    <a:pt x="28352" y="2483"/>
                    <a:pt x="26595" y="880"/>
                    <a:pt x="24556" y="334"/>
                  </a:cubicBezTo>
                  <a:cubicBezTo>
                    <a:pt x="24070" y="204"/>
                    <a:pt x="23571" y="101"/>
                    <a:pt x="23075" y="5"/>
                  </a:cubicBezTo>
                  <a:cubicBezTo>
                    <a:pt x="23061" y="2"/>
                    <a:pt x="23047" y="1"/>
                    <a:pt x="23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7"/>
            <p:cNvSpPr/>
            <p:nvPr/>
          </p:nvSpPr>
          <p:spPr>
            <a:xfrm rot="2918932">
              <a:off x="7163812" y="82452"/>
              <a:ext cx="567362" cy="322846"/>
            </a:xfrm>
            <a:custGeom>
              <a:avLst/>
              <a:gdLst/>
              <a:ahLst/>
              <a:cxnLst/>
              <a:rect l="l" t="t" r="r" b="b"/>
              <a:pathLst>
                <a:path w="17746" h="10098" extrusionOk="0">
                  <a:moveTo>
                    <a:pt x="12843" y="1"/>
                  </a:moveTo>
                  <a:cubicBezTo>
                    <a:pt x="12753" y="1"/>
                    <a:pt x="12669" y="119"/>
                    <a:pt x="12748" y="193"/>
                  </a:cubicBezTo>
                  <a:cubicBezTo>
                    <a:pt x="14059" y="1401"/>
                    <a:pt x="16518" y="2089"/>
                    <a:pt x="16810" y="4109"/>
                  </a:cubicBezTo>
                  <a:cubicBezTo>
                    <a:pt x="16933" y="4954"/>
                    <a:pt x="16458" y="5656"/>
                    <a:pt x="15736" y="6052"/>
                  </a:cubicBezTo>
                  <a:cubicBezTo>
                    <a:pt x="15370" y="6251"/>
                    <a:pt x="14977" y="6401"/>
                    <a:pt x="14571" y="6497"/>
                  </a:cubicBezTo>
                  <a:cubicBezTo>
                    <a:pt x="14119" y="6607"/>
                    <a:pt x="13627" y="6610"/>
                    <a:pt x="13221" y="6863"/>
                  </a:cubicBezTo>
                  <a:cubicBezTo>
                    <a:pt x="12485" y="7316"/>
                    <a:pt x="12642" y="8271"/>
                    <a:pt x="12316" y="8959"/>
                  </a:cubicBezTo>
                  <a:cubicBezTo>
                    <a:pt x="12093" y="9433"/>
                    <a:pt x="11637" y="9809"/>
                    <a:pt x="11104" y="9809"/>
                  </a:cubicBezTo>
                  <a:cubicBezTo>
                    <a:pt x="11071" y="9809"/>
                    <a:pt x="11038" y="9807"/>
                    <a:pt x="11005" y="9804"/>
                  </a:cubicBezTo>
                  <a:cubicBezTo>
                    <a:pt x="10373" y="9751"/>
                    <a:pt x="10137" y="9252"/>
                    <a:pt x="9960" y="8716"/>
                  </a:cubicBezTo>
                  <a:cubicBezTo>
                    <a:pt x="9721" y="7988"/>
                    <a:pt x="9245" y="7549"/>
                    <a:pt x="8457" y="7542"/>
                  </a:cubicBezTo>
                  <a:cubicBezTo>
                    <a:pt x="8449" y="7542"/>
                    <a:pt x="8441" y="7542"/>
                    <a:pt x="8433" y="7542"/>
                  </a:cubicBezTo>
                  <a:cubicBezTo>
                    <a:pt x="7644" y="7542"/>
                    <a:pt x="6919" y="7867"/>
                    <a:pt x="6171" y="8074"/>
                  </a:cubicBezTo>
                  <a:cubicBezTo>
                    <a:pt x="5546" y="8249"/>
                    <a:pt x="4874" y="8349"/>
                    <a:pt x="4206" y="8349"/>
                  </a:cubicBezTo>
                  <a:cubicBezTo>
                    <a:pt x="2535" y="8349"/>
                    <a:pt x="891" y="7727"/>
                    <a:pt x="93" y="6111"/>
                  </a:cubicBezTo>
                  <a:cubicBezTo>
                    <a:pt x="84" y="6096"/>
                    <a:pt x="70" y="6089"/>
                    <a:pt x="56" y="6089"/>
                  </a:cubicBezTo>
                  <a:cubicBezTo>
                    <a:pt x="28" y="6089"/>
                    <a:pt x="1" y="6116"/>
                    <a:pt x="16" y="6151"/>
                  </a:cubicBezTo>
                  <a:lnTo>
                    <a:pt x="16" y="6148"/>
                  </a:lnTo>
                  <a:cubicBezTo>
                    <a:pt x="783" y="7832"/>
                    <a:pt x="2575" y="8577"/>
                    <a:pt x="4332" y="8577"/>
                  </a:cubicBezTo>
                  <a:cubicBezTo>
                    <a:pt x="4512" y="8577"/>
                    <a:pt x="4692" y="8569"/>
                    <a:pt x="4870" y="8553"/>
                  </a:cubicBezTo>
                  <a:cubicBezTo>
                    <a:pt x="5878" y="8464"/>
                    <a:pt x="6790" y="8074"/>
                    <a:pt x="7771" y="7881"/>
                  </a:cubicBezTo>
                  <a:cubicBezTo>
                    <a:pt x="7980" y="7840"/>
                    <a:pt x="8204" y="7807"/>
                    <a:pt x="8425" y="7807"/>
                  </a:cubicBezTo>
                  <a:cubicBezTo>
                    <a:pt x="8654" y="7807"/>
                    <a:pt x="8881" y="7843"/>
                    <a:pt x="9085" y="7945"/>
                  </a:cubicBezTo>
                  <a:cubicBezTo>
                    <a:pt x="9614" y="8207"/>
                    <a:pt x="9658" y="8803"/>
                    <a:pt x="9874" y="9289"/>
                  </a:cubicBezTo>
                  <a:cubicBezTo>
                    <a:pt x="10114" y="9818"/>
                    <a:pt x="10635" y="10098"/>
                    <a:pt x="11171" y="10098"/>
                  </a:cubicBezTo>
                  <a:cubicBezTo>
                    <a:pt x="11454" y="10098"/>
                    <a:pt x="11741" y="10020"/>
                    <a:pt x="11993" y="9861"/>
                  </a:cubicBezTo>
                  <a:cubicBezTo>
                    <a:pt x="12362" y="9618"/>
                    <a:pt x="12645" y="9262"/>
                    <a:pt x="12792" y="8843"/>
                  </a:cubicBezTo>
                  <a:cubicBezTo>
                    <a:pt x="12935" y="8444"/>
                    <a:pt x="12911" y="7851"/>
                    <a:pt x="13234" y="7542"/>
                  </a:cubicBezTo>
                  <a:cubicBezTo>
                    <a:pt x="13444" y="7342"/>
                    <a:pt x="13750" y="7379"/>
                    <a:pt x="14016" y="7366"/>
                  </a:cubicBezTo>
                  <a:cubicBezTo>
                    <a:pt x="14269" y="7356"/>
                    <a:pt x="14518" y="7332"/>
                    <a:pt x="14764" y="7296"/>
                  </a:cubicBezTo>
                  <a:cubicBezTo>
                    <a:pt x="15237" y="7223"/>
                    <a:pt x="15696" y="7080"/>
                    <a:pt x="16122" y="6867"/>
                  </a:cubicBezTo>
                  <a:cubicBezTo>
                    <a:pt x="16953" y="6444"/>
                    <a:pt x="17625" y="5689"/>
                    <a:pt x="17682" y="4721"/>
                  </a:cubicBezTo>
                  <a:cubicBezTo>
                    <a:pt x="17745" y="3633"/>
                    <a:pt x="17017" y="2628"/>
                    <a:pt x="16202" y="1989"/>
                  </a:cubicBezTo>
                  <a:cubicBezTo>
                    <a:pt x="15187" y="1194"/>
                    <a:pt x="13943" y="775"/>
                    <a:pt x="12901" y="20"/>
                  </a:cubicBezTo>
                  <a:cubicBezTo>
                    <a:pt x="12883" y="7"/>
                    <a:pt x="12863" y="1"/>
                    <a:pt x="128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114" name="Google Shape;4114;p17"/>
          <p:cNvGrpSpPr/>
          <p:nvPr/>
        </p:nvGrpSpPr>
        <p:grpSpPr>
          <a:xfrm rot="-9204176" flipH="1">
            <a:off x="490127" y="4257115"/>
            <a:ext cx="4559117" cy="4641759"/>
            <a:chOff x="6443636" y="-651126"/>
            <a:chExt cx="1857643" cy="1891315"/>
          </a:xfrm>
        </p:grpSpPr>
        <p:sp>
          <p:nvSpPr>
            <p:cNvPr id="4115" name="Google Shape;4115;p17"/>
            <p:cNvSpPr/>
            <p:nvPr/>
          </p:nvSpPr>
          <p:spPr>
            <a:xfrm rot="2918932">
              <a:off x="6614851" y="-276011"/>
              <a:ext cx="1515213" cy="1141085"/>
            </a:xfrm>
            <a:custGeom>
              <a:avLst/>
              <a:gdLst/>
              <a:ahLst/>
              <a:cxnLst/>
              <a:rect l="l" t="t" r="r" b="b"/>
              <a:pathLst>
                <a:path w="47393" h="35691" extrusionOk="0">
                  <a:moveTo>
                    <a:pt x="33712" y="1"/>
                  </a:moveTo>
                  <a:cubicBezTo>
                    <a:pt x="33522" y="1"/>
                    <a:pt x="33430" y="292"/>
                    <a:pt x="33639" y="350"/>
                  </a:cubicBezTo>
                  <a:cubicBezTo>
                    <a:pt x="36952" y="1305"/>
                    <a:pt x="40130" y="2815"/>
                    <a:pt x="42944" y="4805"/>
                  </a:cubicBezTo>
                  <a:cubicBezTo>
                    <a:pt x="44371" y="5816"/>
                    <a:pt x="46135" y="7060"/>
                    <a:pt x="46561" y="8870"/>
                  </a:cubicBezTo>
                  <a:cubicBezTo>
                    <a:pt x="46737" y="9612"/>
                    <a:pt x="46670" y="10447"/>
                    <a:pt x="46291" y="11119"/>
                  </a:cubicBezTo>
                  <a:cubicBezTo>
                    <a:pt x="45875" y="11854"/>
                    <a:pt x="45167" y="12150"/>
                    <a:pt x="44371" y="12300"/>
                  </a:cubicBezTo>
                  <a:cubicBezTo>
                    <a:pt x="43620" y="12447"/>
                    <a:pt x="42798" y="12516"/>
                    <a:pt x="42172" y="13009"/>
                  </a:cubicBezTo>
                  <a:cubicBezTo>
                    <a:pt x="41800" y="13302"/>
                    <a:pt x="41547" y="13724"/>
                    <a:pt x="41420" y="14180"/>
                  </a:cubicBezTo>
                  <a:cubicBezTo>
                    <a:pt x="41151" y="15158"/>
                    <a:pt x="41347" y="16219"/>
                    <a:pt x="41397" y="17214"/>
                  </a:cubicBezTo>
                  <a:cubicBezTo>
                    <a:pt x="41450" y="18272"/>
                    <a:pt x="41374" y="19523"/>
                    <a:pt x="40286" y="20048"/>
                  </a:cubicBezTo>
                  <a:cubicBezTo>
                    <a:pt x="39761" y="20301"/>
                    <a:pt x="39191" y="20334"/>
                    <a:pt x="38615" y="20334"/>
                  </a:cubicBezTo>
                  <a:cubicBezTo>
                    <a:pt x="38408" y="20334"/>
                    <a:pt x="38200" y="20330"/>
                    <a:pt x="37993" y="20330"/>
                  </a:cubicBezTo>
                  <a:cubicBezTo>
                    <a:pt x="37414" y="20330"/>
                    <a:pt x="36842" y="20363"/>
                    <a:pt x="36314" y="20617"/>
                  </a:cubicBezTo>
                  <a:cubicBezTo>
                    <a:pt x="35010" y="21239"/>
                    <a:pt x="34976" y="22846"/>
                    <a:pt x="35209" y="24081"/>
                  </a:cubicBezTo>
                  <a:cubicBezTo>
                    <a:pt x="35369" y="24942"/>
                    <a:pt x="35642" y="25834"/>
                    <a:pt x="35499" y="26719"/>
                  </a:cubicBezTo>
                  <a:cubicBezTo>
                    <a:pt x="35379" y="27461"/>
                    <a:pt x="34847" y="28279"/>
                    <a:pt x="34051" y="28392"/>
                  </a:cubicBezTo>
                  <a:cubicBezTo>
                    <a:pt x="33992" y="28401"/>
                    <a:pt x="33934" y="28404"/>
                    <a:pt x="33877" y="28404"/>
                  </a:cubicBezTo>
                  <a:cubicBezTo>
                    <a:pt x="33180" y="28404"/>
                    <a:pt x="32676" y="27810"/>
                    <a:pt x="32252" y="27318"/>
                  </a:cubicBezTo>
                  <a:cubicBezTo>
                    <a:pt x="31829" y="26832"/>
                    <a:pt x="31407" y="26343"/>
                    <a:pt x="30788" y="26110"/>
                  </a:cubicBezTo>
                  <a:cubicBezTo>
                    <a:pt x="30467" y="25990"/>
                    <a:pt x="30136" y="25935"/>
                    <a:pt x="29805" y="25935"/>
                  </a:cubicBezTo>
                  <a:cubicBezTo>
                    <a:pt x="28836" y="25935"/>
                    <a:pt x="27875" y="26409"/>
                    <a:pt x="27215" y="27111"/>
                  </a:cubicBezTo>
                  <a:cubicBezTo>
                    <a:pt x="26110" y="28286"/>
                    <a:pt x="25718" y="29903"/>
                    <a:pt x="25415" y="31436"/>
                  </a:cubicBezTo>
                  <a:cubicBezTo>
                    <a:pt x="25219" y="32440"/>
                    <a:pt x="24868" y="35515"/>
                    <a:pt x="23426" y="35515"/>
                  </a:cubicBezTo>
                  <a:cubicBezTo>
                    <a:pt x="23229" y="35515"/>
                    <a:pt x="23011" y="35458"/>
                    <a:pt x="22770" y="35329"/>
                  </a:cubicBezTo>
                  <a:cubicBezTo>
                    <a:pt x="22075" y="34956"/>
                    <a:pt x="21669" y="34201"/>
                    <a:pt x="21379" y="33502"/>
                  </a:cubicBezTo>
                  <a:cubicBezTo>
                    <a:pt x="21000" y="32591"/>
                    <a:pt x="20817" y="31609"/>
                    <a:pt x="20837" y="30625"/>
                  </a:cubicBezTo>
                  <a:cubicBezTo>
                    <a:pt x="20857" y="29773"/>
                    <a:pt x="21007" y="28915"/>
                    <a:pt x="20864" y="28066"/>
                  </a:cubicBezTo>
                  <a:cubicBezTo>
                    <a:pt x="20744" y="27388"/>
                    <a:pt x="20461" y="26749"/>
                    <a:pt x="20035" y="26207"/>
                  </a:cubicBezTo>
                  <a:cubicBezTo>
                    <a:pt x="19157" y="25062"/>
                    <a:pt x="17783" y="24340"/>
                    <a:pt x="16399" y="24011"/>
                  </a:cubicBezTo>
                  <a:cubicBezTo>
                    <a:pt x="15743" y="23855"/>
                    <a:pt x="15074" y="23792"/>
                    <a:pt x="14402" y="23792"/>
                  </a:cubicBezTo>
                  <a:cubicBezTo>
                    <a:pt x="13427" y="23792"/>
                    <a:pt x="12446" y="23924"/>
                    <a:pt x="11492" y="24094"/>
                  </a:cubicBezTo>
                  <a:cubicBezTo>
                    <a:pt x="9531" y="24442"/>
                    <a:pt x="7460" y="24985"/>
                    <a:pt x="5436" y="24985"/>
                  </a:cubicBezTo>
                  <a:cubicBezTo>
                    <a:pt x="4227" y="24985"/>
                    <a:pt x="3035" y="24792"/>
                    <a:pt x="1894" y="24247"/>
                  </a:cubicBezTo>
                  <a:cubicBezTo>
                    <a:pt x="1208" y="23918"/>
                    <a:pt x="606" y="23492"/>
                    <a:pt x="110" y="22913"/>
                  </a:cubicBezTo>
                  <a:cubicBezTo>
                    <a:pt x="99" y="22901"/>
                    <a:pt x="86" y="22897"/>
                    <a:pt x="74" y="22897"/>
                  </a:cubicBezTo>
                  <a:cubicBezTo>
                    <a:pt x="35" y="22897"/>
                    <a:pt x="0" y="22943"/>
                    <a:pt x="31" y="22983"/>
                  </a:cubicBezTo>
                  <a:lnTo>
                    <a:pt x="24" y="22983"/>
                  </a:lnTo>
                  <a:cubicBezTo>
                    <a:pt x="1404" y="24636"/>
                    <a:pt x="3438" y="25156"/>
                    <a:pt x="5498" y="25156"/>
                  </a:cubicBezTo>
                  <a:cubicBezTo>
                    <a:pt x="6477" y="25156"/>
                    <a:pt x="7462" y="25038"/>
                    <a:pt x="8384" y="24869"/>
                  </a:cubicBezTo>
                  <a:cubicBezTo>
                    <a:pt x="10345" y="24509"/>
                    <a:pt x="12432" y="23947"/>
                    <a:pt x="14446" y="23947"/>
                  </a:cubicBezTo>
                  <a:cubicBezTo>
                    <a:pt x="15947" y="23947"/>
                    <a:pt x="17409" y="24260"/>
                    <a:pt x="18748" y="25202"/>
                  </a:cubicBezTo>
                  <a:cubicBezTo>
                    <a:pt x="19403" y="25658"/>
                    <a:pt x="19969" y="26250"/>
                    <a:pt x="20328" y="26965"/>
                  </a:cubicBezTo>
                  <a:cubicBezTo>
                    <a:pt x="20754" y="27810"/>
                    <a:pt x="20780" y="28708"/>
                    <a:pt x="20717" y="29633"/>
                  </a:cubicBezTo>
                  <a:cubicBezTo>
                    <a:pt x="20594" y="31353"/>
                    <a:pt x="20734" y="33126"/>
                    <a:pt x="21732" y="34597"/>
                  </a:cubicBezTo>
                  <a:cubicBezTo>
                    <a:pt x="22055" y="35076"/>
                    <a:pt x="22520" y="35548"/>
                    <a:pt x="23113" y="35665"/>
                  </a:cubicBezTo>
                  <a:cubicBezTo>
                    <a:pt x="23199" y="35682"/>
                    <a:pt x="23285" y="35690"/>
                    <a:pt x="23368" y="35690"/>
                  </a:cubicBezTo>
                  <a:cubicBezTo>
                    <a:pt x="23959" y="35690"/>
                    <a:pt x="24447" y="35276"/>
                    <a:pt x="24736" y="34757"/>
                  </a:cubicBezTo>
                  <a:cubicBezTo>
                    <a:pt x="25152" y="34021"/>
                    <a:pt x="25308" y="33143"/>
                    <a:pt x="25468" y="32321"/>
                  </a:cubicBezTo>
                  <a:cubicBezTo>
                    <a:pt x="25648" y="31406"/>
                    <a:pt x="25794" y="30485"/>
                    <a:pt x="26077" y="29597"/>
                  </a:cubicBezTo>
                  <a:cubicBezTo>
                    <a:pt x="26579" y="28010"/>
                    <a:pt x="27611" y="26413"/>
                    <a:pt x="29387" y="26147"/>
                  </a:cubicBezTo>
                  <a:cubicBezTo>
                    <a:pt x="29530" y="26125"/>
                    <a:pt x="29672" y="26114"/>
                    <a:pt x="29812" y="26114"/>
                  </a:cubicBezTo>
                  <a:cubicBezTo>
                    <a:pt x="30487" y="26114"/>
                    <a:pt x="31120" y="26365"/>
                    <a:pt x="31613" y="26859"/>
                  </a:cubicBezTo>
                  <a:cubicBezTo>
                    <a:pt x="32079" y="27324"/>
                    <a:pt x="32425" y="27917"/>
                    <a:pt x="32964" y="28309"/>
                  </a:cubicBezTo>
                  <a:cubicBezTo>
                    <a:pt x="33266" y="28529"/>
                    <a:pt x="33575" y="28625"/>
                    <a:pt x="33872" y="28625"/>
                  </a:cubicBezTo>
                  <a:cubicBezTo>
                    <a:pt x="34748" y="28625"/>
                    <a:pt x="35519" y="27794"/>
                    <a:pt x="35715" y="26865"/>
                  </a:cubicBezTo>
                  <a:cubicBezTo>
                    <a:pt x="36061" y="25218"/>
                    <a:pt x="34910" y="23608"/>
                    <a:pt x="35412" y="21958"/>
                  </a:cubicBezTo>
                  <a:cubicBezTo>
                    <a:pt x="35944" y="20211"/>
                    <a:pt x="37884" y="20614"/>
                    <a:pt x="39288" y="20494"/>
                  </a:cubicBezTo>
                  <a:cubicBezTo>
                    <a:pt x="40426" y="20398"/>
                    <a:pt x="41311" y="19789"/>
                    <a:pt x="41540" y="18641"/>
                  </a:cubicBezTo>
                  <a:cubicBezTo>
                    <a:pt x="41753" y="17570"/>
                    <a:pt x="41497" y="16465"/>
                    <a:pt x="41504" y="15384"/>
                  </a:cubicBezTo>
                  <a:cubicBezTo>
                    <a:pt x="41507" y="14872"/>
                    <a:pt x="41554" y="14330"/>
                    <a:pt x="41790" y="13867"/>
                  </a:cubicBezTo>
                  <a:cubicBezTo>
                    <a:pt x="42136" y="13202"/>
                    <a:pt x="42814" y="12922"/>
                    <a:pt x="43520" y="12799"/>
                  </a:cubicBezTo>
                  <a:cubicBezTo>
                    <a:pt x="44322" y="12659"/>
                    <a:pt x="45190" y="12636"/>
                    <a:pt x="45885" y="12160"/>
                  </a:cubicBezTo>
                  <a:cubicBezTo>
                    <a:pt x="46454" y="11774"/>
                    <a:pt x="46827" y="11159"/>
                    <a:pt x="46990" y="10497"/>
                  </a:cubicBezTo>
                  <a:cubicBezTo>
                    <a:pt x="47392" y="8827"/>
                    <a:pt x="46531" y="7286"/>
                    <a:pt x="45363" y="6149"/>
                  </a:cubicBezTo>
                  <a:cubicBezTo>
                    <a:pt x="44092" y="4908"/>
                    <a:pt x="42558" y="3883"/>
                    <a:pt x="41031" y="2982"/>
                  </a:cubicBezTo>
                  <a:cubicBezTo>
                    <a:pt x="39517" y="2087"/>
                    <a:pt x="37917" y="1345"/>
                    <a:pt x="36257" y="759"/>
                  </a:cubicBezTo>
                  <a:cubicBezTo>
                    <a:pt x="35435" y="473"/>
                    <a:pt x="34604" y="220"/>
                    <a:pt x="33762" y="7"/>
                  </a:cubicBezTo>
                  <a:cubicBezTo>
                    <a:pt x="33745" y="3"/>
                    <a:pt x="33728" y="1"/>
                    <a:pt x="33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7"/>
            <p:cNvSpPr/>
            <p:nvPr/>
          </p:nvSpPr>
          <p:spPr>
            <a:xfrm rot="2918932">
              <a:off x="6900323" y="-129092"/>
              <a:ext cx="1014319" cy="735882"/>
            </a:xfrm>
            <a:custGeom>
              <a:avLst/>
              <a:gdLst/>
              <a:ahLst/>
              <a:cxnLst/>
              <a:rect l="l" t="t" r="r" b="b"/>
              <a:pathLst>
                <a:path w="31726" h="23017" extrusionOk="0">
                  <a:moveTo>
                    <a:pt x="23033" y="1"/>
                  </a:moveTo>
                  <a:cubicBezTo>
                    <a:pt x="22811" y="1"/>
                    <a:pt x="22756" y="369"/>
                    <a:pt x="22982" y="447"/>
                  </a:cubicBezTo>
                  <a:cubicBezTo>
                    <a:pt x="23458" y="617"/>
                    <a:pt x="23917" y="843"/>
                    <a:pt x="24343" y="1113"/>
                  </a:cubicBezTo>
                  <a:cubicBezTo>
                    <a:pt x="24769" y="1379"/>
                    <a:pt x="25211" y="1605"/>
                    <a:pt x="25614" y="1901"/>
                  </a:cubicBezTo>
                  <a:cubicBezTo>
                    <a:pt x="26422" y="2493"/>
                    <a:pt x="27207" y="3089"/>
                    <a:pt x="27893" y="3824"/>
                  </a:cubicBezTo>
                  <a:cubicBezTo>
                    <a:pt x="29130" y="5148"/>
                    <a:pt x="30168" y="6778"/>
                    <a:pt x="30514" y="8582"/>
                  </a:cubicBezTo>
                  <a:cubicBezTo>
                    <a:pt x="30664" y="9367"/>
                    <a:pt x="30714" y="10225"/>
                    <a:pt x="30514" y="11007"/>
                  </a:cubicBezTo>
                  <a:cubicBezTo>
                    <a:pt x="30404" y="11433"/>
                    <a:pt x="30245" y="11845"/>
                    <a:pt x="30005" y="12218"/>
                  </a:cubicBezTo>
                  <a:cubicBezTo>
                    <a:pt x="29696" y="12697"/>
                    <a:pt x="29203" y="13173"/>
                    <a:pt x="28638" y="13302"/>
                  </a:cubicBezTo>
                  <a:cubicBezTo>
                    <a:pt x="28185" y="13402"/>
                    <a:pt x="27743" y="13419"/>
                    <a:pt x="27307" y="13602"/>
                  </a:cubicBezTo>
                  <a:cubicBezTo>
                    <a:pt x="26928" y="13765"/>
                    <a:pt x="26582" y="13991"/>
                    <a:pt x="26279" y="14274"/>
                  </a:cubicBezTo>
                  <a:cubicBezTo>
                    <a:pt x="25694" y="14826"/>
                    <a:pt x="25281" y="15568"/>
                    <a:pt x="25178" y="16370"/>
                  </a:cubicBezTo>
                  <a:cubicBezTo>
                    <a:pt x="25071" y="17188"/>
                    <a:pt x="25464" y="18376"/>
                    <a:pt x="24765" y="19011"/>
                  </a:cubicBezTo>
                  <a:cubicBezTo>
                    <a:pt x="24526" y="19229"/>
                    <a:pt x="24211" y="19319"/>
                    <a:pt x="23893" y="19319"/>
                  </a:cubicBezTo>
                  <a:cubicBezTo>
                    <a:pt x="23716" y="19319"/>
                    <a:pt x="23537" y="19291"/>
                    <a:pt x="23371" y="19241"/>
                  </a:cubicBezTo>
                  <a:cubicBezTo>
                    <a:pt x="22849" y="19085"/>
                    <a:pt x="22570" y="18702"/>
                    <a:pt x="22194" y="18346"/>
                  </a:cubicBezTo>
                  <a:cubicBezTo>
                    <a:pt x="21856" y="18027"/>
                    <a:pt x="21453" y="17906"/>
                    <a:pt x="21036" y="17906"/>
                  </a:cubicBezTo>
                  <a:cubicBezTo>
                    <a:pt x="20637" y="17906"/>
                    <a:pt x="20224" y="18017"/>
                    <a:pt x="19842" y="18170"/>
                  </a:cubicBezTo>
                  <a:cubicBezTo>
                    <a:pt x="19003" y="18509"/>
                    <a:pt x="18198" y="19061"/>
                    <a:pt x="17742" y="19863"/>
                  </a:cubicBezTo>
                  <a:cubicBezTo>
                    <a:pt x="17479" y="20329"/>
                    <a:pt x="17413" y="20811"/>
                    <a:pt x="17277" y="21317"/>
                  </a:cubicBezTo>
                  <a:cubicBezTo>
                    <a:pt x="17217" y="21540"/>
                    <a:pt x="17153" y="21776"/>
                    <a:pt x="17007" y="21962"/>
                  </a:cubicBezTo>
                  <a:cubicBezTo>
                    <a:pt x="16901" y="22095"/>
                    <a:pt x="16658" y="22285"/>
                    <a:pt x="16488" y="22325"/>
                  </a:cubicBezTo>
                  <a:cubicBezTo>
                    <a:pt x="16462" y="22331"/>
                    <a:pt x="16437" y="22334"/>
                    <a:pt x="16412" y="22334"/>
                  </a:cubicBezTo>
                  <a:cubicBezTo>
                    <a:pt x="16045" y="22334"/>
                    <a:pt x="15775" y="21681"/>
                    <a:pt x="15713" y="21413"/>
                  </a:cubicBezTo>
                  <a:cubicBezTo>
                    <a:pt x="15590" y="20884"/>
                    <a:pt x="15603" y="20312"/>
                    <a:pt x="15580" y="19773"/>
                  </a:cubicBezTo>
                  <a:cubicBezTo>
                    <a:pt x="15537" y="18835"/>
                    <a:pt x="15453" y="17790"/>
                    <a:pt x="14781" y="17065"/>
                  </a:cubicBezTo>
                  <a:cubicBezTo>
                    <a:pt x="14166" y="16400"/>
                    <a:pt x="13228" y="16170"/>
                    <a:pt x="12356" y="16114"/>
                  </a:cubicBezTo>
                  <a:cubicBezTo>
                    <a:pt x="12202" y="16104"/>
                    <a:pt x="12048" y="16099"/>
                    <a:pt x="11895" y="16099"/>
                  </a:cubicBezTo>
                  <a:cubicBezTo>
                    <a:pt x="10119" y="16099"/>
                    <a:pt x="8417" y="16731"/>
                    <a:pt x="6680" y="17019"/>
                  </a:cubicBezTo>
                  <a:cubicBezTo>
                    <a:pt x="6184" y="17100"/>
                    <a:pt x="5680" y="17153"/>
                    <a:pt x="5177" y="17153"/>
                  </a:cubicBezTo>
                  <a:cubicBezTo>
                    <a:pt x="4658" y="17153"/>
                    <a:pt x="4141" y="17097"/>
                    <a:pt x="3636" y="16959"/>
                  </a:cubicBezTo>
                  <a:cubicBezTo>
                    <a:pt x="2658" y="16689"/>
                    <a:pt x="1770" y="16167"/>
                    <a:pt x="1055" y="15445"/>
                  </a:cubicBezTo>
                  <a:cubicBezTo>
                    <a:pt x="699" y="15082"/>
                    <a:pt x="393" y="14676"/>
                    <a:pt x="146" y="14237"/>
                  </a:cubicBezTo>
                  <a:cubicBezTo>
                    <a:pt x="132" y="14213"/>
                    <a:pt x="109" y="14202"/>
                    <a:pt x="87" y="14202"/>
                  </a:cubicBezTo>
                  <a:cubicBezTo>
                    <a:pt x="43" y="14202"/>
                    <a:pt x="0" y="14243"/>
                    <a:pt x="27" y="14294"/>
                  </a:cubicBezTo>
                  <a:lnTo>
                    <a:pt x="23" y="14294"/>
                  </a:lnTo>
                  <a:cubicBezTo>
                    <a:pt x="948" y="15977"/>
                    <a:pt x="2675" y="17142"/>
                    <a:pt x="4591" y="17335"/>
                  </a:cubicBezTo>
                  <a:cubicBezTo>
                    <a:pt x="4822" y="17358"/>
                    <a:pt x="5051" y="17368"/>
                    <a:pt x="5281" y="17368"/>
                  </a:cubicBezTo>
                  <a:cubicBezTo>
                    <a:pt x="7074" y="17368"/>
                    <a:pt x="8825" y="16728"/>
                    <a:pt x="10586" y="16460"/>
                  </a:cubicBezTo>
                  <a:cubicBezTo>
                    <a:pt x="11042" y="16390"/>
                    <a:pt x="11519" y="16340"/>
                    <a:pt x="11994" y="16340"/>
                  </a:cubicBezTo>
                  <a:cubicBezTo>
                    <a:pt x="12608" y="16340"/>
                    <a:pt x="13219" y="16423"/>
                    <a:pt x="13780" y="16656"/>
                  </a:cubicBezTo>
                  <a:cubicBezTo>
                    <a:pt x="15057" y="17185"/>
                    <a:pt x="15297" y="18449"/>
                    <a:pt x="15340" y="19697"/>
                  </a:cubicBezTo>
                  <a:cubicBezTo>
                    <a:pt x="15367" y="20575"/>
                    <a:pt x="15274" y="21676"/>
                    <a:pt x="15833" y="22425"/>
                  </a:cubicBezTo>
                  <a:cubicBezTo>
                    <a:pt x="16052" y="22724"/>
                    <a:pt x="16418" y="22960"/>
                    <a:pt x="16787" y="23010"/>
                  </a:cubicBezTo>
                  <a:cubicBezTo>
                    <a:pt x="16820" y="23015"/>
                    <a:pt x="16852" y="23017"/>
                    <a:pt x="16884" y="23017"/>
                  </a:cubicBezTo>
                  <a:cubicBezTo>
                    <a:pt x="17330" y="23017"/>
                    <a:pt x="17748" y="22599"/>
                    <a:pt x="17962" y="22242"/>
                  </a:cubicBezTo>
                  <a:cubicBezTo>
                    <a:pt x="18251" y="21753"/>
                    <a:pt x="18308" y="21170"/>
                    <a:pt x="18454" y="20632"/>
                  </a:cubicBezTo>
                  <a:cubicBezTo>
                    <a:pt x="18584" y="20166"/>
                    <a:pt x="18777" y="19727"/>
                    <a:pt x="19066" y="19337"/>
                  </a:cubicBezTo>
                  <a:cubicBezTo>
                    <a:pt x="19495" y="18764"/>
                    <a:pt x="20335" y="18207"/>
                    <a:pt x="21113" y="18207"/>
                  </a:cubicBezTo>
                  <a:cubicBezTo>
                    <a:pt x="21422" y="18207"/>
                    <a:pt x="21721" y="18295"/>
                    <a:pt x="21981" y="18506"/>
                  </a:cubicBezTo>
                  <a:cubicBezTo>
                    <a:pt x="22337" y="18795"/>
                    <a:pt x="22600" y="19168"/>
                    <a:pt x="23015" y="19381"/>
                  </a:cubicBezTo>
                  <a:cubicBezTo>
                    <a:pt x="23297" y="19525"/>
                    <a:pt x="23608" y="19599"/>
                    <a:pt x="23922" y="19599"/>
                  </a:cubicBezTo>
                  <a:cubicBezTo>
                    <a:pt x="24028" y="19599"/>
                    <a:pt x="24134" y="19590"/>
                    <a:pt x="24240" y="19574"/>
                  </a:cubicBezTo>
                  <a:cubicBezTo>
                    <a:pt x="25121" y="19421"/>
                    <a:pt x="25484" y="18642"/>
                    <a:pt x="25491" y="17817"/>
                  </a:cubicBezTo>
                  <a:cubicBezTo>
                    <a:pt x="25494" y="17358"/>
                    <a:pt x="25427" y="16902"/>
                    <a:pt x="25477" y="16443"/>
                  </a:cubicBezTo>
                  <a:cubicBezTo>
                    <a:pt x="25534" y="15961"/>
                    <a:pt x="25704" y="15498"/>
                    <a:pt x="25973" y="15092"/>
                  </a:cubicBezTo>
                  <a:cubicBezTo>
                    <a:pt x="26529" y="14234"/>
                    <a:pt x="27460" y="13688"/>
                    <a:pt x="28485" y="13622"/>
                  </a:cubicBezTo>
                  <a:cubicBezTo>
                    <a:pt x="29047" y="13585"/>
                    <a:pt x="29556" y="13539"/>
                    <a:pt x="30025" y="13203"/>
                  </a:cubicBezTo>
                  <a:cubicBezTo>
                    <a:pt x="30438" y="12903"/>
                    <a:pt x="30774" y="12487"/>
                    <a:pt x="31030" y="12048"/>
                  </a:cubicBezTo>
                  <a:cubicBezTo>
                    <a:pt x="31476" y="11276"/>
                    <a:pt x="31725" y="10338"/>
                    <a:pt x="31695" y="9443"/>
                  </a:cubicBezTo>
                  <a:cubicBezTo>
                    <a:pt x="31619" y="7487"/>
                    <a:pt x="30767" y="5664"/>
                    <a:pt x="29599" y="4124"/>
                  </a:cubicBezTo>
                  <a:cubicBezTo>
                    <a:pt x="28352" y="2483"/>
                    <a:pt x="26595" y="880"/>
                    <a:pt x="24556" y="334"/>
                  </a:cubicBezTo>
                  <a:cubicBezTo>
                    <a:pt x="24070" y="204"/>
                    <a:pt x="23571" y="101"/>
                    <a:pt x="23075" y="5"/>
                  </a:cubicBezTo>
                  <a:cubicBezTo>
                    <a:pt x="23061" y="2"/>
                    <a:pt x="23047" y="1"/>
                    <a:pt x="23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7"/>
            <p:cNvSpPr/>
            <p:nvPr/>
          </p:nvSpPr>
          <p:spPr>
            <a:xfrm rot="2918932">
              <a:off x="7163812" y="82452"/>
              <a:ext cx="567362" cy="322846"/>
            </a:xfrm>
            <a:custGeom>
              <a:avLst/>
              <a:gdLst/>
              <a:ahLst/>
              <a:cxnLst/>
              <a:rect l="l" t="t" r="r" b="b"/>
              <a:pathLst>
                <a:path w="17746" h="10098" extrusionOk="0">
                  <a:moveTo>
                    <a:pt x="12843" y="1"/>
                  </a:moveTo>
                  <a:cubicBezTo>
                    <a:pt x="12753" y="1"/>
                    <a:pt x="12669" y="119"/>
                    <a:pt x="12748" y="193"/>
                  </a:cubicBezTo>
                  <a:cubicBezTo>
                    <a:pt x="14059" y="1401"/>
                    <a:pt x="16518" y="2089"/>
                    <a:pt x="16810" y="4109"/>
                  </a:cubicBezTo>
                  <a:cubicBezTo>
                    <a:pt x="16933" y="4954"/>
                    <a:pt x="16458" y="5656"/>
                    <a:pt x="15736" y="6052"/>
                  </a:cubicBezTo>
                  <a:cubicBezTo>
                    <a:pt x="15370" y="6251"/>
                    <a:pt x="14977" y="6401"/>
                    <a:pt x="14571" y="6497"/>
                  </a:cubicBezTo>
                  <a:cubicBezTo>
                    <a:pt x="14119" y="6607"/>
                    <a:pt x="13627" y="6610"/>
                    <a:pt x="13221" y="6863"/>
                  </a:cubicBezTo>
                  <a:cubicBezTo>
                    <a:pt x="12485" y="7316"/>
                    <a:pt x="12642" y="8271"/>
                    <a:pt x="12316" y="8959"/>
                  </a:cubicBezTo>
                  <a:cubicBezTo>
                    <a:pt x="12093" y="9433"/>
                    <a:pt x="11637" y="9809"/>
                    <a:pt x="11104" y="9809"/>
                  </a:cubicBezTo>
                  <a:cubicBezTo>
                    <a:pt x="11071" y="9809"/>
                    <a:pt x="11038" y="9807"/>
                    <a:pt x="11005" y="9804"/>
                  </a:cubicBezTo>
                  <a:cubicBezTo>
                    <a:pt x="10373" y="9751"/>
                    <a:pt x="10137" y="9252"/>
                    <a:pt x="9960" y="8716"/>
                  </a:cubicBezTo>
                  <a:cubicBezTo>
                    <a:pt x="9721" y="7988"/>
                    <a:pt x="9245" y="7549"/>
                    <a:pt x="8457" y="7542"/>
                  </a:cubicBezTo>
                  <a:cubicBezTo>
                    <a:pt x="8449" y="7542"/>
                    <a:pt x="8441" y="7542"/>
                    <a:pt x="8433" y="7542"/>
                  </a:cubicBezTo>
                  <a:cubicBezTo>
                    <a:pt x="7644" y="7542"/>
                    <a:pt x="6919" y="7867"/>
                    <a:pt x="6171" y="8074"/>
                  </a:cubicBezTo>
                  <a:cubicBezTo>
                    <a:pt x="5546" y="8249"/>
                    <a:pt x="4874" y="8349"/>
                    <a:pt x="4206" y="8349"/>
                  </a:cubicBezTo>
                  <a:cubicBezTo>
                    <a:pt x="2535" y="8349"/>
                    <a:pt x="891" y="7727"/>
                    <a:pt x="93" y="6111"/>
                  </a:cubicBezTo>
                  <a:cubicBezTo>
                    <a:pt x="84" y="6096"/>
                    <a:pt x="70" y="6089"/>
                    <a:pt x="56" y="6089"/>
                  </a:cubicBezTo>
                  <a:cubicBezTo>
                    <a:pt x="28" y="6089"/>
                    <a:pt x="1" y="6116"/>
                    <a:pt x="16" y="6151"/>
                  </a:cubicBezTo>
                  <a:lnTo>
                    <a:pt x="16" y="6148"/>
                  </a:lnTo>
                  <a:cubicBezTo>
                    <a:pt x="783" y="7832"/>
                    <a:pt x="2575" y="8577"/>
                    <a:pt x="4332" y="8577"/>
                  </a:cubicBezTo>
                  <a:cubicBezTo>
                    <a:pt x="4512" y="8577"/>
                    <a:pt x="4692" y="8569"/>
                    <a:pt x="4870" y="8553"/>
                  </a:cubicBezTo>
                  <a:cubicBezTo>
                    <a:pt x="5878" y="8464"/>
                    <a:pt x="6790" y="8074"/>
                    <a:pt x="7771" y="7881"/>
                  </a:cubicBezTo>
                  <a:cubicBezTo>
                    <a:pt x="7980" y="7840"/>
                    <a:pt x="8204" y="7807"/>
                    <a:pt x="8425" y="7807"/>
                  </a:cubicBezTo>
                  <a:cubicBezTo>
                    <a:pt x="8654" y="7807"/>
                    <a:pt x="8881" y="7843"/>
                    <a:pt x="9085" y="7945"/>
                  </a:cubicBezTo>
                  <a:cubicBezTo>
                    <a:pt x="9614" y="8207"/>
                    <a:pt x="9658" y="8803"/>
                    <a:pt x="9874" y="9289"/>
                  </a:cubicBezTo>
                  <a:cubicBezTo>
                    <a:pt x="10114" y="9818"/>
                    <a:pt x="10635" y="10098"/>
                    <a:pt x="11171" y="10098"/>
                  </a:cubicBezTo>
                  <a:cubicBezTo>
                    <a:pt x="11454" y="10098"/>
                    <a:pt x="11741" y="10020"/>
                    <a:pt x="11993" y="9861"/>
                  </a:cubicBezTo>
                  <a:cubicBezTo>
                    <a:pt x="12362" y="9618"/>
                    <a:pt x="12645" y="9262"/>
                    <a:pt x="12792" y="8843"/>
                  </a:cubicBezTo>
                  <a:cubicBezTo>
                    <a:pt x="12935" y="8444"/>
                    <a:pt x="12911" y="7851"/>
                    <a:pt x="13234" y="7542"/>
                  </a:cubicBezTo>
                  <a:cubicBezTo>
                    <a:pt x="13444" y="7342"/>
                    <a:pt x="13750" y="7379"/>
                    <a:pt x="14016" y="7366"/>
                  </a:cubicBezTo>
                  <a:cubicBezTo>
                    <a:pt x="14269" y="7356"/>
                    <a:pt x="14518" y="7332"/>
                    <a:pt x="14764" y="7296"/>
                  </a:cubicBezTo>
                  <a:cubicBezTo>
                    <a:pt x="15237" y="7223"/>
                    <a:pt x="15696" y="7080"/>
                    <a:pt x="16122" y="6867"/>
                  </a:cubicBezTo>
                  <a:cubicBezTo>
                    <a:pt x="16953" y="6444"/>
                    <a:pt x="17625" y="5689"/>
                    <a:pt x="17682" y="4721"/>
                  </a:cubicBezTo>
                  <a:cubicBezTo>
                    <a:pt x="17745" y="3633"/>
                    <a:pt x="17017" y="2628"/>
                    <a:pt x="16202" y="1989"/>
                  </a:cubicBezTo>
                  <a:cubicBezTo>
                    <a:pt x="15187" y="1194"/>
                    <a:pt x="13943" y="775"/>
                    <a:pt x="12901" y="20"/>
                  </a:cubicBezTo>
                  <a:cubicBezTo>
                    <a:pt x="12883" y="7"/>
                    <a:pt x="12863" y="1"/>
                    <a:pt x="128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118" name="Google Shape;4118;p17"/>
          <p:cNvSpPr txBox="1">
            <a:spLocks noGrp="1"/>
          </p:cNvSpPr>
          <p:nvPr>
            <p:ph type="subTitle" idx="1"/>
          </p:nvPr>
        </p:nvSpPr>
        <p:spPr>
          <a:xfrm>
            <a:off x="6717376" y="3599517"/>
            <a:ext cx="3876800" cy="137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4119" name="Google Shape;4119;p17"/>
          <p:cNvSpPr txBox="1">
            <a:spLocks noGrp="1"/>
          </p:cNvSpPr>
          <p:nvPr>
            <p:ph type="title"/>
          </p:nvPr>
        </p:nvSpPr>
        <p:spPr>
          <a:xfrm>
            <a:off x="6717376" y="1974551"/>
            <a:ext cx="3876800" cy="16248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4120" name="Google Shape;4120;p17"/>
          <p:cNvGrpSpPr/>
          <p:nvPr/>
        </p:nvGrpSpPr>
        <p:grpSpPr>
          <a:xfrm flipH="1">
            <a:off x="11613166" y="-222468"/>
            <a:ext cx="578831" cy="7314599"/>
            <a:chOff x="13274" y="-166851"/>
            <a:chExt cx="434123" cy="5485949"/>
          </a:xfrm>
        </p:grpSpPr>
        <p:sp>
          <p:nvSpPr>
            <p:cNvPr id="4121" name="Google Shape;4121;p17"/>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7"/>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7"/>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7"/>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7"/>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7"/>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7"/>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7"/>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7"/>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7"/>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7"/>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7"/>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7"/>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7"/>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7"/>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7"/>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7"/>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7"/>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7"/>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7"/>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7"/>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7"/>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7"/>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7"/>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7"/>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7"/>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7"/>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7"/>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7"/>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7"/>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7"/>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7"/>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7"/>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7"/>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7"/>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7"/>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7"/>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7"/>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7"/>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7"/>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7"/>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7"/>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3" name="Google Shape;4163;p17"/>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4" name="Google Shape;4164;p17"/>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5" name="Google Shape;4165;p17"/>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6" name="Google Shape;4166;p17"/>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7" name="Google Shape;4167;p17"/>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8" name="Google Shape;4168;p17"/>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9" name="Google Shape;4169;p17"/>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7"/>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7"/>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7"/>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7"/>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7"/>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7"/>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7"/>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7"/>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7"/>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7"/>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7"/>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7"/>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7"/>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7"/>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7"/>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7"/>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7"/>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7"/>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7"/>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7"/>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7"/>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7"/>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7"/>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7"/>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7"/>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7"/>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7"/>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7"/>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7"/>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7"/>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7"/>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7"/>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7"/>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7"/>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7"/>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7"/>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7"/>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7"/>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7"/>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7"/>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7"/>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7"/>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7"/>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7"/>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7"/>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7"/>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7"/>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7"/>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7"/>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7"/>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7"/>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7"/>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7"/>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7"/>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7"/>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7"/>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7"/>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7"/>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7"/>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7"/>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7"/>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7"/>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7"/>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7"/>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7"/>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7"/>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7"/>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7"/>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7"/>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7"/>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7"/>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7"/>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7"/>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7"/>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7"/>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7"/>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7"/>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7"/>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7"/>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7"/>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7"/>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7"/>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7"/>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7"/>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7"/>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7"/>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7"/>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57" name="Google Shape;4257;p17"/>
          <p:cNvGrpSpPr/>
          <p:nvPr/>
        </p:nvGrpSpPr>
        <p:grpSpPr>
          <a:xfrm>
            <a:off x="66" y="-222468"/>
            <a:ext cx="578831" cy="7314599"/>
            <a:chOff x="13274" y="-166851"/>
            <a:chExt cx="434123" cy="5485949"/>
          </a:xfrm>
        </p:grpSpPr>
        <p:sp>
          <p:nvSpPr>
            <p:cNvPr id="4258" name="Google Shape;4258;p17"/>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7"/>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7"/>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7"/>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7"/>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7"/>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7"/>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7"/>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7"/>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7"/>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7"/>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7"/>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7"/>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7"/>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7"/>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7"/>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7"/>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7"/>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7"/>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7"/>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7"/>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7"/>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7"/>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7"/>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7"/>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7"/>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7"/>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7"/>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7"/>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7"/>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7"/>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7"/>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7"/>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7"/>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7"/>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7"/>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7"/>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7"/>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7"/>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7"/>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7"/>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7"/>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7"/>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7"/>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7"/>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7"/>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7"/>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7"/>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7"/>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7"/>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7"/>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7"/>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7"/>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7"/>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7"/>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7"/>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7"/>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7"/>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7"/>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7"/>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7"/>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7"/>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7"/>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7"/>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7"/>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7"/>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7"/>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7"/>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7"/>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7"/>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7"/>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7"/>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7"/>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7"/>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7"/>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7"/>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7"/>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7"/>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7"/>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7"/>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7"/>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7"/>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7"/>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7"/>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7"/>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7"/>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7"/>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7"/>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7"/>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7"/>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7"/>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7"/>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7"/>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7"/>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7"/>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7"/>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7"/>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7"/>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7"/>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7"/>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7"/>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7"/>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7"/>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7"/>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7"/>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7"/>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7"/>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7"/>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7"/>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7"/>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7"/>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7"/>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7"/>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1" name="Google Shape;4371;p17"/>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2" name="Google Shape;4372;p17"/>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7"/>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7"/>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7"/>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7"/>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7"/>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7"/>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7"/>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7"/>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7"/>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7"/>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7"/>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7"/>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7"/>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7"/>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7"/>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7"/>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7"/>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7"/>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7"/>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7"/>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7"/>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01201411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ext 1" preserve="1">
  <p:cSld name="Title and text 1">
    <p:spTree>
      <p:nvGrpSpPr>
        <p:cNvPr id="1" name="Shape 4394"/>
        <p:cNvGrpSpPr/>
        <p:nvPr/>
      </p:nvGrpSpPr>
      <p:grpSpPr>
        <a:xfrm>
          <a:off x="0" y="0"/>
          <a:ext cx="0" cy="0"/>
          <a:chOff x="0" y="0"/>
          <a:chExt cx="0" cy="0"/>
        </a:xfrm>
      </p:grpSpPr>
      <p:grpSp>
        <p:nvGrpSpPr>
          <p:cNvPr id="4395" name="Google Shape;4395;p18"/>
          <p:cNvGrpSpPr/>
          <p:nvPr/>
        </p:nvGrpSpPr>
        <p:grpSpPr>
          <a:xfrm rot="-5661100" flipH="1">
            <a:off x="8990959" y="5449150"/>
            <a:ext cx="1158707" cy="2256236"/>
            <a:chOff x="4928950" y="2923850"/>
            <a:chExt cx="434675" cy="846400"/>
          </a:xfrm>
        </p:grpSpPr>
        <p:sp>
          <p:nvSpPr>
            <p:cNvPr id="4396" name="Google Shape;4396;p18"/>
            <p:cNvSpPr/>
            <p:nvPr/>
          </p:nvSpPr>
          <p:spPr>
            <a:xfrm>
              <a:off x="5082575" y="2939475"/>
              <a:ext cx="264375" cy="819350"/>
            </a:xfrm>
            <a:custGeom>
              <a:avLst/>
              <a:gdLst/>
              <a:ahLst/>
              <a:cxnLst/>
              <a:rect l="l" t="t" r="r" b="b"/>
              <a:pathLst>
                <a:path w="10575" h="32774" extrusionOk="0">
                  <a:moveTo>
                    <a:pt x="9954" y="1"/>
                  </a:moveTo>
                  <a:cubicBezTo>
                    <a:pt x="9951" y="1"/>
                    <a:pt x="9948" y="1"/>
                    <a:pt x="9944" y="1"/>
                  </a:cubicBezTo>
                  <a:cubicBezTo>
                    <a:pt x="8514" y="134"/>
                    <a:pt x="7216" y="1379"/>
                    <a:pt x="6215" y="2317"/>
                  </a:cubicBezTo>
                  <a:cubicBezTo>
                    <a:pt x="5024" y="3431"/>
                    <a:pt x="3982" y="4689"/>
                    <a:pt x="3111" y="6066"/>
                  </a:cubicBezTo>
                  <a:cubicBezTo>
                    <a:pt x="1361" y="8838"/>
                    <a:pt x="306" y="12041"/>
                    <a:pt x="117" y="15315"/>
                  </a:cubicBezTo>
                  <a:cubicBezTo>
                    <a:pt x="0" y="17331"/>
                    <a:pt x="200" y="19354"/>
                    <a:pt x="552" y="21337"/>
                  </a:cubicBezTo>
                  <a:cubicBezTo>
                    <a:pt x="878" y="23170"/>
                    <a:pt x="1314" y="24926"/>
                    <a:pt x="2352" y="26497"/>
                  </a:cubicBezTo>
                  <a:cubicBezTo>
                    <a:pt x="4162" y="29235"/>
                    <a:pt x="6933" y="31949"/>
                    <a:pt x="10194" y="32765"/>
                  </a:cubicBezTo>
                  <a:cubicBezTo>
                    <a:pt x="10218" y="32771"/>
                    <a:pt x="10241" y="32773"/>
                    <a:pt x="10263" y="32773"/>
                  </a:cubicBezTo>
                  <a:cubicBezTo>
                    <a:pt x="10494" y="32773"/>
                    <a:pt x="10574" y="32458"/>
                    <a:pt x="10340" y="32342"/>
                  </a:cubicBezTo>
                  <a:cubicBezTo>
                    <a:pt x="7369" y="30862"/>
                    <a:pt x="4505" y="28742"/>
                    <a:pt x="2675" y="25924"/>
                  </a:cubicBezTo>
                  <a:cubicBezTo>
                    <a:pt x="1677" y="24387"/>
                    <a:pt x="1294" y="22624"/>
                    <a:pt x="992" y="20841"/>
                  </a:cubicBezTo>
                  <a:cubicBezTo>
                    <a:pt x="669" y="18965"/>
                    <a:pt x="502" y="17055"/>
                    <a:pt x="622" y="15152"/>
                  </a:cubicBezTo>
                  <a:cubicBezTo>
                    <a:pt x="822" y="12035"/>
                    <a:pt x="1870" y="8994"/>
                    <a:pt x="3557" y="6369"/>
                  </a:cubicBezTo>
                  <a:cubicBezTo>
                    <a:pt x="4348" y="5125"/>
                    <a:pt x="5283" y="3980"/>
                    <a:pt x="6341" y="2949"/>
                  </a:cubicBezTo>
                  <a:cubicBezTo>
                    <a:pt x="7386" y="1934"/>
                    <a:pt x="8657" y="757"/>
                    <a:pt x="10011" y="194"/>
                  </a:cubicBezTo>
                  <a:cubicBezTo>
                    <a:pt x="10124" y="146"/>
                    <a:pt x="10055" y="1"/>
                    <a:pt x="99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8"/>
            <p:cNvSpPr/>
            <p:nvPr/>
          </p:nvSpPr>
          <p:spPr>
            <a:xfrm>
              <a:off x="5139625" y="2978525"/>
              <a:ext cx="201700" cy="684825"/>
            </a:xfrm>
            <a:custGeom>
              <a:avLst/>
              <a:gdLst/>
              <a:ahLst/>
              <a:cxnLst/>
              <a:rect l="l" t="t" r="r" b="b"/>
              <a:pathLst>
                <a:path w="8068" h="27393" extrusionOk="0">
                  <a:moveTo>
                    <a:pt x="7821" y="0"/>
                  </a:moveTo>
                  <a:cubicBezTo>
                    <a:pt x="7784" y="0"/>
                    <a:pt x="7746" y="13"/>
                    <a:pt x="7709" y="43"/>
                  </a:cubicBezTo>
                  <a:cubicBezTo>
                    <a:pt x="3567" y="3393"/>
                    <a:pt x="672" y="8427"/>
                    <a:pt x="320" y="13796"/>
                  </a:cubicBezTo>
                  <a:cubicBezTo>
                    <a:pt x="0" y="18624"/>
                    <a:pt x="2006" y="24765"/>
                    <a:pt x="6361" y="27357"/>
                  </a:cubicBezTo>
                  <a:cubicBezTo>
                    <a:pt x="6403" y="27382"/>
                    <a:pt x="6446" y="27393"/>
                    <a:pt x="6488" y="27393"/>
                  </a:cubicBezTo>
                  <a:cubicBezTo>
                    <a:pt x="6672" y="27393"/>
                    <a:pt x="6827" y="27175"/>
                    <a:pt x="6677" y="27004"/>
                  </a:cubicBezTo>
                  <a:cubicBezTo>
                    <a:pt x="5004" y="25118"/>
                    <a:pt x="3334" y="23314"/>
                    <a:pt x="2273" y="20989"/>
                  </a:cubicBezTo>
                  <a:cubicBezTo>
                    <a:pt x="1235" y="18713"/>
                    <a:pt x="829" y="16175"/>
                    <a:pt x="1018" y="13683"/>
                  </a:cubicBezTo>
                  <a:cubicBezTo>
                    <a:pt x="1414" y="8506"/>
                    <a:pt x="4229" y="3822"/>
                    <a:pt x="7938" y="306"/>
                  </a:cubicBezTo>
                  <a:cubicBezTo>
                    <a:pt x="8067" y="182"/>
                    <a:pt x="7959" y="0"/>
                    <a:pt x="78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8"/>
            <p:cNvSpPr/>
            <p:nvPr/>
          </p:nvSpPr>
          <p:spPr>
            <a:xfrm>
              <a:off x="4928950" y="2923850"/>
              <a:ext cx="434675" cy="846400"/>
            </a:xfrm>
            <a:custGeom>
              <a:avLst/>
              <a:gdLst/>
              <a:ahLst/>
              <a:cxnLst/>
              <a:rect l="l" t="t" r="r" b="b"/>
              <a:pathLst>
                <a:path w="17387" h="33856" extrusionOk="0">
                  <a:moveTo>
                    <a:pt x="16328" y="0"/>
                  </a:moveTo>
                  <a:cubicBezTo>
                    <a:pt x="16299" y="0"/>
                    <a:pt x="16268" y="7"/>
                    <a:pt x="16236" y="24"/>
                  </a:cubicBezTo>
                  <a:cubicBezTo>
                    <a:pt x="12672" y="1847"/>
                    <a:pt x="9522" y="4326"/>
                    <a:pt x="6744" y="7200"/>
                  </a:cubicBezTo>
                  <a:cubicBezTo>
                    <a:pt x="4462" y="9559"/>
                    <a:pt x="2349" y="12360"/>
                    <a:pt x="1494" y="15581"/>
                  </a:cubicBezTo>
                  <a:cubicBezTo>
                    <a:pt x="672" y="18675"/>
                    <a:pt x="1368" y="21922"/>
                    <a:pt x="2845" y="24710"/>
                  </a:cubicBezTo>
                  <a:cubicBezTo>
                    <a:pt x="4232" y="27325"/>
                    <a:pt x="6195" y="29597"/>
                    <a:pt x="8690" y="31204"/>
                  </a:cubicBezTo>
                  <a:cubicBezTo>
                    <a:pt x="9918" y="31996"/>
                    <a:pt x="11239" y="32631"/>
                    <a:pt x="12626" y="33093"/>
                  </a:cubicBezTo>
                  <a:cubicBezTo>
                    <a:pt x="13602" y="33413"/>
                    <a:pt x="14869" y="33855"/>
                    <a:pt x="15989" y="33855"/>
                  </a:cubicBezTo>
                  <a:cubicBezTo>
                    <a:pt x="16267" y="33855"/>
                    <a:pt x="16535" y="33828"/>
                    <a:pt x="16788" y="33765"/>
                  </a:cubicBezTo>
                  <a:cubicBezTo>
                    <a:pt x="17317" y="33636"/>
                    <a:pt x="17387" y="32897"/>
                    <a:pt x="16864" y="32701"/>
                  </a:cubicBezTo>
                  <a:cubicBezTo>
                    <a:pt x="16142" y="32428"/>
                    <a:pt x="15381" y="32475"/>
                    <a:pt x="14625" y="32345"/>
                  </a:cubicBezTo>
                  <a:cubicBezTo>
                    <a:pt x="13887" y="32215"/>
                    <a:pt x="13158" y="32022"/>
                    <a:pt x="12453" y="31776"/>
                  </a:cubicBezTo>
                  <a:cubicBezTo>
                    <a:pt x="10969" y="31267"/>
                    <a:pt x="9568" y="30548"/>
                    <a:pt x="8294" y="29640"/>
                  </a:cubicBezTo>
                  <a:cubicBezTo>
                    <a:pt x="3314" y="26110"/>
                    <a:pt x="0" y="19836"/>
                    <a:pt x="2698" y="13857"/>
                  </a:cubicBezTo>
                  <a:cubicBezTo>
                    <a:pt x="4013" y="10940"/>
                    <a:pt x="6301" y="8498"/>
                    <a:pt x="8610" y="6335"/>
                  </a:cubicBezTo>
                  <a:cubicBezTo>
                    <a:pt x="10999" y="4100"/>
                    <a:pt x="13664" y="2150"/>
                    <a:pt x="16409" y="373"/>
                  </a:cubicBezTo>
                  <a:lnTo>
                    <a:pt x="16405" y="373"/>
                  </a:lnTo>
                  <a:cubicBezTo>
                    <a:pt x="16582" y="262"/>
                    <a:pt x="16497" y="0"/>
                    <a:pt x="163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399" name="Google Shape;4399;p18"/>
          <p:cNvSpPr txBox="1">
            <a:spLocks noGrp="1"/>
          </p:cNvSpPr>
          <p:nvPr>
            <p:ph type="title"/>
          </p:nvPr>
        </p:nvSpPr>
        <p:spPr>
          <a:xfrm>
            <a:off x="960000" y="3942867"/>
            <a:ext cx="8619600" cy="14428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4400" name="Google Shape;4400;p18"/>
          <p:cNvSpPr txBox="1">
            <a:spLocks noGrp="1"/>
          </p:cNvSpPr>
          <p:nvPr>
            <p:ph type="subTitle" idx="1"/>
          </p:nvPr>
        </p:nvSpPr>
        <p:spPr>
          <a:xfrm>
            <a:off x="960000" y="5385467"/>
            <a:ext cx="6836000" cy="75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grpSp>
        <p:nvGrpSpPr>
          <p:cNvPr id="4401" name="Google Shape;4401;p18"/>
          <p:cNvGrpSpPr/>
          <p:nvPr/>
        </p:nvGrpSpPr>
        <p:grpSpPr>
          <a:xfrm flipH="1">
            <a:off x="11613166" y="-222468"/>
            <a:ext cx="578831" cy="7314599"/>
            <a:chOff x="13274" y="-166851"/>
            <a:chExt cx="434123" cy="5485949"/>
          </a:xfrm>
        </p:grpSpPr>
        <p:sp>
          <p:nvSpPr>
            <p:cNvPr id="4402" name="Google Shape;4402;p18"/>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3" name="Google Shape;4403;p18"/>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4" name="Google Shape;4404;p18"/>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5" name="Google Shape;4405;p18"/>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6" name="Google Shape;4406;p18"/>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7" name="Google Shape;4407;p18"/>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18"/>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18"/>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0" name="Google Shape;4410;p18"/>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1" name="Google Shape;4411;p18"/>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18"/>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18"/>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18"/>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18"/>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6" name="Google Shape;4416;p18"/>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7" name="Google Shape;4417;p18"/>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18"/>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18"/>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18"/>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18"/>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2" name="Google Shape;4422;p18"/>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3" name="Google Shape;4423;p18"/>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18"/>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18"/>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18"/>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18"/>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8" name="Google Shape;4428;p18"/>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9" name="Google Shape;4429;p18"/>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0" name="Google Shape;4430;p18"/>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1" name="Google Shape;4431;p18"/>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2" name="Google Shape;4432;p18"/>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3" name="Google Shape;4433;p18"/>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4" name="Google Shape;4434;p18"/>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5" name="Google Shape;4435;p18"/>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6" name="Google Shape;4436;p18"/>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7" name="Google Shape;4437;p18"/>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8" name="Google Shape;4438;p18"/>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9" name="Google Shape;4439;p18"/>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0" name="Google Shape;4440;p18"/>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1" name="Google Shape;4441;p18"/>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2" name="Google Shape;4442;p18"/>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3" name="Google Shape;4443;p18"/>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4" name="Google Shape;4444;p18"/>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5" name="Google Shape;4445;p18"/>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6" name="Google Shape;4446;p18"/>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7" name="Google Shape;4447;p18"/>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8" name="Google Shape;4448;p18"/>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9" name="Google Shape;4449;p18"/>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0" name="Google Shape;4450;p18"/>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1" name="Google Shape;4451;p18"/>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2" name="Google Shape;4452;p18"/>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3" name="Google Shape;4453;p18"/>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4" name="Google Shape;4454;p18"/>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5" name="Google Shape;4455;p18"/>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6" name="Google Shape;4456;p18"/>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7" name="Google Shape;4457;p18"/>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8" name="Google Shape;4458;p18"/>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9" name="Google Shape;4459;p18"/>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0" name="Google Shape;4460;p18"/>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1" name="Google Shape;4461;p18"/>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2" name="Google Shape;4462;p18"/>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3" name="Google Shape;4463;p18"/>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4" name="Google Shape;4464;p18"/>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5" name="Google Shape;4465;p18"/>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6" name="Google Shape;4466;p18"/>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7" name="Google Shape;4467;p18"/>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8" name="Google Shape;4468;p18"/>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9" name="Google Shape;4469;p18"/>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0" name="Google Shape;4470;p18"/>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1" name="Google Shape;4471;p18"/>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2" name="Google Shape;4472;p18"/>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3" name="Google Shape;4473;p18"/>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4" name="Google Shape;4474;p18"/>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5" name="Google Shape;4475;p18"/>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6" name="Google Shape;4476;p18"/>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7" name="Google Shape;4477;p18"/>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8" name="Google Shape;4478;p18"/>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9" name="Google Shape;4479;p18"/>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0" name="Google Shape;4480;p18"/>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1" name="Google Shape;4481;p18"/>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2" name="Google Shape;4482;p18"/>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3" name="Google Shape;4483;p18"/>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4" name="Google Shape;4484;p18"/>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5" name="Google Shape;4485;p18"/>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6" name="Google Shape;4486;p18"/>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7" name="Google Shape;4487;p18"/>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8" name="Google Shape;4488;p18"/>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9" name="Google Shape;4489;p18"/>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0" name="Google Shape;4490;p18"/>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1" name="Google Shape;4491;p18"/>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2" name="Google Shape;4492;p18"/>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3" name="Google Shape;4493;p18"/>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4" name="Google Shape;4494;p18"/>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5" name="Google Shape;4495;p18"/>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6" name="Google Shape;4496;p18"/>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7" name="Google Shape;4497;p18"/>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8" name="Google Shape;4498;p18"/>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9" name="Google Shape;4499;p18"/>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0" name="Google Shape;4500;p18"/>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1" name="Google Shape;4501;p18"/>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2" name="Google Shape;4502;p18"/>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3" name="Google Shape;4503;p18"/>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4" name="Google Shape;4504;p18"/>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5" name="Google Shape;4505;p18"/>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6" name="Google Shape;4506;p18"/>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7" name="Google Shape;4507;p18"/>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8" name="Google Shape;4508;p18"/>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9" name="Google Shape;4509;p18"/>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0" name="Google Shape;4510;p18"/>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1" name="Google Shape;4511;p18"/>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2" name="Google Shape;4512;p18"/>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3" name="Google Shape;4513;p18"/>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4" name="Google Shape;4514;p18"/>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5" name="Google Shape;4515;p18"/>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6" name="Google Shape;4516;p18"/>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7" name="Google Shape;4517;p18"/>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8" name="Google Shape;4518;p18"/>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9" name="Google Shape;4519;p18"/>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0" name="Google Shape;4520;p18"/>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1" name="Google Shape;4521;p18"/>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2" name="Google Shape;4522;p18"/>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3" name="Google Shape;4523;p18"/>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4" name="Google Shape;4524;p18"/>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5" name="Google Shape;4525;p18"/>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6" name="Google Shape;4526;p18"/>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7" name="Google Shape;4527;p18"/>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8" name="Google Shape;4528;p18"/>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9" name="Google Shape;4529;p18"/>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0" name="Google Shape;4530;p18"/>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1" name="Google Shape;4531;p18"/>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2" name="Google Shape;4532;p18"/>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3" name="Google Shape;4533;p18"/>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4" name="Google Shape;4534;p18"/>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5" name="Google Shape;4535;p18"/>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6" name="Google Shape;4536;p18"/>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7" name="Google Shape;4537;p18"/>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538" name="Google Shape;4538;p18"/>
          <p:cNvGrpSpPr/>
          <p:nvPr/>
        </p:nvGrpSpPr>
        <p:grpSpPr>
          <a:xfrm>
            <a:off x="66" y="-222468"/>
            <a:ext cx="578831" cy="7314599"/>
            <a:chOff x="13274" y="-166851"/>
            <a:chExt cx="434123" cy="5485949"/>
          </a:xfrm>
        </p:grpSpPr>
        <p:sp>
          <p:nvSpPr>
            <p:cNvPr id="4539" name="Google Shape;4539;p18"/>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0" name="Google Shape;4540;p18"/>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1" name="Google Shape;4541;p18"/>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2" name="Google Shape;4542;p18"/>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3" name="Google Shape;4543;p18"/>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4" name="Google Shape;4544;p18"/>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5" name="Google Shape;4545;p18"/>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6" name="Google Shape;4546;p18"/>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7" name="Google Shape;4547;p18"/>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8" name="Google Shape;4548;p18"/>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9" name="Google Shape;4549;p18"/>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0" name="Google Shape;4550;p18"/>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1" name="Google Shape;4551;p18"/>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2" name="Google Shape;4552;p18"/>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3" name="Google Shape;4553;p18"/>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4" name="Google Shape;4554;p18"/>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5" name="Google Shape;4555;p18"/>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6" name="Google Shape;4556;p18"/>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7" name="Google Shape;4557;p18"/>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8" name="Google Shape;4558;p18"/>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9" name="Google Shape;4559;p18"/>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0" name="Google Shape;4560;p18"/>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1" name="Google Shape;4561;p18"/>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2" name="Google Shape;4562;p18"/>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3" name="Google Shape;4563;p18"/>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4" name="Google Shape;4564;p18"/>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5" name="Google Shape;4565;p18"/>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6" name="Google Shape;4566;p18"/>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7" name="Google Shape;4567;p18"/>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8" name="Google Shape;4568;p18"/>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9" name="Google Shape;4569;p18"/>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0" name="Google Shape;4570;p18"/>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1" name="Google Shape;4571;p18"/>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2" name="Google Shape;4572;p18"/>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3" name="Google Shape;4573;p18"/>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4" name="Google Shape;4574;p18"/>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5" name="Google Shape;4575;p18"/>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6" name="Google Shape;4576;p18"/>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7" name="Google Shape;4577;p18"/>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8" name="Google Shape;4578;p18"/>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9" name="Google Shape;4579;p18"/>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0" name="Google Shape;4580;p18"/>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1" name="Google Shape;4581;p18"/>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2" name="Google Shape;4582;p18"/>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3" name="Google Shape;4583;p18"/>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4" name="Google Shape;4584;p18"/>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5" name="Google Shape;4585;p18"/>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6" name="Google Shape;4586;p18"/>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7" name="Google Shape;4587;p18"/>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8" name="Google Shape;4588;p18"/>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9" name="Google Shape;4589;p18"/>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0" name="Google Shape;4590;p18"/>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1" name="Google Shape;4591;p18"/>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2" name="Google Shape;4592;p18"/>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3" name="Google Shape;4593;p18"/>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4" name="Google Shape;4594;p18"/>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5" name="Google Shape;4595;p18"/>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6" name="Google Shape;4596;p18"/>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7" name="Google Shape;4597;p18"/>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8" name="Google Shape;4598;p18"/>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9" name="Google Shape;4599;p18"/>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0" name="Google Shape;4600;p18"/>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1" name="Google Shape;4601;p18"/>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2" name="Google Shape;4602;p18"/>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3" name="Google Shape;4603;p18"/>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4" name="Google Shape;4604;p18"/>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5" name="Google Shape;4605;p18"/>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6" name="Google Shape;4606;p18"/>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7" name="Google Shape;4607;p18"/>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8" name="Google Shape;4608;p18"/>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9" name="Google Shape;4609;p18"/>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0" name="Google Shape;4610;p18"/>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1" name="Google Shape;4611;p18"/>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2" name="Google Shape;4612;p18"/>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3" name="Google Shape;4613;p18"/>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4" name="Google Shape;4614;p18"/>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5" name="Google Shape;4615;p18"/>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6" name="Google Shape;4616;p18"/>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7" name="Google Shape;4617;p18"/>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8" name="Google Shape;4618;p18"/>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9" name="Google Shape;4619;p18"/>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0" name="Google Shape;4620;p18"/>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1" name="Google Shape;4621;p18"/>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2" name="Google Shape;4622;p18"/>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3" name="Google Shape;4623;p18"/>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4" name="Google Shape;4624;p18"/>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5" name="Google Shape;4625;p18"/>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6" name="Google Shape;4626;p18"/>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7" name="Google Shape;4627;p18"/>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8" name="Google Shape;4628;p18"/>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9" name="Google Shape;4629;p18"/>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0" name="Google Shape;4630;p18"/>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1" name="Google Shape;4631;p18"/>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2" name="Google Shape;4632;p18"/>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3" name="Google Shape;4633;p18"/>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4" name="Google Shape;4634;p18"/>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5" name="Google Shape;4635;p18"/>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6" name="Google Shape;4636;p18"/>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7" name="Google Shape;4637;p18"/>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8" name="Google Shape;4638;p18"/>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9" name="Google Shape;4639;p18"/>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0" name="Google Shape;4640;p18"/>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1" name="Google Shape;4641;p18"/>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2" name="Google Shape;4642;p18"/>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3" name="Google Shape;4643;p18"/>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4" name="Google Shape;4644;p18"/>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5" name="Google Shape;4645;p18"/>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6" name="Google Shape;4646;p18"/>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7" name="Google Shape;4647;p18"/>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8" name="Google Shape;4648;p18"/>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9" name="Google Shape;4649;p18"/>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0" name="Google Shape;4650;p18"/>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1" name="Google Shape;4651;p18"/>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2" name="Google Shape;4652;p18"/>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3" name="Google Shape;4653;p18"/>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4" name="Google Shape;4654;p18"/>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5" name="Google Shape;4655;p18"/>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6" name="Google Shape;4656;p18"/>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7" name="Google Shape;4657;p18"/>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8" name="Google Shape;4658;p18"/>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9" name="Google Shape;4659;p18"/>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0" name="Google Shape;4660;p18"/>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1" name="Google Shape;4661;p18"/>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2" name="Google Shape;4662;p18"/>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3" name="Google Shape;4663;p18"/>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4" name="Google Shape;4664;p18"/>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5" name="Google Shape;4665;p18"/>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6" name="Google Shape;4666;p18"/>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7" name="Google Shape;4667;p18"/>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8" name="Google Shape;4668;p18"/>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9" name="Google Shape;4669;p18"/>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0" name="Google Shape;4670;p18"/>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1" name="Google Shape;4671;p18"/>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2" name="Google Shape;4672;p18"/>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3" name="Google Shape;4673;p18"/>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4" name="Google Shape;4674;p18"/>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559624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ext 2" preserve="1">
  <p:cSld name="Title and text 2">
    <p:spTree>
      <p:nvGrpSpPr>
        <p:cNvPr id="1" name="Shape 4675"/>
        <p:cNvGrpSpPr/>
        <p:nvPr/>
      </p:nvGrpSpPr>
      <p:grpSpPr>
        <a:xfrm>
          <a:off x="0" y="0"/>
          <a:ext cx="0" cy="0"/>
          <a:chOff x="0" y="0"/>
          <a:chExt cx="0" cy="0"/>
        </a:xfrm>
      </p:grpSpPr>
      <p:grpSp>
        <p:nvGrpSpPr>
          <p:cNvPr id="4676" name="Google Shape;4676;p19"/>
          <p:cNvGrpSpPr/>
          <p:nvPr/>
        </p:nvGrpSpPr>
        <p:grpSpPr>
          <a:xfrm rot="-9067834">
            <a:off x="1242300" y="5231811"/>
            <a:ext cx="3570395" cy="2688815"/>
            <a:chOff x="4218650" y="2045225"/>
            <a:chExt cx="1184825" cy="892275"/>
          </a:xfrm>
        </p:grpSpPr>
        <p:sp>
          <p:nvSpPr>
            <p:cNvPr id="4677" name="Google Shape;4677;p19"/>
            <p:cNvSpPr/>
            <p:nvPr/>
          </p:nvSpPr>
          <p:spPr>
            <a:xfrm>
              <a:off x="4218650" y="2045225"/>
              <a:ext cx="1184825" cy="892275"/>
            </a:xfrm>
            <a:custGeom>
              <a:avLst/>
              <a:gdLst/>
              <a:ahLst/>
              <a:cxnLst/>
              <a:rect l="l" t="t" r="r" b="b"/>
              <a:pathLst>
                <a:path w="47393" h="35691" extrusionOk="0">
                  <a:moveTo>
                    <a:pt x="33712" y="1"/>
                  </a:moveTo>
                  <a:cubicBezTo>
                    <a:pt x="33522" y="1"/>
                    <a:pt x="33430" y="292"/>
                    <a:pt x="33639" y="350"/>
                  </a:cubicBezTo>
                  <a:cubicBezTo>
                    <a:pt x="36952" y="1305"/>
                    <a:pt x="40130" y="2815"/>
                    <a:pt x="42944" y="4805"/>
                  </a:cubicBezTo>
                  <a:cubicBezTo>
                    <a:pt x="44371" y="5816"/>
                    <a:pt x="46135" y="7060"/>
                    <a:pt x="46561" y="8870"/>
                  </a:cubicBezTo>
                  <a:cubicBezTo>
                    <a:pt x="46737" y="9612"/>
                    <a:pt x="46670" y="10447"/>
                    <a:pt x="46291" y="11119"/>
                  </a:cubicBezTo>
                  <a:cubicBezTo>
                    <a:pt x="45875" y="11854"/>
                    <a:pt x="45167" y="12150"/>
                    <a:pt x="44371" y="12300"/>
                  </a:cubicBezTo>
                  <a:cubicBezTo>
                    <a:pt x="43620" y="12447"/>
                    <a:pt x="42798" y="12516"/>
                    <a:pt x="42172" y="13009"/>
                  </a:cubicBezTo>
                  <a:cubicBezTo>
                    <a:pt x="41800" y="13302"/>
                    <a:pt x="41547" y="13724"/>
                    <a:pt x="41420" y="14180"/>
                  </a:cubicBezTo>
                  <a:cubicBezTo>
                    <a:pt x="41151" y="15158"/>
                    <a:pt x="41347" y="16219"/>
                    <a:pt x="41397" y="17214"/>
                  </a:cubicBezTo>
                  <a:cubicBezTo>
                    <a:pt x="41450" y="18272"/>
                    <a:pt x="41374" y="19523"/>
                    <a:pt x="40286" y="20048"/>
                  </a:cubicBezTo>
                  <a:cubicBezTo>
                    <a:pt x="39761" y="20301"/>
                    <a:pt x="39191" y="20334"/>
                    <a:pt x="38615" y="20334"/>
                  </a:cubicBezTo>
                  <a:cubicBezTo>
                    <a:pt x="38408" y="20334"/>
                    <a:pt x="38200" y="20330"/>
                    <a:pt x="37993" y="20330"/>
                  </a:cubicBezTo>
                  <a:cubicBezTo>
                    <a:pt x="37414" y="20330"/>
                    <a:pt x="36842" y="20363"/>
                    <a:pt x="36314" y="20617"/>
                  </a:cubicBezTo>
                  <a:cubicBezTo>
                    <a:pt x="35010" y="21239"/>
                    <a:pt x="34976" y="22846"/>
                    <a:pt x="35209" y="24081"/>
                  </a:cubicBezTo>
                  <a:cubicBezTo>
                    <a:pt x="35369" y="24942"/>
                    <a:pt x="35642" y="25834"/>
                    <a:pt x="35499" y="26719"/>
                  </a:cubicBezTo>
                  <a:cubicBezTo>
                    <a:pt x="35379" y="27461"/>
                    <a:pt x="34847" y="28279"/>
                    <a:pt x="34051" y="28392"/>
                  </a:cubicBezTo>
                  <a:cubicBezTo>
                    <a:pt x="33992" y="28401"/>
                    <a:pt x="33934" y="28404"/>
                    <a:pt x="33877" y="28404"/>
                  </a:cubicBezTo>
                  <a:cubicBezTo>
                    <a:pt x="33180" y="28404"/>
                    <a:pt x="32676" y="27810"/>
                    <a:pt x="32252" y="27318"/>
                  </a:cubicBezTo>
                  <a:cubicBezTo>
                    <a:pt x="31829" y="26832"/>
                    <a:pt x="31407" y="26343"/>
                    <a:pt x="30788" y="26110"/>
                  </a:cubicBezTo>
                  <a:cubicBezTo>
                    <a:pt x="30467" y="25990"/>
                    <a:pt x="30136" y="25935"/>
                    <a:pt x="29805" y="25935"/>
                  </a:cubicBezTo>
                  <a:cubicBezTo>
                    <a:pt x="28836" y="25935"/>
                    <a:pt x="27875" y="26409"/>
                    <a:pt x="27215" y="27111"/>
                  </a:cubicBezTo>
                  <a:cubicBezTo>
                    <a:pt x="26110" y="28286"/>
                    <a:pt x="25718" y="29903"/>
                    <a:pt x="25415" y="31436"/>
                  </a:cubicBezTo>
                  <a:cubicBezTo>
                    <a:pt x="25219" y="32440"/>
                    <a:pt x="24868" y="35515"/>
                    <a:pt x="23426" y="35515"/>
                  </a:cubicBezTo>
                  <a:cubicBezTo>
                    <a:pt x="23229" y="35515"/>
                    <a:pt x="23011" y="35458"/>
                    <a:pt x="22770" y="35329"/>
                  </a:cubicBezTo>
                  <a:cubicBezTo>
                    <a:pt x="22075" y="34956"/>
                    <a:pt x="21669" y="34201"/>
                    <a:pt x="21379" y="33502"/>
                  </a:cubicBezTo>
                  <a:cubicBezTo>
                    <a:pt x="21000" y="32591"/>
                    <a:pt x="20817" y="31609"/>
                    <a:pt x="20837" y="30625"/>
                  </a:cubicBezTo>
                  <a:cubicBezTo>
                    <a:pt x="20857" y="29773"/>
                    <a:pt x="21007" y="28915"/>
                    <a:pt x="20864" y="28066"/>
                  </a:cubicBezTo>
                  <a:cubicBezTo>
                    <a:pt x="20744" y="27388"/>
                    <a:pt x="20461" y="26749"/>
                    <a:pt x="20035" y="26207"/>
                  </a:cubicBezTo>
                  <a:cubicBezTo>
                    <a:pt x="19157" y="25062"/>
                    <a:pt x="17783" y="24340"/>
                    <a:pt x="16399" y="24011"/>
                  </a:cubicBezTo>
                  <a:cubicBezTo>
                    <a:pt x="15743" y="23855"/>
                    <a:pt x="15074" y="23792"/>
                    <a:pt x="14402" y="23792"/>
                  </a:cubicBezTo>
                  <a:cubicBezTo>
                    <a:pt x="13427" y="23792"/>
                    <a:pt x="12446" y="23924"/>
                    <a:pt x="11492" y="24094"/>
                  </a:cubicBezTo>
                  <a:cubicBezTo>
                    <a:pt x="9531" y="24442"/>
                    <a:pt x="7460" y="24985"/>
                    <a:pt x="5436" y="24985"/>
                  </a:cubicBezTo>
                  <a:cubicBezTo>
                    <a:pt x="4227" y="24985"/>
                    <a:pt x="3035" y="24792"/>
                    <a:pt x="1894" y="24247"/>
                  </a:cubicBezTo>
                  <a:cubicBezTo>
                    <a:pt x="1208" y="23918"/>
                    <a:pt x="606" y="23492"/>
                    <a:pt x="110" y="22913"/>
                  </a:cubicBezTo>
                  <a:cubicBezTo>
                    <a:pt x="99" y="22901"/>
                    <a:pt x="86" y="22897"/>
                    <a:pt x="74" y="22897"/>
                  </a:cubicBezTo>
                  <a:cubicBezTo>
                    <a:pt x="35" y="22897"/>
                    <a:pt x="0" y="22943"/>
                    <a:pt x="31" y="22983"/>
                  </a:cubicBezTo>
                  <a:lnTo>
                    <a:pt x="24" y="22983"/>
                  </a:lnTo>
                  <a:cubicBezTo>
                    <a:pt x="1404" y="24636"/>
                    <a:pt x="3438" y="25156"/>
                    <a:pt x="5498" y="25156"/>
                  </a:cubicBezTo>
                  <a:cubicBezTo>
                    <a:pt x="6477" y="25156"/>
                    <a:pt x="7462" y="25038"/>
                    <a:pt x="8384" y="24869"/>
                  </a:cubicBezTo>
                  <a:cubicBezTo>
                    <a:pt x="10345" y="24509"/>
                    <a:pt x="12432" y="23947"/>
                    <a:pt x="14446" y="23947"/>
                  </a:cubicBezTo>
                  <a:cubicBezTo>
                    <a:pt x="15947" y="23947"/>
                    <a:pt x="17409" y="24260"/>
                    <a:pt x="18748" y="25202"/>
                  </a:cubicBezTo>
                  <a:cubicBezTo>
                    <a:pt x="19403" y="25658"/>
                    <a:pt x="19969" y="26250"/>
                    <a:pt x="20328" y="26965"/>
                  </a:cubicBezTo>
                  <a:cubicBezTo>
                    <a:pt x="20754" y="27810"/>
                    <a:pt x="20780" y="28708"/>
                    <a:pt x="20717" y="29633"/>
                  </a:cubicBezTo>
                  <a:cubicBezTo>
                    <a:pt x="20594" y="31353"/>
                    <a:pt x="20734" y="33126"/>
                    <a:pt x="21732" y="34597"/>
                  </a:cubicBezTo>
                  <a:cubicBezTo>
                    <a:pt x="22055" y="35076"/>
                    <a:pt x="22520" y="35548"/>
                    <a:pt x="23113" y="35665"/>
                  </a:cubicBezTo>
                  <a:cubicBezTo>
                    <a:pt x="23199" y="35682"/>
                    <a:pt x="23285" y="35690"/>
                    <a:pt x="23368" y="35690"/>
                  </a:cubicBezTo>
                  <a:cubicBezTo>
                    <a:pt x="23959" y="35690"/>
                    <a:pt x="24447" y="35276"/>
                    <a:pt x="24736" y="34757"/>
                  </a:cubicBezTo>
                  <a:cubicBezTo>
                    <a:pt x="25152" y="34021"/>
                    <a:pt x="25308" y="33143"/>
                    <a:pt x="25468" y="32321"/>
                  </a:cubicBezTo>
                  <a:cubicBezTo>
                    <a:pt x="25648" y="31406"/>
                    <a:pt x="25794" y="30485"/>
                    <a:pt x="26077" y="29597"/>
                  </a:cubicBezTo>
                  <a:cubicBezTo>
                    <a:pt x="26579" y="28010"/>
                    <a:pt x="27611" y="26413"/>
                    <a:pt x="29387" y="26147"/>
                  </a:cubicBezTo>
                  <a:cubicBezTo>
                    <a:pt x="29530" y="26125"/>
                    <a:pt x="29672" y="26114"/>
                    <a:pt x="29812" y="26114"/>
                  </a:cubicBezTo>
                  <a:cubicBezTo>
                    <a:pt x="30487" y="26114"/>
                    <a:pt x="31120" y="26365"/>
                    <a:pt x="31613" y="26859"/>
                  </a:cubicBezTo>
                  <a:cubicBezTo>
                    <a:pt x="32079" y="27324"/>
                    <a:pt x="32425" y="27917"/>
                    <a:pt x="32964" y="28309"/>
                  </a:cubicBezTo>
                  <a:cubicBezTo>
                    <a:pt x="33266" y="28529"/>
                    <a:pt x="33575" y="28625"/>
                    <a:pt x="33872" y="28625"/>
                  </a:cubicBezTo>
                  <a:cubicBezTo>
                    <a:pt x="34748" y="28625"/>
                    <a:pt x="35519" y="27794"/>
                    <a:pt x="35715" y="26865"/>
                  </a:cubicBezTo>
                  <a:cubicBezTo>
                    <a:pt x="36061" y="25218"/>
                    <a:pt x="34910" y="23608"/>
                    <a:pt x="35412" y="21958"/>
                  </a:cubicBezTo>
                  <a:cubicBezTo>
                    <a:pt x="35944" y="20211"/>
                    <a:pt x="37884" y="20614"/>
                    <a:pt x="39288" y="20494"/>
                  </a:cubicBezTo>
                  <a:cubicBezTo>
                    <a:pt x="40426" y="20398"/>
                    <a:pt x="41311" y="19789"/>
                    <a:pt x="41540" y="18641"/>
                  </a:cubicBezTo>
                  <a:cubicBezTo>
                    <a:pt x="41753" y="17570"/>
                    <a:pt x="41497" y="16465"/>
                    <a:pt x="41504" y="15384"/>
                  </a:cubicBezTo>
                  <a:cubicBezTo>
                    <a:pt x="41507" y="14872"/>
                    <a:pt x="41554" y="14330"/>
                    <a:pt x="41790" y="13867"/>
                  </a:cubicBezTo>
                  <a:cubicBezTo>
                    <a:pt x="42136" y="13202"/>
                    <a:pt x="42814" y="12922"/>
                    <a:pt x="43520" y="12799"/>
                  </a:cubicBezTo>
                  <a:cubicBezTo>
                    <a:pt x="44322" y="12659"/>
                    <a:pt x="45190" y="12636"/>
                    <a:pt x="45885" y="12160"/>
                  </a:cubicBezTo>
                  <a:cubicBezTo>
                    <a:pt x="46454" y="11774"/>
                    <a:pt x="46827" y="11159"/>
                    <a:pt x="46990" y="10497"/>
                  </a:cubicBezTo>
                  <a:cubicBezTo>
                    <a:pt x="47392" y="8827"/>
                    <a:pt x="46531" y="7286"/>
                    <a:pt x="45363" y="6149"/>
                  </a:cubicBezTo>
                  <a:cubicBezTo>
                    <a:pt x="44092" y="4908"/>
                    <a:pt x="42558" y="3883"/>
                    <a:pt x="41031" y="2982"/>
                  </a:cubicBezTo>
                  <a:cubicBezTo>
                    <a:pt x="39517" y="2087"/>
                    <a:pt x="37917" y="1345"/>
                    <a:pt x="36257" y="759"/>
                  </a:cubicBezTo>
                  <a:cubicBezTo>
                    <a:pt x="35435" y="473"/>
                    <a:pt x="34604" y="220"/>
                    <a:pt x="33762" y="7"/>
                  </a:cubicBezTo>
                  <a:cubicBezTo>
                    <a:pt x="33745" y="3"/>
                    <a:pt x="33728" y="1"/>
                    <a:pt x="3371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8" name="Google Shape;4678;p19"/>
            <p:cNvSpPr/>
            <p:nvPr/>
          </p:nvSpPr>
          <p:spPr>
            <a:xfrm>
              <a:off x="4399900" y="2154325"/>
              <a:ext cx="793150" cy="575425"/>
            </a:xfrm>
            <a:custGeom>
              <a:avLst/>
              <a:gdLst/>
              <a:ahLst/>
              <a:cxnLst/>
              <a:rect l="l" t="t" r="r" b="b"/>
              <a:pathLst>
                <a:path w="31726" h="23017" extrusionOk="0">
                  <a:moveTo>
                    <a:pt x="23033" y="1"/>
                  </a:moveTo>
                  <a:cubicBezTo>
                    <a:pt x="22811" y="1"/>
                    <a:pt x="22756" y="369"/>
                    <a:pt x="22982" y="447"/>
                  </a:cubicBezTo>
                  <a:cubicBezTo>
                    <a:pt x="23458" y="617"/>
                    <a:pt x="23917" y="843"/>
                    <a:pt x="24343" y="1113"/>
                  </a:cubicBezTo>
                  <a:cubicBezTo>
                    <a:pt x="24769" y="1379"/>
                    <a:pt x="25211" y="1605"/>
                    <a:pt x="25614" y="1901"/>
                  </a:cubicBezTo>
                  <a:cubicBezTo>
                    <a:pt x="26422" y="2493"/>
                    <a:pt x="27207" y="3089"/>
                    <a:pt x="27893" y="3824"/>
                  </a:cubicBezTo>
                  <a:cubicBezTo>
                    <a:pt x="29130" y="5148"/>
                    <a:pt x="30168" y="6778"/>
                    <a:pt x="30514" y="8582"/>
                  </a:cubicBezTo>
                  <a:cubicBezTo>
                    <a:pt x="30664" y="9367"/>
                    <a:pt x="30714" y="10225"/>
                    <a:pt x="30514" y="11007"/>
                  </a:cubicBezTo>
                  <a:cubicBezTo>
                    <a:pt x="30404" y="11433"/>
                    <a:pt x="30245" y="11845"/>
                    <a:pt x="30005" y="12218"/>
                  </a:cubicBezTo>
                  <a:cubicBezTo>
                    <a:pt x="29696" y="12697"/>
                    <a:pt x="29203" y="13173"/>
                    <a:pt x="28638" y="13302"/>
                  </a:cubicBezTo>
                  <a:cubicBezTo>
                    <a:pt x="28185" y="13402"/>
                    <a:pt x="27743" y="13419"/>
                    <a:pt x="27307" y="13602"/>
                  </a:cubicBezTo>
                  <a:cubicBezTo>
                    <a:pt x="26928" y="13765"/>
                    <a:pt x="26582" y="13991"/>
                    <a:pt x="26279" y="14274"/>
                  </a:cubicBezTo>
                  <a:cubicBezTo>
                    <a:pt x="25694" y="14826"/>
                    <a:pt x="25281" y="15568"/>
                    <a:pt x="25178" y="16370"/>
                  </a:cubicBezTo>
                  <a:cubicBezTo>
                    <a:pt x="25071" y="17188"/>
                    <a:pt x="25464" y="18376"/>
                    <a:pt x="24765" y="19011"/>
                  </a:cubicBezTo>
                  <a:cubicBezTo>
                    <a:pt x="24526" y="19229"/>
                    <a:pt x="24211" y="19319"/>
                    <a:pt x="23893" y="19319"/>
                  </a:cubicBezTo>
                  <a:cubicBezTo>
                    <a:pt x="23716" y="19319"/>
                    <a:pt x="23537" y="19291"/>
                    <a:pt x="23371" y="19241"/>
                  </a:cubicBezTo>
                  <a:cubicBezTo>
                    <a:pt x="22849" y="19085"/>
                    <a:pt x="22570" y="18702"/>
                    <a:pt x="22194" y="18346"/>
                  </a:cubicBezTo>
                  <a:cubicBezTo>
                    <a:pt x="21856" y="18027"/>
                    <a:pt x="21453" y="17906"/>
                    <a:pt x="21036" y="17906"/>
                  </a:cubicBezTo>
                  <a:cubicBezTo>
                    <a:pt x="20637" y="17906"/>
                    <a:pt x="20224" y="18017"/>
                    <a:pt x="19842" y="18170"/>
                  </a:cubicBezTo>
                  <a:cubicBezTo>
                    <a:pt x="19003" y="18509"/>
                    <a:pt x="18198" y="19061"/>
                    <a:pt x="17742" y="19863"/>
                  </a:cubicBezTo>
                  <a:cubicBezTo>
                    <a:pt x="17479" y="20329"/>
                    <a:pt x="17413" y="20811"/>
                    <a:pt x="17277" y="21317"/>
                  </a:cubicBezTo>
                  <a:cubicBezTo>
                    <a:pt x="17217" y="21540"/>
                    <a:pt x="17153" y="21776"/>
                    <a:pt x="17007" y="21962"/>
                  </a:cubicBezTo>
                  <a:cubicBezTo>
                    <a:pt x="16901" y="22095"/>
                    <a:pt x="16658" y="22285"/>
                    <a:pt x="16488" y="22325"/>
                  </a:cubicBezTo>
                  <a:cubicBezTo>
                    <a:pt x="16462" y="22331"/>
                    <a:pt x="16437" y="22334"/>
                    <a:pt x="16412" y="22334"/>
                  </a:cubicBezTo>
                  <a:cubicBezTo>
                    <a:pt x="16045" y="22334"/>
                    <a:pt x="15775" y="21681"/>
                    <a:pt x="15713" y="21413"/>
                  </a:cubicBezTo>
                  <a:cubicBezTo>
                    <a:pt x="15590" y="20884"/>
                    <a:pt x="15603" y="20312"/>
                    <a:pt x="15580" y="19773"/>
                  </a:cubicBezTo>
                  <a:cubicBezTo>
                    <a:pt x="15537" y="18835"/>
                    <a:pt x="15453" y="17790"/>
                    <a:pt x="14781" y="17065"/>
                  </a:cubicBezTo>
                  <a:cubicBezTo>
                    <a:pt x="14166" y="16400"/>
                    <a:pt x="13228" y="16170"/>
                    <a:pt x="12356" y="16114"/>
                  </a:cubicBezTo>
                  <a:cubicBezTo>
                    <a:pt x="12202" y="16104"/>
                    <a:pt x="12048" y="16099"/>
                    <a:pt x="11895" y="16099"/>
                  </a:cubicBezTo>
                  <a:cubicBezTo>
                    <a:pt x="10119" y="16099"/>
                    <a:pt x="8417" y="16731"/>
                    <a:pt x="6680" y="17019"/>
                  </a:cubicBezTo>
                  <a:cubicBezTo>
                    <a:pt x="6184" y="17100"/>
                    <a:pt x="5680" y="17153"/>
                    <a:pt x="5177" y="17153"/>
                  </a:cubicBezTo>
                  <a:cubicBezTo>
                    <a:pt x="4658" y="17153"/>
                    <a:pt x="4141" y="17097"/>
                    <a:pt x="3636" y="16959"/>
                  </a:cubicBezTo>
                  <a:cubicBezTo>
                    <a:pt x="2658" y="16689"/>
                    <a:pt x="1770" y="16167"/>
                    <a:pt x="1055" y="15445"/>
                  </a:cubicBezTo>
                  <a:cubicBezTo>
                    <a:pt x="699" y="15082"/>
                    <a:pt x="393" y="14676"/>
                    <a:pt x="146" y="14237"/>
                  </a:cubicBezTo>
                  <a:cubicBezTo>
                    <a:pt x="132" y="14213"/>
                    <a:pt x="109" y="14202"/>
                    <a:pt x="87" y="14202"/>
                  </a:cubicBezTo>
                  <a:cubicBezTo>
                    <a:pt x="43" y="14202"/>
                    <a:pt x="0" y="14243"/>
                    <a:pt x="27" y="14294"/>
                  </a:cubicBezTo>
                  <a:lnTo>
                    <a:pt x="23" y="14294"/>
                  </a:lnTo>
                  <a:cubicBezTo>
                    <a:pt x="948" y="15977"/>
                    <a:pt x="2675" y="17142"/>
                    <a:pt x="4591" y="17335"/>
                  </a:cubicBezTo>
                  <a:cubicBezTo>
                    <a:pt x="4822" y="17358"/>
                    <a:pt x="5051" y="17368"/>
                    <a:pt x="5281" y="17368"/>
                  </a:cubicBezTo>
                  <a:cubicBezTo>
                    <a:pt x="7074" y="17368"/>
                    <a:pt x="8825" y="16728"/>
                    <a:pt x="10586" y="16460"/>
                  </a:cubicBezTo>
                  <a:cubicBezTo>
                    <a:pt x="11042" y="16390"/>
                    <a:pt x="11519" y="16340"/>
                    <a:pt x="11994" y="16340"/>
                  </a:cubicBezTo>
                  <a:cubicBezTo>
                    <a:pt x="12608" y="16340"/>
                    <a:pt x="13219" y="16423"/>
                    <a:pt x="13780" y="16656"/>
                  </a:cubicBezTo>
                  <a:cubicBezTo>
                    <a:pt x="15057" y="17185"/>
                    <a:pt x="15297" y="18449"/>
                    <a:pt x="15340" y="19697"/>
                  </a:cubicBezTo>
                  <a:cubicBezTo>
                    <a:pt x="15367" y="20575"/>
                    <a:pt x="15274" y="21676"/>
                    <a:pt x="15833" y="22425"/>
                  </a:cubicBezTo>
                  <a:cubicBezTo>
                    <a:pt x="16052" y="22724"/>
                    <a:pt x="16418" y="22960"/>
                    <a:pt x="16787" y="23010"/>
                  </a:cubicBezTo>
                  <a:cubicBezTo>
                    <a:pt x="16820" y="23015"/>
                    <a:pt x="16852" y="23017"/>
                    <a:pt x="16884" y="23017"/>
                  </a:cubicBezTo>
                  <a:cubicBezTo>
                    <a:pt x="17330" y="23017"/>
                    <a:pt x="17748" y="22599"/>
                    <a:pt x="17962" y="22242"/>
                  </a:cubicBezTo>
                  <a:cubicBezTo>
                    <a:pt x="18251" y="21753"/>
                    <a:pt x="18308" y="21170"/>
                    <a:pt x="18454" y="20632"/>
                  </a:cubicBezTo>
                  <a:cubicBezTo>
                    <a:pt x="18584" y="20166"/>
                    <a:pt x="18777" y="19727"/>
                    <a:pt x="19066" y="19337"/>
                  </a:cubicBezTo>
                  <a:cubicBezTo>
                    <a:pt x="19495" y="18764"/>
                    <a:pt x="20335" y="18207"/>
                    <a:pt x="21113" y="18207"/>
                  </a:cubicBezTo>
                  <a:cubicBezTo>
                    <a:pt x="21422" y="18207"/>
                    <a:pt x="21721" y="18295"/>
                    <a:pt x="21981" y="18506"/>
                  </a:cubicBezTo>
                  <a:cubicBezTo>
                    <a:pt x="22337" y="18795"/>
                    <a:pt x="22600" y="19168"/>
                    <a:pt x="23015" y="19381"/>
                  </a:cubicBezTo>
                  <a:cubicBezTo>
                    <a:pt x="23297" y="19525"/>
                    <a:pt x="23608" y="19599"/>
                    <a:pt x="23922" y="19599"/>
                  </a:cubicBezTo>
                  <a:cubicBezTo>
                    <a:pt x="24028" y="19599"/>
                    <a:pt x="24134" y="19590"/>
                    <a:pt x="24240" y="19574"/>
                  </a:cubicBezTo>
                  <a:cubicBezTo>
                    <a:pt x="25121" y="19421"/>
                    <a:pt x="25484" y="18642"/>
                    <a:pt x="25491" y="17817"/>
                  </a:cubicBezTo>
                  <a:cubicBezTo>
                    <a:pt x="25494" y="17358"/>
                    <a:pt x="25427" y="16902"/>
                    <a:pt x="25477" y="16443"/>
                  </a:cubicBezTo>
                  <a:cubicBezTo>
                    <a:pt x="25534" y="15961"/>
                    <a:pt x="25704" y="15498"/>
                    <a:pt x="25973" y="15092"/>
                  </a:cubicBezTo>
                  <a:cubicBezTo>
                    <a:pt x="26529" y="14234"/>
                    <a:pt x="27460" y="13688"/>
                    <a:pt x="28485" y="13622"/>
                  </a:cubicBezTo>
                  <a:cubicBezTo>
                    <a:pt x="29047" y="13585"/>
                    <a:pt x="29556" y="13539"/>
                    <a:pt x="30025" y="13203"/>
                  </a:cubicBezTo>
                  <a:cubicBezTo>
                    <a:pt x="30438" y="12903"/>
                    <a:pt x="30774" y="12487"/>
                    <a:pt x="31030" y="12048"/>
                  </a:cubicBezTo>
                  <a:cubicBezTo>
                    <a:pt x="31476" y="11276"/>
                    <a:pt x="31725" y="10338"/>
                    <a:pt x="31695" y="9443"/>
                  </a:cubicBezTo>
                  <a:cubicBezTo>
                    <a:pt x="31619" y="7487"/>
                    <a:pt x="30767" y="5664"/>
                    <a:pt x="29599" y="4124"/>
                  </a:cubicBezTo>
                  <a:cubicBezTo>
                    <a:pt x="28352" y="2483"/>
                    <a:pt x="26595" y="880"/>
                    <a:pt x="24556" y="334"/>
                  </a:cubicBezTo>
                  <a:cubicBezTo>
                    <a:pt x="24070" y="204"/>
                    <a:pt x="23571" y="101"/>
                    <a:pt x="23075" y="5"/>
                  </a:cubicBezTo>
                  <a:cubicBezTo>
                    <a:pt x="23061" y="2"/>
                    <a:pt x="23047" y="1"/>
                    <a:pt x="2303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9" name="Google Shape;4679;p19"/>
            <p:cNvSpPr/>
            <p:nvPr/>
          </p:nvSpPr>
          <p:spPr>
            <a:xfrm>
              <a:off x="4598275" y="2294925"/>
              <a:ext cx="443650" cy="252450"/>
            </a:xfrm>
            <a:custGeom>
              <a:avLst/>
              <a:gdLst/>
              <a:ahLst/>
              <a:cxnLst/>
              <a:rect l="l" t="t" r="r" b="b"/>
              <a:pathLst>
                <a:path w="17746" h="10098" extrusionOk="0">
                  <a:moveTo>
                    <a:pt x="12843" y="1"/>
                  </a:moveTo>
                  <a:cubicBezTo>
                    <a:pt x="12753" y="1"/>
                    <a:pt x="12669" y="119"/>
                    <a:pt x="12748" y="193"/>
                  </a:cubicBezTo>
                  <a:cubicBezTo>
                    <a:pt x="14059" y="1401"/>
                    <a:pt x="16518" y="2089"/>
                    <a:pt x="16810" y="4109"/>
                  </a:cubicBezTo>
                  <a:cubicBezTo>
                    <a:pt x="16933" y="4954"/>
                    <a:pt x="16458" y="5656"/>
                    <a:pt x="15736" y="6052"/>
                  </a:cubicBezTo>
                  <a:cubicBezTo>
                    <a:pt x="15370" y="6251"/>
                    <a:pt x="14977" y="6401"/>
                    <a:pt x="14571" y="6497"/>
                  </a:cubicBezTo>
                  <a:cubicBezTo>
                    <a:pt x="14119" y="6607"/>
                    <a:pt x="13627" y="6610"/>
                    <a:pt x="13221" y="6863"/>
                  </a:cubicBezTo>
                  <a:cubicBezTo>
                    <a:pt x="12485" y="7316"/>
                    <a:pt x="12642" y="8271"/>
                    <a:pt x="12316" y="8959"/>
                  </a:cubicBezTo>
                  <a:cubicBezTo>
                    <a:pt x="12093" y="9433"/>
                    <a:pt x="11637" y="9809"/>
                    <a:pt x="11104" y="9809"/>
                  </a:cubicBezTo>
                  <a:cubicBezTo>
                    <a:pt x="11071" y="9809"/>
                    <a:pt x="11038" y="9807"/>
                    <a:pt x="11005" y="9804"/>
                  </a:cubicBezTo>
                  <a:cubicBezTo>
                    <a:pt x="10373" y="9751"/>
                    <a:pt x="10137" y="9252"/>
                    <a:pt x="9960" y="8716"/>
                  </a:cubicBezTo>
                  <a:cubicBezTo>
                    <a:pt x="9721" y="7988"/>
                    <a:pt x="9245" y="7549"/>
                    <a:pt x="8457" y="7542"/>
                  </a:cubicBezTo>
                  <a:cubicBezTo>
                    <a:pt x="8449" y="7542"/>
                    <a:pt x="8441" y="7542"/>
                    <a:pt x="8433" y="7542"/>
                  </a:cubicBezTo>
                  <a:cubicBezTo>
                    <a:pt x="7644" y="7542"/>
                    <a:pt x="6919" y="7867"/>
                    <a:pt x="6171" y="8074"/>
                  </a:cubicBezTo>
                  <a:cubicBezTo>
                    <a:pt x="5546" y="8249"/>
                    <a:pt x="4874" y="8349"/>
                    <a:pt x="4206" y="8349"/>
                  </a:cubicBezTo>
                  <a:cubicBezTo>
                    <a:pt x="2535" y="8349"/>
                    <a:pt x="891" y="7727"/>
                    <a:pt x="93" y="6111"/>
                  </a:cubicBezTo>
                  <a:cubicBezTo>
                    <a:pt x="84" y="6096"/>
                    <a:pt x="70" y="6089"/>
                    <a:pt x="56" y="6089"/>
                  </a:cubicBezTo>
                  <a:cubicBezTo>
                    <a:pt x="28" y="6089"/>
                    <a:pt x="1" y="6116"/>
                    <a:pt x="16" y="6151"/>
                  </a:cubicBezTo>
                  <a:lnTo>
                    <a:pt x="16" y="6148"/>
                  </a:lnTo>
                  <a:cubicBezTo>
                    <a:pt x="783" y="7832"/>
                    <a:pt x="2575" y="8577"/>
                    <a:pt x="4332" y="8577"/>
                  </a:cubicBezTo>
                  <a:cubicBezTo>
                    <a:pt x="4512" y="8577"/>
                    <a:pt x="4692" y="8569"/>
                    <a:pt x="4870" y="8553"/>
                  </a:cubicBezTo>
                  <a:cubicBezTo>
                    <a:pt x="5878" y="8464"/>
                    <a:pt x="6790" y="8074"/>
                    <a:pt x="7771" y="7881"/>
                  </a:cubicBezTo>
                  <a:cubicBezTo>
                    <a:pt x="7980" y="7840"/>
                    <a:pt x="8204" y="7807"/>
                    <a:pt x="8425" y="7807"/>
                  </a:cubicBezTo>
                  <a:cubicBezTo>
                    <a:pt x="8654" y="7807"/>
                    <a:pt x="8881" y="7843"/>
                    <a:pt x="9085" y="7945"/>
                  </a:cubicBezTo>
                  <a:cubicBezTo>
                    <a:pt x="9614" y="8207"/>
                    <a:pt x="9658" y="8803"/>
                    <a:pt x="9874" y="9289"/>
                  </a:cubicBezTo>
                  <a:cubicBezTo>
                    <a:pt x="10114" y="9818"/>
                    <a:pt x="10635" y="10098"/>
                    <a:pt x="11171" y="10098"/>
                  </a:cubicBezTo>
                  <a:cubicBezTo>
                    <a:pt x="11454" y="10098"/>
                    <a:pt x="11741" y="10020"/>
                    <a:pt x="11993" y="9861"/>
                  </a:cubicBezTo>
                  <a:cubicBezTo>
                    <a:pt x="12362" y="9618"/>
                    <a:pt x="12645" y="9262"/>
                    <a:pt x="12792" y="8843"/>
                  </a:cubicBezTo>
                  <a:cubicBezTo>
                    <a:pt x="12935" y="8444"/>
                    <a:pt x="12911" y="7851"/>
                    <a:pt x="13234" y="7542"/>
                  </a:cubicBezTo>
                  <a:cubicBezTo>
                    <a:pt x="13444" y="7342"/>
                    <a:pt x="13750" y="7379"/>
                    <a:pt x="14016" y="7366"/>
                  </a:cubicBezTo>
                  <a:cubicBezTo>
                    <a:pt x="14269" y="7356"/>
                    <a:pt x="14518" y="7332"/>
                    <a:pt x="14764" y="7296"/>
                  </a:cubicBezTo>
                  <a:cubicBezTo>
                    <a:pt x="15237" y="7223"/>
                    <a:pt x="15696" y="7080"/>
                    <a:pt x="16122" y="6867"/>
                  </a:cubicBezTo>
                  <a:cubicBezTo>
                    <a:pt x="16953" y="6444"/>
                    <a:pt x="17625" y="5689"/>
                    <a:pt x="17682" y="4721"/>
                  </a:cubicBezTo>
                  <a:cubicBezTo>
                    <a:pt x="17745" y="3633"/>
                    <a:pt x="17017" y="2628"/>
                    <a:pt x="16202" y="1989"/>
                  </a:cubicBezTo>
                  <a:cubicBezTo>
                    <a:pt x="15187" y="1194"/>
                    <a:pt x="13943" y="775"/>
                    <a:pt x="12901" y="20"/>
                  </a:cubicBezTo>
                  <a:cubicBezTo>
                    <a:pt x="12883" y="7"/>
                    <a:pt x="12863" y="1"/>
                    <a:pt x="1284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680" name="Google Shape;4680;p19"/>
          <p:cNvSpPr txBox="1">
            <a:spLocks noGrp="1"/>
          </p:cNvSpPr>
          <p:nvPr>
            <p:ph type="title"/>
          </p:nvPr>
        </p:nvSpPr>
        <p:spPr>
          <a:xfrm>
            <a:off x="1098933" y="1463033"/>
            <a:ext cx="4514400" cy="2125600"/>
          </a:xfrm>
          <a:prstGeom prst="rect">
            <a:avLst/>
          </a:prstGeom>
        </p:spPr>
        <p:txBody>
          <a:bodyPr spcFirstLastPara="1" wrap="square" lIns="91425" tIns="91425" rIns="91425" bIns="91425" anchor="b" anchorCtr="0">
            <a:noAutofit/>
          </a:bodyPr>
          <a:lstStyle>
            <a:lvl1pPr lvl="0" rtl="0">
              <a:spcBef>
                <a:spcPts val="0"/>
              </a:spcBef>
              <a:spcAft>
                <a:spcPts val="0"/>
              </a:spcAft>
              <a:buSzPts val="7200"/>
              <a:buNone/>
              <a:defRPr sz="6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r>
              <a:rPr lang="en-US"/>
              <a:t>Click to edit Master title style</a:t>
            </a:r>
            <a:endParaRPr/>
          </a:p>
        </p:txBody>
      </p:sp>
      <p:sp>
        <p:nvSpPr>
          <p:cNvPr id="4681" name="Google Shape;4681;p19"/>
          <p:cNvSpPr txBox="1">
            <a:spLocks noGrp="1"/>
          </p:cNvSpPr>
          <p:nvPr>
            <p:ph type="subTitle" idx="1"/>
          </p:nvPr>
        </p:nvSpPr>
        <p:spPr>
          <a:xfrm>
            <a:off x="1098933" y="3588633"/>
            <a:ext cx="4158800" cy="1582000"/>
          </a:xfrm>
          <a:prstGeom prst="rect">
            <a:avLst/>
          </a:prstGeom>
          <a:no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grpSp>
        <p:nvGrpSpPr>
          <p:cNvPr id="4682" name="Google Shape;4682;p19"/>
          <p:cNvGrpSpPr/>
          <p:nvPr/>
        </p:nvGrpSpPr>
        <p:grpSpPr>
          <a:xfrm flipH="1">
            <a:off x="11613166" y="-222468"/>
            <a:ext cx="578831" cy="7314599"/>
            <a:chOff x="13274" y="-166851"/>
            <a:chExt cx="434123" cy="5485949"/>
          </a:xfrm>
        </p:grpSpPr>
        <p:sp>
          <p:nvSpPr>
            <p:cNvPr id="4683" name="Google Shape;4683;p19"/>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4" name="Google Shape;4684;p19"/>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5" name="Google Shape;4685;p19"/>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6" name="Google Shape;4686;p19"/>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7" name="Google Shape;4687;p19"/>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8" name="Google Shape;4688;p19"/>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9" name="Google Shape;4689;p19"/>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0" name="Google Shape;4690;p19"/>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1" name="Google Shape;4691;p19"/>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2" name="Google Shape;4692;p19"/>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3" name="Google Shape;4693;p19"/>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4" name="Google Shape;4694;p19"/>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5" name="Google Shape;4695;p19"/>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6" name="Google Shape;4696;p19"/>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7" name="Google Shape;4697;p19"/>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8" name="Google Shape;4698;p19"/>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9" name="Google Shape;4699;p19"/>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0" name="Google Shape;4700;p19"/>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1" name="Google Shape;4701;p19"/>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2" name="Google Shape;4702;p19"/>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3" name="Google Shape;4703;p19"/>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4" name="Google Shape;4704;p19"/>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5" name="Google Shape;4705;p19"/>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6" name="Google Shape;4706;p19"/>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7" name="Google Shape;4707;p19"/>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8" name="Google Shape;4708;p19"/>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9" name="Google Shape;4709;p19"/>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0" name="Google Shape;4710;p19"/>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1" name="Google Shape;4711;p19"/>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2" name="Google Shape;4712;p19"/>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3" name="Google Shape;4713;p19"/>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4" name="Google Shape;4714;p19"/>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5" name="Google Shape;4715;p19"/>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6" name="Google Shape;4716;p19"/>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7" name="Google Shape;4717;p19"/>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8" name="Google Shape;4718;p19"/>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9" name="Google Shape;4719;p19"/>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0" name="Google Shape;4720;p19"/>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1" name="Google Shape;4721;p19"/>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2" name="Google Shape;4722;p19"/>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3" name="Google Shape;4723;p19"/>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4" name="Google Shape;4724;p19"/>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5" name="Google Shape;4725;p19"/>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6" name="Google Shape;4726;p19"/>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7" name="Google Shape;4727;p19"/>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8" name="Google Shape;4728;p19"/>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9" name="Google Shape;4729;p19"/>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0" name="Google Shape;4730;p19"/>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1" name="Google Shape;4731;p19"/>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2" name="Google Shape;4732;p19"/>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3" name="Google Shape;4733;p19"/>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4" name="Google Shape;4734;p19"/>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5" name="Google Shape;4735;p19"/>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6" name="Google Shape;4736;p19"/>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7" name="Google Shape;4737;p19"/>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8" name="Google Shape;4738;p19"/>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9" name="Google Shape;4739;p19"/>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0" name="Google Shape;4740;p19"/>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1" name="Google Shape;4741;p19"/>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2" name="Google Shape;4742;p19"/>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3" name="Google Shape;4743;p19"/>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4" name="Google Shape;4744;p19"/>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5" name="Google Shape;4745;p19"/>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6" name="Google Shape;4746;p19"/>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7" name="Google Shape;4747;p19"/>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8" name="Google Shape;4748;p19"/>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9" name="Google Shape;4749;p19"/>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0" name="Google Shape;4750;p19"/>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1" name="Google Shape;4751;p19"/>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2" name="Google Shape;4752;p19"/>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3" name="Google Shape;4753;p19"/>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4" name="Google Shape;4754;p19"/>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5" name="Google Shape;4755;p19"/>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6" name="Google Shape;4756;p19"/>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7" name="Google Shape;4757;p19"/>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8" name="Google Shape;4758;p19"/>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9" name="Google Shape;4759;p19"/>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0" name="Google Shape;4760;p19"/>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1" name="Google Shape;4761;p19"/>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2" name="Google Shape;4762;p19"/>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3" name="Google Shape;4763;p19"/>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4" name="Google Shape;4764;p19"/>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5" name="Google Shape;4765;p19"/>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6" name="Google Shape;4766;p19"/>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7" name="Google Shape;4767;p19"/>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8" name="Google Shape;4768;p19"/>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9" name="Google Shape;4769;p19"/>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0" name="Google Shape;4770;p19"/>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1" name="Google Shape;4771;p19"/>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2" name="Google Shape;4772;p19"/>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3" name="Google Shape;4773;p19"/>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4" name="Google Shape;4774;p19"/>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5" name="Google Shape;4775;p19"/>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6" name="Google Shape;4776;p19"/>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7" name="Google Shape;4777;p19"/>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8" name="Google Shape;4778;p19"/>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9" name="Google Shape;4779;p19"/>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0" name="Google Shape;4780;p19"/>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1" name="Google Shape;4781;p19"/>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2" name="Google Shape;4782;p19"/>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3" name="Google Shape;4783;p19"/>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4" name="Google Shape;4784;p19"/>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5" name="Google Shape;4785;p19"/>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6" name="Google Shape;4786;p19"/>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7" name="Google Shape;4787;p19"/>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8" name="Google Shape;4788;p19"/>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9" name="Google Shape;4789;p19"/>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0" name="Google Shape;4790;p19"/>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1" name="Google Shape;4791;p19"/>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2" name="Google Shape;4792;p19"/>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3" name="Google Shape;4793;p19"/>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4" name="Google Shape;4794;p19"/>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5" name="Google Shape;4795;p19"/>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6" name="Google Shape;4796;p19"/>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7" name="Google Shape;4797;p19"/>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8" name="Google Shape;4798;p19"/>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9" name="Google Shape;4799;p19"/>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0" name="Google Shape;4800;p19"/>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1" name="Google Shape;4801;p19"/>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2" name="Google Shape;4802;p19"/>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3" name="Google Shape;4803;p19"/>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4" name="Google Shape;4804;p19"/>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5" name="Google Shape;4805;p19"/>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6" name="Google Shape;4806;p19"/>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7" name="Google Shape;4807;p19"/>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8" name="Google Shape;4808;p19"/>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9" name="Google Shape;4809;p19"/>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0" name="Google Shape;4810;p19"/>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1" name="Google Shape;4811;p19"/>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2" name="Google Shape;4812;p19"/>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3" name="Google Shape;4813;p19"/>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4" name="Google Shape;4814;p19"/>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5" name="Google Shape;4815;p19"/>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6" name="Google Shape;4816;p19"/>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7" name="Google Shape;4817;p19"/>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8" name="Google Shape;4818;p19"/>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819" name="Google Shape;4819;p19"/>
          <p:cNvGrpSpPr/>
          <p:nvPr/>
        </p:nvGrpSpPr>
        <p:grpSpPr>
          <a:xfrm>
            <a:off x="66" y="-222468"/>
            <a:ext cx="578831" cy="7314599"/>
            <a:chOff x="13274" y="-166851"/>
            <a:chExt cx="434123" cy="5485949"/>
          </a:xfrm>
        </p:grpSpPr>
        <p:sp>
          <p:nvSpPr>
            <p:cNvPr id="4820" name="Google Shape;4820;p19"/>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1" name="Google Shape;4821;p19"/>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2" name="Google Shape;4822;p19"/>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3" name="Google Shape;4823;p19"/>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4" name="Google Shape;4824;p19"/>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5" name="Google Shape;4825;p19"/>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6" name="Google Shape;4826;p19"/>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7" name="Google Shape;4827;p19"/>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8" name="Google Shape;4828;p19"/>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9" name="Google Shape;4829;p19"/>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0" name="Google Shape;4830;p19"/>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1" name="Google Shape;4831;p19"/>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2" name="Google Shape;4832;p19"/>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3" name="Google Shape;4833;p19"/>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4" name="Google Shape;4834;p19"/>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5" name="Google Shape;4835;p19"/>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6" name="Google Shape;4836;p19"/>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7" name="Google Shape;4837;p19"/>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8" name="Google Shape;4838;p19"/>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9" name="Google Shape;4839;p19"/>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0" name="Google Shape;4840;p19"/>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1" name="Google Shape;4841;p19"/>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2" name="Google Shape;4842;p19"/>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3" name="Google Shape;4843;p19"/>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4" name="Google Shape;4844;p19"/>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5" name="Google Shape;4845;p19"/>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6" name="Google Shape;4846;p19"/>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7" name="Google Shape;4847;p19"/>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8" name="Google Shape;4848;p19"/>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9" name="Google Shape;4849;p19"/>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0" name="Google Shape;4850;p19"/>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1" name="Google Shape;4851;p19"/>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2" name="Google Shape;4852;p19"/>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3" name="Google Shape;4853;p19"/>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4" name="Google Shape;4854;p19"/>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5" name="Google Shape;4855;p19"/>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6" name="Google Shape;4856;p19"/>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7" name="Google Shape;4857;p19"/>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8" name="Google Shape;4858;p19"/>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9" name="Google Shape;4859;p19"/>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0" name="Google Shape;4860;p19"/>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1" name="Google Shape;4861;p19"/>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2" name="Google Shape;4862;p19"/>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3" name="Google Shape;4863;p19"/>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4" name="Google Shape;4864;p19"/>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5" name="Google Shape;4865;p19"/>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6" name="Google Shape;4866;p19"/>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7" name="Google Shape;4867;p19"/>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8" name="Google Shape;4868;p19"/>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9" name="Google Shape;4869;p19"/>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0" name="Google Shape;4870;p19"/>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1" name="Google Shape;4871;p19"/>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2" name="Google Shape;4872;p19"/>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3" name="Google Shape;4873;p19"/>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4" name="Google Shape;4874;p19"/>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5" name="Google Shape;4875;p19"/>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6" name="Google Shape;4876;p19"/>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7" name="Google Shape;4877;p19"/>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8" name="Google Shape;4878;p19"/>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9" name="Google Shape;4879;p19"/>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0" name="Google Shape;4880;p19"/>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1" name="Google Shape;4881;p19"/>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2" name="Google Shape;4882;p19"/>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3" name="Google Shape;4883;p19"/>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4" name="Google Shape;4884;p19"/>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5" name="Google Shape;4885;p19"/>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6" name="Google Shape;4886;p19"/>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7" name="Google Shape;4887;p19"/>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8" name="Google Shape;4888;p19"/>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9" name="Google Shape;4889;p19"/>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0" name="Google Shape;4890;p19"/>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1" name="Google Shape;4891;p19"/>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2" name="Google Shape;4892;p19"/>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3" name="Google Shape;4893;p19"/>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4" name="Google Shape;4894;p19"/>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5" name="Google Shape;4895;p19"/>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6" name="Google Shape;4896;p19"/>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7" name="Google Shape;4897;p19"/>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8" name="Google Shape;4898;p19"/>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9" name="Google Shape;4899;p19"/>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0" name="Google Shape;4900;p19"/>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1" name="Google Shape;4901;p19"/>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2" name="Google Shape;4902;p19"/>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3" name="Google Shape;4903;p19"/>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4" name="Google Shape;4904;p19"/>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5" name="Google Shape;4905;p19"/>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6" name="Google Shape;4906;p19"/>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7" name="Google Shape;4907;p19"/>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8" name="Google Shape;4908;p19"/>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9" name="Google Shape;4909;p19"/>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0" name="Google Shape;4910;p19"/>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1" name="Google Shape;4911;p19"/>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2" name="Google Shape;4912;p19"/>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3" name="Google Shape;4913;p19"/>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4" name="Google Shape;4914;p19"/>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5" name="Google Shape;4915;p19"/>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6" name="Google Shape;4916;p19"/>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7" name="Google Shape;4917;p19"/>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8" name="Google Shape;4918;p19"/>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9" name="Google Shape;4919;p19"/>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0" name="Google Shape;4920;p19"/>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1" name="Google Shape;4921;p19"/>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2" name="Google Shape;4922;p19"/>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3" name="Google Shape;4923;p19"/>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4" name="Google Shape;4924;p19"/>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5" name="Google Shape;4925;p19"/>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6" name="Google Shape;4926;p19"/>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7" name="Google Shape;4927;p19"/>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8" name="Google Shape;4928;p19"/>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9" name="Google Shape;4929;p19"/>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0" name="Google Shape;4930;p19"/>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1" name="Google Shape;4931;p19"/>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2" name="Google Shape;4932;p19"/>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3" name="Google Shape;4933;p19"/>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4" name="Google Shape;4934;p19"/>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5" name="Google Shape;4935;p19"/>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6" name="Google Shape;4936;p19"/>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7" name="Google Shape;4937;p19"/>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8" name="Google Shape;4938;p19"/>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9" name="Google Shape;4939;p19"/>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0" name="Google Shape;4940;p19"/>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1" name="Google Shape;4941;p19"/>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2" name="Google Shape;4942;p19"/>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3" name="Google Shape;4943;p19"/>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4" name="Google Shape;4944;p19"/>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5" name="Google Shape;4945;p19"/>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6" name="Google Shape;4946;p19"/>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7" name="Google Shape;4947;p19"/>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8" name="Google Shape;4948;p19"/>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9" name="Google Shape;4949;p19"/>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0" name="Google Shape;4950;p19"/>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1" name="Google Shape;4951;p19"/>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2" name="Google Shape;4952;p19"/>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3" name="Google Shape;4953;p19"/>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4" name="Google Shape;4954;p19"/>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5" name="Google Shape;4955;p19"/>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9284283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Section header 1" preserve="1">
  <p:cSld name="Section header 1">
    <p:spTree>
      <p:nvGrpSpPr>
        <p:cNvPr id="1" name="Shape 4956"/>
        <p:cNvGrpSpPr/>
        <p:nvPr/>
      </p:nvGrpSpPr>
      <p:grpSpPr>
        <a:xfrm>
          <a:off x="0" y="0"/>
          <a:ext cx="0" cy="0"/>
          <a:chOff x="0" y="0"/>
          <a:chExt cx="0" cy="0"/>
        </a:xfrm>
      </p:grpSpPr>
      <p:grpSp>
        <p:nvGrpSpPr>
          <p:cNvPr id="4957" name="Google Shape;4957;p20"/>
          <p:cNvGrpSpPr/>
          <p:nvPr/>
        </p:nvGrpSpPr>
        <p:grpSpPr>
          <a:xfrm rot="-6330842">
            <a:off x="8574172" y="4987268"/>
            <a:ext cx="2737841" cy="1640985"/>
            <a:chOff x="3911500" y="3122300"/>
            <a:chExt cx="597375" cy="358050"/>
          </a:xfrm>
        </p:grpSpPr>
        <p:sp>
          <p:nvSpPr>
            <p:cNvPr id="4958" name="Google Shape;4958;p20"/>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9" name="Google Shape;4959;p20"/>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0" name="Google Shape;4960;p20"/>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1" name="Google Shape;4961;p20"/>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2" name="Google Shape;4962;p20"/>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3" name="Google Shape;4963;p20"/>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4" name="Google Shape;4964;p20"/>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5" name="Google Shape;4965;p20"/>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6" name="Google Shape;4966;p20"/>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7" name="Google Shape;4967;p20"/>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8" name="Google Shape;4968;p20"/>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9" name="Google Shape;4969;p20"/>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0" name="Google Shape;4970;p20"/>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1" name="Google Shape;4971;p20"/>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2" name="Google Shape;4972;p20"/>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3" name="Google Shape;4973;p20"/>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4" name="Google Shape;4974;p20"/>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5" name="Google Shape;4975;p20"/>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6" name="Google Shape;4976;p20"/>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7" name="Google Shape;4977;p20"/>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8" name="Google Shape;4978;p20"/>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9" name="Google Shape;4979;p20"/>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0" name="Google Shape;4980;p20"/>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1" name="Google Shape;4981;p20"/>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2" name="Google Shape;4982;p20"/>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3" name="Google Shape;4983;p20"/>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4" name="Google Shape;4984;p20"/>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5" name="Google Shape;4985;p20"/>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6" name="Google Shape;4986;p20"/>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7" name="Google Shape;4987;p20"/>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8" name="Google Shape;4988;p20"/>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89" name="Google Shape;4989;p20"/>
          <p:cNvSpPr txBox="1">
            <a:spLocks noGrp="1"/>
          </p:cNvSpPr>
          <p:nvPr>
            <p:ph type="title"/>
          </p:nvPr>
        </p:nvSpPr>
        <p:spPr>
          <a:xfrm>
            <a:off x="953467" y="4214580"/>
            <a:ext cx="7935600" cy="1122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6400">
                <a:solidFill>
                  <a:schemeClr val="lt2"/>
                </a:solidFill>
              </a:defRPr>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r>
              <a:rPr lang="en-US"/>
              <a:t>Click to edit Master title style</a:t>
            </a:r>
            <a:endParaRPr/>
          </a:p>
        </p:txBody>
      </p:sp>
      <p:sp>
        <p:nvSpPr>
          <p:cNvPr id="4990" name="Google Shape;4990;p20"/>
          <p:cNvSpPr txBox="1">
            <a:spLocks noGrp="1"/>
          </p:cNvSpPr>
          <p:nvPr>
            <p:ph type="title" idx="2" hasCustomPrompt="1"/>
          </p:nvPr>
        </p:nvSpPr>
        <p:spPr>
          <a:xfrm>
            <a:off x="953467" y="3241447"/>
            <a:ext cx="4201200" cy="11224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400">
                <a:solidFill>
                  <a:schemeClr val="accent1"/>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r>
              <a:t>xx%</a:t>
            </a:r>
          </a:p>
        </p:txBody>
      </p:sp>
      <p:sp>
        <p:nvSpPr>
          <p:cNvPr id="4991" name="Google Shape;4991;p20"/>
          <p:cNvSpPr txBox="1">
            <a:spLocks noGrp="1"/>
          </p:cNvSpPr>
          <p:nvPr>
            <p:ph type="subTitle" idx="1"/>
          </p:nvPr>
        </p:nvSpPr>
        <p:spPr>
          <a:xfrm>
            <a:off x="1235900" y="5520167"/>
            <a:ext cx="5805200" cy="57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sz="2133">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grpSp>
        <p:nvGrpSpPr>
          <p:cNvPr id="4992" name="Google Shape;4992;p20"/>
          <p:cNvGrpSpPr/>
          <p:nvPr/>
        </p:nvGrpSpPr>
        <p:grpSpPr>
          <a:xfrm flipH="1">
            <a:off x="11613166" y="-222468"/>
            <a:ext cx="578831" cy="7314599"/>
            <a:chOff x="13274" y="-166851"/>
            <a:chExt cx="434123" cy="5485949"/>
          </a:xfrm>
        </p:grpSpPr>
        <p:sp>
          <p:nvSpPr>
            <p:cNvPr id="4993" name="Google Shape;4993;p20"/>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4" name="Google Shape;4994;p20"/>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5" name="Google Shape;4995;p20"/>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6" name="Google Shape;4996;p20"/>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7" name="Google Shape;4997;p20"/>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8" name="Google Shape;4998;p20"/>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9" name="Google Shape;4999;p20"/>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0" name="Google Shape;5000;p20"/>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1" name="Google Shape;5001;p20"/>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2" name="Google Shape;5002;p20"/>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3" name="Google Shape;5003;p20"/>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4" name="Google Shape;5004;p20"/>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5" name="Google Shape;5005;p20"/>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6" name="Google Shape;5006;p20"/>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7" name="Google Shape;5007;p20"/>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8" name="Google Shape;5008;p20"/>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9" name="Google Shape;5009;p20"/>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0" name="Google Shape;5010;p20"/>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1" name="Google Shape;5011;p20"/>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2" name="Google Shape;5012;p20"/>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3" name="Google Shape;5013;p20"/>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4" name="Google Shape;5014;p20"/>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5" name="Google Shape;5015;p20"/>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6" name="Google Shape;5016;p20"/>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7" name="Google Shape;5017;p20"/>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8" name="Google Shape;5018;p20"/>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9" name="Google Shape;5019;p20"/>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0" name="Google Shape;5020;p20"/>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1" name="Google Shape;5021;p20"/>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2" name="Google Shape;5022;p20"/>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3" name="Google Shape;5023;p20"/>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4" name="Google Shape;5024;p20"/>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5" name="Google Shape;5025;p20"/>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6" name="Google Shape;5026;p20"/>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7" name="Google Shape;5027;p20"/>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8" name="Google Shape;5028;p20"/>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9" name="Google Shape;5029;p20"/>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0" name="Google Shape;5030;p20"/>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1" name="Google Shape;5031;p20"/>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2" name="Google Shape;5032;p20"/>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3" name="Google Shape;5033;p20"/>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4" name="Google Shape;5034;p20"/>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5" name="Google Shape;5035;p20"/>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6" name="Google Shape;5036;p20"/>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7" name="Google Shape;5037;p20"/>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8" name="Google Shape;5038;p20"/>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9" name="Google Shape;5039;p20"/>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0" name="Google Shape;5040;p20"/>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1" name="Google Shape;5041;p20"/>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2" name="Google Shape;5042;p20"/>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3" name="Google Shape;5043;p20"/>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4" name="Google Shape;5044;p20"/>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5" name="Google Shape;5045;p20"/>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6" name="Google Shape;5046;p20"/>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7" name="Google Shape;5047;p20"/>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8" name="Google Shape;5048;p20"/>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9" name="Google Shape;5049;p20"/>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0" name="Google Shape;5050;p20"/>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1" name="Google Shape;5051;p20"/>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2" name="Google Shape;5052;p20"/>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3" name="Google Shape;5053;p20"/>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20"/>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20"/>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20"/>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20"/>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20"/>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20"/>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20"/>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20"/>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20"/>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20"/>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20"/>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20"/>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20"/>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20"/>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20"/>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20"/>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20"/>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20"/>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20"/>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20"/>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20"/>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20"/>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20"/>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20"/>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20"/>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20"/>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20"/>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20"/>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20"/>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20"/>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20"/>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20"/>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20"/>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20"/>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20"/>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20"/>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20"/>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20"/>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20"/>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20"/>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20"/>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20"/>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20"/>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20"/>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20"/>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20"/>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20"/>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20"/>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20"/>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20"/>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20"/>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20"/>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20"/>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20"/>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20"/>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20"/>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20"/>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20"/>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20"/>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20"/>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20"/>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20"/>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20"/>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20"/>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20"/>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20"/>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20"/>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20"/>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20"/>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20"/>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20"/>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20"/>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20"/>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20"/>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20"/>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29" name="Google Shape;5129;p20"/>
          <p:cNvGrpSpPr/>
          <p:nvPr/>
        </p:nvGrpSpPr>
        <p:grpSpPr>
          <a:xfrm>
            <a:off x="66" y="-222468"/>
            <a:ext cx="578831" cy="7314599"/>
            <a:chOff x="13274" y="-166851"/>
            <a:chExt cx="434123" cy="5485949"/>
          </a:xfrm>
        </p:grpSpPr>
        <p:sp>
          <p:nvSpPr>
            <p:cNvPr id="5130" name="Google Shape;5130;p20"/>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20"/>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20"/>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20"/>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20"/>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20"/>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20"/>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20"/>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20"/>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20"/>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20"/>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20"/>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20"/>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20"/>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20"/>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20"/>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20"/>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20"/>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20"/>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20"/>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20"/>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20"/>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20"/>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20"/>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20"/>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20"/>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20"/>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20"/>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20"/>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20"/>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20"/>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20"/>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20"/>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20"/>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20"/>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20"/>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20"/>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20"/>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20"/>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20"/>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20"/>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20"/>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20"/>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20"/>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20"/>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20"/>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20"/>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20"/>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20"/>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20"/>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20"/>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20"/>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20"/>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20"/>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20"/>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20"/>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20"/>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20"/>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20"/>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20"/>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20"/>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20"/>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20"/>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20"/>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20"/>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20"/>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20"/>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20"/>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20"/>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20"/>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20"/>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20"/>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20"/>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20"/>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20"/>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20"/>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20"/>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20"/>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20"/>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9" name="Google Shape;5209;p20"/>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0" name="Google Shape;5210;p20"/>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1" name="Google Shape;5211;p20"/>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2" name="Google Shape;5212;p20"/>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3" name="Google Shape;5213;p20"/>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4" name="Google Shape;5214;p20"/>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5" name="Google Shape;5215;p20"/>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6" name="Google Shape;5216;p20"/>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7" name="Google Shape;5217;p20"/>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8" name="Google Shape;5218;p20"/>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9" name="Google Shape;5219;p20"/>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0" name="Google Shape;5220;p20"/>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1" name="Google Shape;5221;p20"/>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2" name="Google Shape;5222;p20"/>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3" name="Google Shape;5223;p20"/>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4" name="Google Shape;5224;p20"/>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5" name="Google Shape;5225;p20"/>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6" name="Google Shape;5226;p20"/>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7" name="Google Shape;5227;p20"/>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8" name="Google Shape;5228;p20"/>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9" name="Google Shape;5229;p20"/>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20"/>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20"/>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20"/>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20"/>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20"/>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20"/>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20"/>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20"/>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20"/>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20"/>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20"/>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20"/>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20"/>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20"/>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20"/>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20"/>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20"/>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20"/>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20"/>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20"/>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20"/>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20"/>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20"/>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20"/>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20"/>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20"/>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20"/>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20"/>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20"/>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20"/>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20"/>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20"/>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20"/>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20"/>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20"/>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20"/>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70482203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Section header 2" preserve="1">
  <p:cSld name="Section header 2">
    <p:spTree>
      <p:nvGrpSpPr>
        <p:cNvPr id="1" name="Shape 5266"/>
        <p:cNvGrpSpPr/>
        <p:nvPr/>
      </p:nvGrpSpPr>
      <p:grpSpPr>
        <a:xfrm>
          <a:off x="0" y="0"/>
          <a:ext cx="0" cy="0"/>
          <a:chOff x="0" y="0"/>
          <a:chExt cx="0" cy="0"/>
        </a:xfrm>
      </p:grpSpPr>
      <p:grpSp>
        <p:nvGrpSpPr>
          <p:cNvPr id="5267" name="Google Shape;5267;p21"/>
          <p:cNvGrpSpPr/>
          <p:nvPr/>
        </p:nvGrpSpPr>
        <p:grpSpPr>
          <a:xfrm rot="-8562928">
            <a:off x="-49020" y="-1488137"/>
            <a:ext cx="3293235" cy="2619295"/>
            <a:chOff x="2173200" y="3006475"/>
            <a:chExt cx="883975" cy="703075"/>
          </a:xfrm>
        </p:grpSpPr>
        <p:sp>
          <p:nvSpPr>
            <p:cNvPr id="5268" name="Google Shape;5268;p21"/>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21"/>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21"/>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21"/>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272" name="Google Shape;5272;p21"/>
          <p:cNvSpPr txBox="1">
            <a:spLocks noGrp="1"/>
          </p:cNvSpPr>
          <p:nvPr>
            <p:ph type="title"/>
          </p:nvPr>
        </p:nvSpPr>
        <p:spPr>
          <a:xfrm>
            <a:off x="1894667" y="2554867"/>
            <a:ext cx="4252400" cy="20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6400">
                <a:solidFill>
                  <a:schemeClr val="lt2"/>
                </a:solidFill>
              </a:defRPr>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r>
              <a:rPr lang="en-US"/>
              <a:t>Click to edit Master title style</a:t>
            </a:r>
            <a:endParaRPr/>
          </a:p>
        </p:txBody>
      </p:sp>
      <p:sp>
        <p:nvSpPr>
          <p:cNvPr id="5273" name="Google Shape;5273;p21"/>
          <p:cNvSpPr txBox="1">
            <a:spLocks noGrp="1"/>
          </p:cNvSpPr>
          <p:nvPr>
            <p:ph type="title" idx="2" hasCustomPrompt="1"/>
          </p:nvPr>
        </p:nvSpPr>
        <p:spPr>
          <a:xfrm>
            <a:off x="3139667" y="1348067"/>
            <a:ext cx="1762400" cy="120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400">
                <a:solidFill>
                  <a:schemeClr val="accent1"/>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r>
              <a:t>xx%</a:t>
            </a:r>
          </a:p>
        </p:txBody>
      </p:sp>
      <p:sp>
        <p:nvSpPr>
          <p:cNvPr id="5274" name="Google Shape;5274;p21"/>
          <p:cNvSpPr txBox="1">
            <a:spLocks noGrp="1"/>
          </p:cNvSpPr>
          <p:nvPr>
            <p:ph type="subTitle" idx="1"/>
          </p:nvPr>
        </p:nvSpPr>
        <p:spPr>
          <a:xfrm>
            <a:off x="1118267" y="4842733"/>
            <a:ext cx="5805200" cy="57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400"/>
              <a:buNone/>
              <a:defRPr sz="2133">
                <a:solidFill>
                  <a:schemeClr val="dk1"/>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a:r>
              <a:rPr lang="en-US"/>
              <a:t>Click to edit Master subtitle style</a:t>
            </a:r>
            <a:endParaRPr/>
          </a:p>
        </p:txBody>
      </p:sp>
      <p:grpSp>
        <p:nvGrpSpPr>
          <p:cNvPr id="5275" name="Google Shape;5275;p21"/>
          <p:cNvGrpSpPr/>
          <p:nvPr/>
        </p:nvGrpSpPr>
        <p:grpSpPr>
          <a:xfrm flipH="1">
            <a:off x="11613166" y="-222468"/>
            <a:ext cx="578831" cy="7314599"/>
            <a:chOff x="13274" y="-166851"/>
            <a:chExt cx="434123" cy="5485949"/>
          </a:xfrm>
        </p:grpSpPr>
        <p:sp>
          <p:nvSpPr>
            <p:cNvPr id="5276" name="Google Shape;5276;p21"/>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21"/>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21"/>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21"/>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21"/>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21"/>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21"/>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21"/>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21"/>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21"/>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21"/>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21"/>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21"/>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21"/>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21"/>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21"/>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21"/>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21"/>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21"/>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21"/>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21"/>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21"/>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21"/>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21"/>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21"/>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21"/>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21"/>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21"/>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21"/>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21"/>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21"/>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21"/>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21"/>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21"/>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21"/>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21"/>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21"/>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21"/>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21"/>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21"/>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21"/>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21"/>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21"/>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21"/>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21"/>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21"/>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21"/>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21"/>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21"/>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21"/>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21"/>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21"/>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21"/>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21"/>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21"/>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21"/>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21"/>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21"/>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21"/>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21"/>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6" name="Google Shape;5336;p21"/>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7" name="Google Shape;5337;p21"/>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21"/>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21"/>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21"/>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21"/>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21"/>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21"/>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21"/>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21"/>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6" name="Google Shape;5346;p21"/>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7" name="Google Shape;5347;p21"/>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21"/>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21"/>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21"/>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21"/>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21"/>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21"/>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21"/>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21"/>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6" name="Google Shape;5356;p21"/>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7" name="Google Shape;5357;p21"/>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8" name="Google Shape;5358;p21"/>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9" name="Google Shape;5359;p21"/>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0" name="Google Shape;5360;p21"/>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1" name="Google Shape;5361;p21"/>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2" name="Google Shape;5362;p21"/>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3" name="Google Shape;5363;p21"/>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4" name="Google Shape;5364;p21"/>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5" name="Google Shape;5365;p21"/>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6" name="Google Shape;5366;p21"/>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7" name="Google Shape;5367;p21"/>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8" name="Google Shape;5368;p21"/>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9" name="Google Shape;5369;p21"/>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0" name="Google Shape;5370;p21"/>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1" name="Google Shape;5371;p21"/>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2" name="Google Shape;5372;p21"/>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3" name="Google Shape;5373;p21"/>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4" name="Google Shape;5374;p21"/>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5" name="Google Shape;5375;p21"/>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6" name="Google Shape;5376;p21"/>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7" name="Google Shape;5377;p21"/>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8" name="Google Shape;5378;p21"/>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9" name="Google Shape;5379;p21"/>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0" name="Google Shape;5380;p21"/>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1" name="Google Shape;5381;p21"/>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2" name="Google Shape;5382;p21"/>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3" name="Google Shape;5383;p21"/>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4" name="Google Shape;5384;p21"/>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5" name="Google Shape;5385;p21"/>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6" name="Google Shape;5386;p21"/>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7" name="Google Shape;5387;p21"/>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8" name="Google Shape;5388;p21"/>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9" name="Google Shape;5389;p21"/>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0" name="Google Shape;5390;p21"/>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1" name="Google Shape;5391;p21"/>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2" name="Google Shape;5392;p21"/>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3" name="Google Shape;5393;p21"/>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4" name="Google Shape;5394;p21"/>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5" name="Google Shape;5395;p21"/>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6" name="Google Shape;5396;p21"/>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7" name="Google Shape;5397;p21"/>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8" name="Google Shape;5398;p21"/>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9" name="Google Shape;5399;p21"/>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0" name="Google Shape;5400;p21"/>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1" name="Google Shape;5401;p21"/>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2" name="Google Shape;5402;p21"/>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3" name="Google Shape;5403;p21"/>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4" name="Google Shape;5404;p21"/>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5" name="Google Shape;5405;p21"/>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6" name="Google Shape;5406;p21"/>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7" name="Google Shape;5407;p21"/>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8" name="Google Shape;5408;p21"/>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9" name="Google Shape;5409;p21"/>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0" name="Google Shape;5410;p21"/>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1" name="Google Shape;5411;p21"/>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412" name="Google Shape;5412;p21"/>
          <p:cNvGrpSpPr/>
          <p:nvPr/>
        </p:nvGrpSpPr>
        <p:grpSpPr>
          <a:xfrm>
            <a:off x="66" y="-222468"/>
            <a:ext cx="578831" cy="7314599"/>
            <a:chOff x="13274" y="-166851"/>
            <a:chExt cx="434123" cy="5485949"/>
          </a:xfrm>
        </p:grpSpPr>
        <p:sp>
          <p:nvSpPr>
            <p:cNvPr id="5413" name="Google Shape;5413;p21"/>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4" name="Google Shape;5414;p21"/>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5" name="Google Shape;5415;p21"/>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6" name="Google Shape;5416;p21"/>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7" name="Google Shape;5417;p21"/>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8" name="Google Shape;5418;p21"/>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9" name="Google Shape;5419;p21"/>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0" name="Google Shape;5420;p21"/>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1" name="Google Shape;5421;p21"/>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2" name="Google Shape;5422;p21"/>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3" name="Google Shape;5423;p21"/>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4" name="Google Shape;5424;p21"/>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5" name="Google Shape;5425;p21"/>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6" name="Google Shape;5426;p21"/>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7" name="Google Shape;5427;p21"/>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8" name="Google Shape;5428;p21"/>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9" name="Google Shape;5429;p21"/>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0" name="Google Shape;5430;p21"/>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1" name="Google Shape;5431;p21"/>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2" name="Google Shape;5432;p21"/>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3" name="Google Shape;5433;p21"/>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4" name="Google Shape;5434;p21"/>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5" name="Google Shape;5435;p21"/>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6" name="Google Shape;5436;p21"/>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7" name="Google Shape;5437;p21"/>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8" name="Google Shape;5438;p21"/>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9" name="Google Shape;5439;p21"/>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0" name="Google Shape;5440;p21"/>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1" name="Google Shape;5441;p21"/>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2" name="Google Shape;5442;p21"/>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3" name="Google Shape;5443;p21"/>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4" name="Google Shape;5444;p21"/>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5" name="Google Shape;5445;p21"/>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6" name="Google Shape;5446;p21"/>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7" name="Google Shape;5447;p21"/>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8" name="Google Shape;5448;p21"/>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9" name="Google Shape;5449;p21"/>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0" name="Google Shape;5450;p21"/>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1" name="Google Shape;5451;p21"/>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2" name="Google Shape;5452;p21"/>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3" name="Google Shape;5453;p21"/>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4" name="Google Shape;5454;p21"/>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5" name="Google Shape;5455;p21"/>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6" name="Google Shape;5456;p21"/>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7" name="Google Shape;5457;p21"/>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8" name="Google Shape;5458;p21"/>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9" name="Google Shape;5459;p21"/>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0" name="Google Shape;5460;p21"/>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1" name="Google Shape;5461;p21"/>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2" name="Google Shape;5462;p21"/>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3" name="Google Shape;5463;p21"/>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4" name="Google Shape;5464;p21"/>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5" name="Google Shape;5465;p21"/>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6" name="Google Shape;5466;p21"/>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7" name="Google Shape;5467;p21"/>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8" name="Google Shape;5468;p21"/>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9" name="Google Shape;5469;p21"/>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0" name="Google Shape;5470;p21"/>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1" name="Google Shape;5471;p21"/>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2" name="Google Shape;5472;p21"/>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3" name="Google Shape;5473;p21"/>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4" name="Google Shape;5474;p21"/>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5" name="Google Shape;5475;p21"/>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6" name="Google Shape;5476;p21"/>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7" name="Google Shape;5477;p21"/>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8" name="Google Shape;5478;p21"/>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9" name="Google Shape;5479;p21"/>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0" name="Google Shape;5480;p21"/>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1" name="Google Shape;5481;p21"/>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2" name="Google Shape;5482;p21"/>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3" name="Google Shape;5483;p21"/>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4" name="Google Shape;5484;p21"/>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5" name="Google Shape;5485;p21"/>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6" name="Google Shape;5486;p21"/>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7" name="Google Shape;5487;p21"/>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8" name="Google Shape;5488;p21"/>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9" name="Google Shape;5489;p21"/>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0" name="Google Shape;5490;p21"/>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1" name="Google Shape;5491;p21"/>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2" name="Google Shape;5492;p21"/>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3" name="Google Shape;5493;p21"/>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4" name="Google Shape;5494;p21"/>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5" name="Google Shape;5495;p21"/>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6" name="Google Shape;5496;p21"/>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7" name="Google Shape;5497;p21"/>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8" name="Google Shape;5498;p21"/>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9" name="Google Shape;5499;p21"/>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0" name="Google Shape;5500;p21"/>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1" name="Google Shape;5501;p21"/>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2" name="Google Shape;5502;p21"/>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3" name="Google Shape;5503;p21"/>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4" name="Google Shape;5504;p21"/>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5" name="Google Shape;5505;p21"/>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6" name="Google Shape;5506;p21"/>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7" name="Google Shape;5507;p21"/>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8" name="Google Shape;5508;p21"/>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9" name="Google Shape;5509;p21"/>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0" name="Google Shape;5510;p21"/>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1" name="Google Shape;5511;p21"/>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2" name="Google Shape;5512;p21"/>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3" name="Google Shape;5513;p21"/>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4" name="Google Shape;5514;p21"/>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5" name="Google Shape;5515;p21"/>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6" name="Google Shape;5516;p21"/>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7" name="Google Shape;5517;p21"/>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8" name="Google Shape;5518;p21"/>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9" name="Google Shape;5519;p21"/>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0" name="Google Shape;5520;p21"/>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1" name="Google Shape;5521;p21"/>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2" name="Google Shape;5522;p21"/>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3" name="Google Shape;5523;p21"/>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4" name="Google Shape;5524;p21"/>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5" name="Google Shape;5525;p21"/>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6" name="Google Shape;5526;p21"/>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7" name="Google Shape;5527;p21"/>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8" name="Google Shape;5528;p21"/>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9" name="Google Shape;5529;p21"/>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0" name="Google Shape;5530;p21"/>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1" name="Google Shape;5531;p21"/>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2" name="Google Shape;5532;p21"/>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3" name="Google Shape;5533;p21"/>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4" name="Google Shape;5534;p21"/>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5" name="Google Shape;5535;p21"/>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6" name="Google Shape;5536;p21"/>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7" name="Google Shape;5537;p21"/>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8" name="Google Shape;5538;p21"/>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9" name="Google Shape;5539;p21"/>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0" name="Google Shape;5540;p21"/>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1" name="Google Shape;5541;p21"/>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2" name="Google Shape;5542;p21"/>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3" name="Google Shape;5543;p21"/>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4" name="Google Shape;5544;p21"/>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5" name="Google Shape;5545;p21"/>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6" name="Google Shape;5546;p21"/>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7" name="Google Shape;5547;p21"/>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8" name="Google Shape;5548;p21"/>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72032086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Section header 3" preserve="1">
  <p:cSld name="Section header 3">
    <p:spTree>
      <p:nvGrpSpPr>
        <p:cNvPr id="1" name="Shape 5549"/>
        <p:cNvGrpSpPr/>
        <p:nvPr/>
      </p:nvGrpSpPr>
      <p:grpSpPr>
        <a:xfrm>
          <a:off x="0" y="0"/>
          <a:ext cx="0" cy="0"/>
          <a:chOff x="0" y="0"/>
          <a:chExt cx="0" cy="0"/>
        </a:xfrm>
      </p:grpSpPr>
      <p:sp>
        <p:nvSpPr>
          <p:cNvPr id="5550" name="Google Shape;5550;p22"/>
          <p:cNvSpPr txBox="1">
            <a:spLocks noGrp="1"/>
          </p:cNvSpPr>
          <p:nvPr>
            <p:ph type="title"/>
          </p:nvPr>
        </p:nvSpPr>
        <p:spPr>
          <a:xfrm>
            <a:off x="1590400" y="2726653"/>
            <a:ext cx="9011200" cy="93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6400">
                <a:solidFill>
                  <a:schemeClr val="lt2"/>
                </a:solidFill>
              </a:defRPr>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r>
              <a:rPr lang="en-US"/>
              <a:t>Click to edit Master title style</a:t>
            </a:r>
            <a:endParaRPr/>
          </a:p>
        </p:txBody>
      </p:sp>
      <p:sp>
        <p:nvSpPr>
          <p:cNvPr id="5551" name="Google Shape;5551;p22"/>
          <p:cNvSpPr txBox="1">
            <a:spLocks noGrp="1"/>
          </p:cNvSpPr>
          <p:nvPr>
            <p:ph type="title" idx="2" hasCustomPrompt="1"/>
          </p:nvPr>
        </p:nvSpPr>
        <p:spPr>
          <a:xfrm>
            <a:off x="5214800" y="1607375"/>
            <a:ext cx="1762400" cy="101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6400">
                <a:solidFill>
                  <a:schemeClr val="accent1"/>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r>
              <a:t>xx%</a:t>
            </a:r>
          </a:p>
        </p:txBody>
      </p:sp>
      <p:sp>
        <p:nvSpPr>
          <p:cNvPr id="5552" name="Google Shape;5552;p22"/>
          <p:cNvSpPr txBox="1">
            <a:spLocks noGrp="1"/>
          </p:cNvSpPr>
          <p:nvPr>
            <p:ph type="subTitle" idx="1"/>
          </p:nvPr>
        </p:nvSpPr>
        <p:spPr>
          <a:xfrm>
            <a:off x="3193400" y="4275757"/>
            <a:ext cx="5805200" cy="471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400"/>
              <a:buNone/>
              <a:defRPr sz="2133">
                <a:solidFill>
                  <a:schemeClr val="dk1"/>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a:r>
              <a:rPr lang="en-US"/>
              <a:t>Click to edit Master subtitle style</a:t>
            </a:r>
            <a:endParaRPr/>
          </a:p>
        </p:txBody>
      </p:sp>
      <p:grpSp>
        <p:nvGrpSpPr>
          <p:cNvPr id="5553" name="Google Shape;5553;p22"/>
          <p:cNvGrpSpPr/>
          <p:nvPr/>
        </p:nvGrpSpPr>
        <p:grpSpPr>
          <a:xfrm flipH="1">
            <a:off x="11613166" y="-222468"/>
            <a:ext cx="578831" cy="7314599"/>
            <a:chOff x="13274" y="-166851"/>
            <a:chExt cx="434123" cy="5485949"/>
          </a:xfrm>
        </p:grpSpPr>
        <p:sp>
          <p:nvSpPr>
            <p:cNvPr id="5554" name="Google Shape;5554;p22"/>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5" name="Google Shape;5555;p22"/>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6" name="Google Shape;5556;p22"/>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7" name="Google Shape;5557;p22"/>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8" name="Google Shape;5558;p22"/>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9" name="Google Shape;5559;p22"/>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0" name="Google Shape;5560;p22"/>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1" name="Google Shape;5561;p22"/>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2" name="Google Shape;5562;p22"/>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3" name="Google Shape;5563;p22"/>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4" name="Google Shape;5564;p22"/>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5" name="Google Shape;5565;p22"/>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6" name="Google Shape;5566;p22"/>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7" name="Google Shape;5567;p22"/>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8" name="Google Shape;5568;p22"/>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9" name="Google Shape;5569;p22"/>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0" name="Google Shape;5570;p22"/>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1" name="Google Shape;5571;p22"/>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2" name="Google Shape;5572;p22"/>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3" name="Google Shape;5573;p22"/>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4" name="Google Shape;5574;p22"/>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5" name="Google Shape;5575;p22"/>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6" name="Google Shape;5576;p22"/>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7" name="Google Shape;5577;p22"/>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8" name="Google Shape;5578;p22"/>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9" name="Google Shape;5579;p22"/>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0" name="Google Shape;5580;p22"/>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1" name="Google Shape;5581;p22"/>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2" name="Google Shape;5582;p22"/>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3" name="Google Shape;5583;p22"/>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4" name="Google Shape;5584;p22"/>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5" name="Google Shape;5585;p22"/>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6" name="Google Shape;5586;p22"/>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7" name="Google Shape;5587;p22"/>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8" name="Google Shape;5588;p22"/>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9" name="Google Shape;5589;p22"/>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0" name="Google Shape;5590;p22"/>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1" name="Google Shape;5591;p22"/>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2" name="Google Shape;5592;p22"/>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3" name="Google Shape;5593;p22"/>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4" name="Google Shape;5594;p22"/>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5" name="Google Shape;5595;p22"/>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6" name="Google Shape;5596;p22"/>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7" name="Google Shape;5597;p22"/>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8" name="Google Shape;5598;p22"/>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9" name="Google Shape;5599;p22"/>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0" name="Google Shape;5600;p22"/>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1" name="Google Shape;5601;p22"/>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2" name="Google Shape;5602;p22"/>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3" name="Google Shape;5603;p22"/>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4" name="Google Shape;5604;p22"/>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5" name="Google Shape;5605;p22"/>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6" name="Google Shape;5606;p22"/>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7" name="Google Shape;5607;p22"/>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8" name="Google Shape;5608;p22"/>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9" name="Google Shape;5609;p22"/>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0" name="Google Shape;5610;p22"/>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1" name="Google Shape;5611;p22"/>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2" name="Google Shape;5612;p22"/>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3" name="Google Shape;5613;p22"/>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4" name="Google Shape;5614;p22"/>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5" name="Google Shape;5615;p22"/>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6" name="Google Shape;5616;p22"/>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7" name="Google Shape;5617;p22"/>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8" name="Google Shape;5618;p22"/>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9" name="Google Shape;5619;p22"/>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0" name="Google Shape;5620;p22"/>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1" name="Google Shape;5621;p22"/>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2" name="Google Shape;5622;p22"/>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3" name="Google Shape;5623;p22"/>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4" name="Google Shape;5624;p22"/>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5" name="Google Shape;5625;p22"/>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6" name="Google Shape;5626;p22"/>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7" name="Google Shape;5627;p22"/>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8" name="Google Shape;5628;p22"/>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9" name="Google Shape;5629;p22"/>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0" name="Google Shape;5630;p22"/>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1" name="Google Shape;5631;p22"/>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2" name="Google Shape;5632;p22"/>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3" name="Google Shape;5633;p22"/>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4" name="Google Shape;5634;p22"/>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5" name="Google Shape;5635;p22"/>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6" name="Google Shape;5636;p22"/>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7" name="Google Shape;5637;p22"/>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8" name="Google Shape;5638;p22"/>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9" name="Google Shape;5639;p22"/>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0" name="Google Shape;5640;p22"/>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1" name="Google Shape;5641;p22"/>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2" name="Google Shape;5642;p22"/>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3" name="Google Shape;5643;p22"/>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4" name="Google Shape;5644;p22"/>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5" name="Google Shape;5645;p22"/>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6" name="Google Shape;5646;p22"/>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7" name="Google Shape;5647;p22"/>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8" name="Google Shape;5648;p22"/>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9" name="Google Shape;5649;p22"/>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0" name="Google Shape;5650;p22"/>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1" name="Google Shape;5651;p22"/>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2" name="Google Shape;5652;p22"/>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3" name="Google Shape;5653;p22"/>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4" name="Google Shape;5654;p22"/>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5" name="Google Shape;5655;p22"/>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6" name="Google Shape;5656;p22"/>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7" name="Google Shape;5657;p22"/>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8" name="Google Shape;5658;p22"/>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9" name="Google Shape;5659;p22"/>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0" name="Google Shape;5660;p22"/>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1" name="Google Shape;5661;p22"/>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2" name="Google Shape;5662;p22"/>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3" name="Google Shape;5663;p22"/>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4" name="Google Shape;5664;p22"/>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5" name="Google Shape;5665;p22"/>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6" name="Google Shape;5666;p22"/>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7" name="Google Shape;5667;p22"/>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8" name="Google Shape;5668;p22"/>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9" name="Google Shape;5669;p22"/>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0" name="Google Shape;5670;p22"/>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1" name="Google Shape;5671;p22"/>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2" name="Google Shape;5672;p22"/>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3" name="Google Shape;5673;p22"/>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4" name="Google Shape;5674;p22"/>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5" name="Google Shape;5675;p22"/>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6" name="Google Shape;5676;p22"/>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7" name="Google Shape;5677;p22"/>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22"/>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22"/>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22"/>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22"/>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22"/>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22"/>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22"/>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5" name="Google Shape;5685;p22"/>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6" name="Google Shape;5686;p22"/>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7" name="Google Shape;5687;p22"/>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8" name="Google Shape;5688;p22"/>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9" name="Google Shape;5689;p22"/>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690" name="Google Shape;5690;p22"/>
          <p:cNvGrpSpPr/>
          <p:nvPr/>
        </p:nvGrpSpPr>
        <p:grpSpPr>
          <a:xfrm>
            <a:off x="66" y="-222468"/>
            <a:ext cx="578831" cy="7314599"/>
            <a:chOff x="13274" y="-166851"/>
            <a:chExt cx="434123" cy="5485949"/>
          </a:xfrm>
        </p:grpSpPr>
        <p:sp>
          <p:nvSpPr>
            <p:cNvPr id="5691" name="Google Shape;5691;p22"/>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2" name="Google Shape;5692;p22"/>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3" name="Google Shape;5693;p22"/>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4" name="Google Shape;5694;p22"/>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5" name="Google Shape;5695;p22"/>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22"/>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22"/>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22"/>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22"/>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22"/>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22"/>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22"/>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22"/>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22"/>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22"/>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22"/>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22"/>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22"/>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22"/>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22"/>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22"/>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22"/>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22"/>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22"/>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22"/>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22"/>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22"/>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22"/>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22"/>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22"/>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22"/>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22"/>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22"/>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22"/>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22"/>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22"/>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22"/>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22"/>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22"/>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22"/>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22"/>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22"/>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22"/>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22"/>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22"/>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22"/>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22"/>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22"/>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22"/>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22"/>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22"/>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22"/>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22"/>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22"/>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22"/>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22"/>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22"/>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22"/>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22"/>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22"/>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22"/>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22"/>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22"/>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22"/>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22"/>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22"/>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22"/>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22"/>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22"/>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22"/>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22"/>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22"/>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22"/>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22"/>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22"/>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22"/>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22"/>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22"/>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22"/>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22"/>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22"/>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2" name="Google Shape;5772;p22"/>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3" name="Google Shape;5773;p22"/>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22"/>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22"/>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22"/>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22"/>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22"/>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22"/>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22"/>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22"/>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22"/>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22"/>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4" name="Google Shape;5784;p22"/>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5" name="Google Shape;5785;p22"/>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6" name="Google Shape;5786;p22"/>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7" name="Google Shape;5787;p22"/>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8" name="Google Shape;5788;p22"/>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22"/>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22"/>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22"/>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22"/>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22"/>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22"/>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22"/>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22"/>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22"/>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22"/>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22"/>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22"/>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22"/>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22"/>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22"/>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22"/>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22"/>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22"/>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22"/>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22"/>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22"/>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22"/>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22"/>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22"/>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22"/>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22"/>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22"/>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22"/>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22"/>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22"/>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22"/>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22"/>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22"/>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22"/>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22"/>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22"/>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22"/>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22"/>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827" name="Google Shape;5827;p22"/>
          <p:cNvGrpSpPr/>
          <p:nvPr/>
        </p:nvGrpSpPr>
        <p:grpSpPr>
          <a:xfrm rot="5400000">
            <a:off x="8266892" y="4767466"/>
            <a:ext cx="2042571" cy="3457796"/>
            <a:chOff x="6699775" y="1851925"/>
            <a:chExt cx="697250" cy="1180350"/>
          </a:xfrm>
        </p:grpSpPr>
        <p:sp>
          <p:nvSpPr>
            <p:cNvPr id="5828" name="Google Shape;5828;p22"/>
            <p:cNvSpPr/>
            <p:nvPr/>
          </p:nvSpPr>
          <p:spPr>
            <a:xfrm>
              <a:off x="7058750" y="2146825"/>
              <a:ext cx="338275" cy="448000"/>
            </a:xfrm>
            <a:custGeom>
              <a:avLst/>
              <a:gdLst/>
              <a:ahLst/>
              <a:cxnLst/>
              <a:rect l="l" t="t" r="r" b="b"/>
              <a:pathLst>
                <a:path w="13531" h="17920" extrusionOk="0">
                  <a:moveTo>
                    <a:pt x="6705" y="1"/>
                  </a:moveTo>
                  <a:cubicBezTo>
                    <a:pt x="6038" y="1"/>
                    <a:pt x="5353" y="141"/>
                    <a:pt x="4674" y="445"/>
                  </a:cubicBezTo>
                  <a:cubicBezTo>
                    <a:pt x="3400" y="1014"/>
                    <a:pt x="2476" y="1973"/>
                    <a:pt x="1885" y="3129"/>
                  </a:cubicBezTo>
                  <a:lnTo>
                    <a:pt x="1885" y="3129"/>
                  </a:lnTo>
                  <a:cubicBezTo>
                    <a:pt x="1533" y="3558"/>
                    <a:pt x="1237" y="4038"/>
                    <a:pt x="1008" y="4553"/>
                  </a:cubicBezTo>
                  <a:cubicBezTo>
                    <a:pt x="0" y="6832"/>
                    <a:pt x="120" y="9554"/>
                    <a:pt x="659" y="11942"/>
                  </a:cubicBezTo>
                  <a:cubicBezTo>
                    <a:pt x="1204" y="14364"/>
                    <a:pt x="2459" y="16813"/>
                    <a:pt x="4950" y="17661"/>
                  </a:cubicBezTo>
                  <a:cubicBezTo>
                    <a:pt x="5471" y="17838"/>
                    <a:pt x="5987" y="17920"/>
                    <a:pt x="6489" y="17920"/>
                  </a:cubicBezTo>
                  <a:cubicBezTo>
                    <a:pt x="8300" y="17920"/>
                    <a:pt x="9939" y="16855"/>
                    <a:pt x="11012" y="15306"/>
                  </a:cubicBezTo>
                  <a:cubicBezTo>
                    <a:pt x="13384" y="11869"/>
                    <a:pt x="13531" y="5941"/>
                    <a:pt x="11125" y="2484"/>
                  </a:cubicBezTo>
                  <a:cubicBezTo>
                    <a:pt x="10058" y="953"/>
                    <a:pt x="8441" y="1"/>
                    <a:pt x="67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22"/>
            <p:cNvSpPr/>
            <p:nvPr/>
          </p:nvSpPr>
          <p:spPr>
            <a:xfrm>
              <a:off x="6740200" y="2466975"/>
              <a:ext cx="422700" cy="565300"/>
            </a:xfrm>
            <a:custGeom>
              <a:avLst/>
              <a:gdLst/>
              <a:ahLst/>
              <a:cxnLst/>
              <a:rect l="l" t="t" r="r" b="b"/>
              <a:pathLst>
                <a:path w="16908" h="22612" extrusionOk="0">
                  <a:moveTo>
                    <a:pt x="16593" y="0"/>
                  </a:moveTo>
                  <a:cubicBezTo>
                    <a:pt x="16590" y="0"/>
                    <a:pt x="16588" y="1"/>
                    <a:pt x="16585" y="1"/>
                  </a:cubicBezTo>
                  <a:lnTo>
                    <a:pt x="16585" y="5"/>
                  </a:lnTo>
                  <a:cubicBezTo>
                    <a:pt x="14658" y="301"/>
                    <a:pt x="12935" y="1575"/>
                    <a:pt x="11398" y="2703"/>
                  </a:cubicBezTo>
                  <a:cubicBezTo>
                    <a:pt x="8387" y="4915"/>
                    <a:pt x="5786" y="7633"/>
                    <a:pt x="3706" y="10737"/>
                  </a:cubicBezTo>
                  <a:cubicBezTo>
                    <a:pt x="2638" y="12327"/>
                    <a:pt x="1647" y="14034"/>
                    <a:pt x="958" y="15827"/>
                  </a:cubicBezTo>
                  <a:cubicBezTo>
                    <a:pt x="293" y="17547"/>
                    <a:pt x="0" y="19603"/>
                    <a:pt x="1171" y="21177"/>
                  </a:cubicBezTo>
                  <a:cubicBezTo>
                    <a:pt x="1640" y="21809"/>
                    <a:pt x="2306" y="22331"/>
                    <a:pt x="3077" y="22531"/>
                  </a:cubicBezTo>
                  <a:cubicBezTo>
                    <a:pt x="3290" y="22585"/>
                    <a:pt x="3502" y="22611"/>
                    <a:pt x="3711" y="22611"/>
                  </a:cubicBezTo>
                  <a:cubicBezTo>
                    <a:pt x="4296" y="22611"/>
                    <a:pt x="4863" y="22411"/>
                    <a:pt x="5370" y="22075"/>
                  </a:cubicBezTo>
                  <a:cubicBezTo>
                    <a:pt x="6135" y="21569"/>
                    <a:pt x="6800" y="20884"/>
                    <a:pt x="7449" y="20239"/>
                  </a:cubicBezTo>
                  <a:cubicBezTo>
                    <a:pt x="8118" y="19570"/>
                    <a:pt x="8760" y="18875"/>
                    <a:pt x="9375" y="18153"/>
                  </a:cubicBezTo>
                  <a:cubicBezTo>
                    <a:pt x="10600" y="16712"/>
                    <a:pt x="11701" y="15169"/>
                    <a:pt x="12666" y="13542"/>
                  </a:cubicBezTo>
                  <a:cubicBezTo>
                    <a:pt x="14582" y="10315"/>
                    <a:pt x="16066" y="6695"/>
                    <a:pt x="16741" y="2995"/>
                  </a:cubicBezTo>
                  <a:cubicBezTo>
                    <a:pt x="16824" y="2543"/>
                    <a:pt x="16877" y="2087"/>
                    <a:pt x="16904" y="1628"/>
                  </a:cubicBezTo>
                  <a:cubicBezTo>
                    <a:pt x="16908" y="1567"/>
                    <a:pt x="16857" y="1533"/>
                    <a:pt x="16806" y="1533"/>
                  </a:cubicBezTo>
                  <a:cubicBezTo>
                    <a:pt x="16765" y="1533"/>
                    <a:pt x="16724" y="1554"/>
                    <a:pt x="16711" y="1601"/>
                  </a:cubicBezTo>
                  <a:cubicBezTo>
                    <a:pt x="16222" y="3335"/>
                    <a:pt x="15886" y="5098"/>
                    <a:pt x="15307" y="6811"/>
                  </a:cubicBezTo>
                  <a:cubicBezTo>
                    <a:pt x="14722" y="8535"/>
                    <a:pt x="14003" y="10211"/>
                    <a:pt x="13155" y="11825"/>
                  </a:cubicBezTo>
                  <a:cubicBezTo>
                    <a:pt x="11494" y="14999"/>
                    <a:pt x="9349" y="17940"/>
                    <a:pt x="6790" y="20445"/>
                  </a:cubicBezTo>
                  <a:cubicBezTo>
                    <a:pt x="6135" y="21087"/>
                    <a:pt x="5443" y="21829"/>
                    <a:pt x="4571" y="22172"/>
                  </a:cubicBezTo>
                  <a:cubicBezTo>
                    <a:pt x="4295" y="22279"/>
                    <a:pt x="4012" y="22329"/>
                    <a:pt x="3732" y="22329"/>
                  </a:cubicBezTo>
                  <a:cubicBezTo>
                    <a:pt x="3188" y="22329"/>
                    <a:pt x="2651" y="22141"/>
                    <a:pt x="2186" y="21816"/>
                  </a:cubicBezTo>
                  <a:cubicBezTo>
                    <a:pt x="492" y="20631"/>
                    <a:pt x="366" y="18492"/>
                    <a:pt x="918" y="16666"/>
                  </a:cubicBezTo>
                  <a:cubicBezTo>
                    <a:pt x="1461" y="14876"/>
                    <a:pt x="2439" y="13179"/>
                    <a:pt x="3433" y="11605"/>
                  </a:cubicBezTo>
                  <a:cubicBezTo>
                    <a:pt x="5466" y="8398"/>
                    <a:pt x="8044" y="5570"/>
                    <a:pt x="11055" y="3255"/>
                  </a:cubicBezTo>
                  <a:cubicBezTo>
                    <a:pt x="11864" y="2633"/>
                    <a:pt x="12705" y="2051"/>
                    <a:pt x="13574" y="1508"/>
                  </a:cubicBezTo>
                  <a:cubicBezTo>
                    <a:pt x="14525" y="919"/>
                    <a:pt x="15503" y="334"/>
                    <a:pt x="16608" y="94"/>
                  </a:cubicBezTo>
                  <a:cubicBezTo>
                    <a:pt x="16665" y="82"/>
                    <a:pt x="16644" y="0"/>
                    <a:pt x="165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22"/>
            <p:cNvSpPr/>
            <p:nvPr/>
          </p:nvSpPr>
          <p:spPr>
            <a:xfrm>
              <a:off x="6699775" y="2329000"/>
              <a:ext cx="431150" cy="208625"/>
            </a:xfrm>
            <a:custGeom>
              <a:avLst/>
              <a:gdLst/>
              <a:ahLst/>
              <a:cxnLst/>
              <a:rect l="l" t="t" r="r" b="b"/>
              <a:pathLst>
                <a:path w="17246" h="8345" extrusionOk="0">
                  <a:moveTo>
                    <a:pt x="7358" y="0"/>
                  </a:moveTo>
                  <a:cubicBezTo>
                    <a:pt x="5172" y="0"/>
                    <a:pt x="2879" y="511"/>
                    <a:pt x="1314" y="2114"/>
                  </a:cubicBezTo>
                  <a:cubicBezTo>
                    <a:pt x="556" y="2889"/>
                    <a:pt x="0" y="3967"/>
                    <a:pt x="43" y="5071"/>
                  </a:cubicBezTo>
                  <a:cubicBezTo>
                    <a:pt x="87" y="6142"/>
                    <a:pt x="735" y="7044"/>
                    <a:pt x="1627" y="7593"/>
                  </a:cubicBezTo>
                  <a:cubicBezTo>
                    <a:pt x="2625" y="8210"/>
                    <a:pt x="3823" y="8344"/>
                    <a:pt x="4977" y="8344"/>
                  </a:cubicBezTo>
                  <a:cubicBezTo>
                    <a:pt x="5081" y="8344"/>
                    <a:pt x="5184" y="8343"/>
                    <a:pt x="5287" y="8341"/>
                  </a:cubicBezTo>
                  <a:cubicBezTo>
                    <a:pt x="6544" y="8315"/>
                    <a:pt x="7795" y="8152"/>
                    <a:pt x="9019" y="7852"/>
                  </a:cubicBezTo>
                  <a:cubicBezTo>
                    <a:pt x="11731" y="7197"/>
                    <a:pt x="14369" y="5916"/>
                    <a:pt x="16405" y="3990"/>
                  </a:cubicBezTo>
                  <a:cubicBezTo>
                    <a:pt x="16440" y="3957"/>
                    <a:pt x="16409" y="3896"/>
                    <a:pt x="16370" y="3896"/>
                  </a:cubicBezTo>
                  <a:cubicBezTo>
                    <a:pt x="16361" y="3896"/>
                    <a:pt x="16351" y="3899"/>
                    <a:pt x="16342" y="3907"/>
                  </a:cubicBezTo>
                  <a:lnTo>
                    <a:pt x="16342" y="3903"/>
                  </a:lnTo>
                  <a:cubicBezTo>
                    <a:pt x="14466" y="5334"/>
                    <a:pt x="12406" y="6495"/>
                    <a:pt x="10147" y="7194"/>
                  </a:cubicBezTo>
                  <a:cubicBezTo>
                    <a:pt x="9009" y="7546"/>
                    <a:pt x="7842" y="7783"/>
                    <a:pt x="6661" y="7899"/>
                  </a:cubicBezTo>
                  <a:cubicBezTo>
                    <a:pt x="6100" y="7953"/>
                    <a:pt x="5523" y="7996"/>
                    <a:pt x="4947" y="7996"/>
                  </a:cubicBezTo>
                  <a:cubicBezTo>
                    <a:pt x="4280" y="7996"/>
                    <a:pt x="3615" y="7938"/>
                    <a:pt x="2978" y="7773"/>
                  </a:cubicBezTo>
                  <a:cubicBezTo>
                    <a:pt x="1920" y="7496"/>
                    <a:pt x="865" y="6814"/>
                    <a:pt x="519" y="5727"/>
                  </a:cubicBezTo>
                  <a:cubicBezTo>
                    <a:pt x="170" y="4635"/>
                    <a:pt x="639" y="3438"/>
                    <a:pt x="1351" y="2596"/>
                  </a:cubicBezTo>
                  <a:cubicBezTo>
                    <a:pt x="2808" y="871"/>
                    <a:pt x="5178" y="337"/>
                    <a:pt x="7361" y="337"/>
                  </a:cubicBezTo>
                  <a:cubicBezTo>
                    <a:pt x="7565" y="337"/>
                    <a:pt x="7768" y="341"/>
                    <a:pt x="7968" y="350"/>
                  </a:cubicBezTo>
                  <a:cubicBezTo>
                    <a:pt x="9525" y="420"/>
                    <a:pt x="11069" y="693"/>
                    <a:pt x="12599" y="949"/>
                  </a:cubicBezTo>
                  <a:cubicBezTo>
                    <a:pt x="13361" y="1076"/>
                    <a:pt x="14123" y="1209"/>
                    <a:pt x="14885" y="1348"/>
                  </a:cubicBezTo>
                  <a:cubicBezTo>
                    <a:pt x="15630" y="1485"/>
                    <a:pt x="16382" y="1668"/>
                    <a:pt x="17137" y="1691"/>
                  </a:cubicBezTo>
                  <a:cubicBezTo>
                    <a:pt x="17138" y="1691"/>
                    <a:pt x="17139" y="1691"/>
                    <a:pt x="17141" y="1691"/>
                  </a:cubicBezTo>
                  <a:cubicBezTo>
                    <a:pt x="17237" y="1691"/>
                    <a:pt x="17246" y="1558"/>
                    <a:pt x="17164" y="1528"/>
                  </a:cubicBezTo>
                  <a:cubicBezTo>
                    <a:pt x="16442" y="1255"/>
                    <a:pt x="15667" y="1149"/>
                    <a:pt x="14908" y="1009"/>
                  </a:cubicBezTo>
                  <a:cubicBezTo>
                    <a:pt x="14173" y="876"/>
                    <a:pt x="13434" y="746"/>
                    <a:pt x="12692" y="623"/>
                  </a:cubicBezTo>
                  <a:cubicBezTo>
                    <a:pt x="11238" y="380"/>
                    <a:pt x="9778" y="124"/>
                    <a:pt x="8304" y="31"/>
                  </a:cubicBezTo>
                  <a:cubicBezTo>
                    <a:pt x="7993" y="11"/>
                    <a:pt x="7676" y="0"/>
                    <a:pt x="73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22"/>
            <p:cNvSpPr/>
            <p:nvPr/>
          </p:nvSpPr>
          <p:spPr>
            <a:xfrm>
              <a:off x="6772450" y="2037250"/>
              <a:ext cx="409575" cy="325700"/>
            </a:xfrm>
            <a:custGeom>
              <a:avLst/>
              <a:gdLst/>
              <a:ahLst/>
              <a:cxnLst/>
              <a:rect l="l" t="t" r="r" b="b"/>
              <a:pathLst>
                <a:path w="16383" h="13028" extrusionOk="0">
                  <a:moveTo>
                    <a:pt x="4832" y="1"/>
                  </a:moveTo>
                  <a:cubicBezTo>
                    <a:pt x="4410" y="1"/>
                    <a:pt x="3983" y="50"/>
                    <a:pt x="3554" y="157"/>
                  </a:cubicBezTo>
                  <a:cubicBezTo>
                    <a:pt x="1621" y="639"/>
                    <a:pt x="1" y="2668"/>
                    <a:pt x="553" y="4718"/>
                  </a:cubicBezTo>
                  <a:cubicBezTo>
                    <a:pt x="859" y="5856"/>
                    <a:pt x="1841" y="6597"/>
                    <a:pt x="2742" y="7266"/>
                  </a:cubicBezTo>
                  <a:cubicBezTo>
                    <a:pt x="3833" y="8071"/>
                    <a:pt x="4965" y="8820"/>
                    <a:pt x="6136" y="9502"/>
                  </a:cubicBezTo>
                  <a:cubicBezTo>
                    <a:pt x="8771" y="11039"/>
                    <a:pt x="11595" y="12223"/>
                    <a:pt x="14539" y="13025"/>
                  </a:cubicBezTo>
                  <a:cubicBezTo>
                    <a:pt x="14546" y="13027"/>
                    <a:pt x="14553" y="13028"/>
                    <a:pt x="14559" y="13028"/>
                  </a:cubicBezTo>
                  <a:cubicBezTo>
                    <a:pt x="14627" y="13028"/>
                    <a:pt x="14649" y="12920"/>
                    <a:pt x="14573" y="12899"/>
                  </a:cubicBezTo>
                  <a:cubicBezTo>
                    <a:pt x="12147" y="12107"/>
                    <a:pt x="9779" y="11102"/>
                    <a:pt x="7540" y="9868"/>
                  </a:cubicBezTo>
                  <a:cubicBezTo>
                    <a:pt x="6425" y="9252"/>
                    <a:pt x="5331" y="8600"/>
                    <a:pt x="4276" y="7882"/>
                  </a:cubicBezTo>
                  <a:cubicBezTo>
                    <a:pt x="3298" y="7216"/>
                    <a:pt x="2170" y="6531"/>
                    <a:pt x="1435" y="5586"/>
                  </a:cubicBezTo>
                  <a:cubicBezTo>
                    <a:pt x="41" y="3793"/>
                    <a:pt x="1375" y="1278"/>
                    <a:pt x="3334" y="622"/>
                  </a:cubicBezTo>
                  <a:cubicBezTo>
                    <a:pt x="3839" y="454"/>
                    <a:pt x="4345" y="379"/>
                    <a:pt x="4845" y="379"/>
                  </a:cubicBezTo>
                  <a:cubicBezTo>
                    <a:pt x="6789" y="379"/>
                    <a:pt x="8655" y="1519"/>
                    <a:pt x="10081" y="2791"/>
                  </a:cubicBezTo>
                  <a:cubicBezTo>
                    <a:pt x="12061" y="4558"/>
                    <a:pt x="13731" y="7023"/>
                    <a:pt x="16283" y="8005"/>
                  </a:cubicBezTo>
                  <a:cubicBezTo>
                    <a:pt x="16291" y="8008"/>
                    <a:pt x="16298" y="8009"/>
                    <a:pt x="16305" y="8009"/>
                  </a:cubicBezTo>
                  <a:cubicBezTo>
                    <a:pt x="16360" y="8009"/>
                    <a:pt x="16383" y="7924"/>
                    <a:pt x="16333" y="7892"/>
                  </a:cubicBezTo>
                  <a:cubicBezTo>
                    <a:pt x="15181" y="7150"/>
                    <a:pt x="14137" y="6285"/>
                    <a:pt x="13162" y="5327"/>
                  </a:cubicBezTo>
                  <a:cubicBezTo>
                    <a:pt x="12217" y="4398"/>
                    <a:pt x="11332" y="3414"/>
                    <a:pt x="10348" y="2532"/>
                  </a:cubicBezTo>
                  <a:cubicBezTo>
                    <a:pt x="8834" y="1176"/>
                    <a:pt x="6894" y="1"/>
                    <a:pt x="48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22"/>
            <p:cNvSpPr/>
            <p:nvPr/>
          </p:nvSpPr>
          <p:spPr>
            <a:xfrm>
              <a:off x="6980725" y="1851925"/>
              <a:ext cx="200800" cy="465525"/>
            </a:xfrm>
            <a:custGeom>
              <a:avLst/>
              <a:gdLst/>
              <a:ahLst/>
              <a:cxnLst/>
              <a:rect l="l" t="t" r="r" b="b"/>
              <a:pathLst>
                <a:path w="8032" h="18621" extrusionOk="0">
                  <a:moveTo>
                    <a:pt x="3742" y="356"/>
                  </a:moveTo>
                  <a:cubicBezTo>
                    <a:pt x="4730" y="356"/>
                    <a:pt x="5598" y="1049"/>
                    <a:pt x="6168" y="1827"/>
                  </a:cubicBezTo>
                  <a:cubicBezTo>
                    <a:pt x="7662" y="3863"/>
                    <a:pt x="7669" y="6708"/>
                    <a:pt x="7672" y="9127"/>
                  </a:cubicBezTo>
                  <a:cubicBezTo>
                    <a:pt x="7675" y="11298"/>
                    <a:pt x="7599" y="13470"/>
                    <a:pt x="7549" y="15643"/>
                  </a:cubicBezTo>
                  <a:lnTo>
                    <a:pt x="7549" y="15643"/>
                  </a:lnTo>
                  <a:cubicBezTo>
                    <a:pt x="7548" y="15631"/>
                    <a:pt x="7543" y="15619"/>
                    <a:pt x="7533" y="15607"/>
                  </a:cubicBezTo>
                  <a:cubicBezTo>
                    <a:pt x="5852" y="13731"/>
                    <a:pt x="4532" y="11559"/>
                    <a:pt x="3361" y="9336"/>
                  </a:cubicBezTo>
                  <a:cubicBezTo>
                    <a:pt x="2772" y="8222"/>
                    <a:pt x="2166" y="7094"/>
                    <a:pt x="1697" y="5926"/>
                  </a:cubicBezTo>
                  <a:cubicBezTo>
                    <a:pt x="1255" y="4822"/>
                    <a:pt x="965" y="3581"/>
                    <a:pt x="1335" y="2416"/>
                  </a:cubicBezTo>
                  <a:cubicBezTo>
                    <a:pt x="1631" y="1481"/>
                    <a:pt x="2336" y="586"/>
                    <a:pt x="3344" y="393"/>
                  </a:cubicBezTo>
                  <a:cubicBezTo>
                    <a:pt x="3478" y="368"/>
                    <a:pt x="3611" y="356"/>
                    <a:pt x="3742" y="356"/>
                  </a:cubicBezTo>
                  <a:close/>
                  <a:moveTo>
                    <a:pt x="3741" y="0"/>
                  </a:moveTo>
                  <a:cubicBezTo>
                    <a:pt x="2794" y="0"/>
                    <a:pt x="1966" y="558"/>
                    <a:pt x="1451" y="1338"/>
                  </a:cubicBezTo>
                  <a:cubicBezTo>
                    <a:pt x="0" y="3521"/>
                    <a:pt x="1335" y="6112"/>
                    <a:pt x="2389" y="8142"/>
                  </a:cubicBezTo>
                  <a:cubicBezTo>
                    <a:pt x="3793" y="10843"/>
                    <a:pt x="5347" y="13468"/>
                    <a:pt x="7436" y="15701"/>
                  </a:cubicBezTo>
                  <a:cubicBezTo>
                    <a:pt x="7450" y="15715"/>
                    <a:pt x="7466" y="15722"/>
                    <a:pt x="7481" y="15722"/>
                  </a:cubicBezTo>
                  <a:cubicBezTo>
                    <a:pt x="7514" y="15722"/>
                    <a:pt x="7543" y="15694"/>
                    <a:pt x="7549" y="15662"/>
                  </a:cubicBezTo>
                  <a:lnTo>
                    <a:pt x="7549" y="15662"/>
                  </a:lnTo>
                  <a:cubicBezTo>
                    <a:pt x="7528" y="16618"/>
                    <a:pt x="7511" y="17575"/>
                    <a:pt x="7509" y="18532"/>
                  </a:cubicBezTo>
                  <a:cubicBezTo>
                    <a:pt x="7509" y="18591"/>
                    <a:pt x="7552" y="18620"/>
                    <a:pt x="7596" y="18620"/>
                  </a:cubicBezTo>
                  <a:cubicBezTo>
                    <a:pt x="7641" y="18620"/>
                    <a:pt x="7687" y="18590"/>
                    <a:pt x="7692" y="18532"/>
                  </a:cubicBezTo>
                  <a:cubicBezTo>
                    <a:pt x="8005" y="15478"/>
                    <a:pt x="8015" y="12387"/>
                    <a:pt x="8015" y="9320"/>
                  </a:cubicBezTo>
                  <a:cubicBezTo>
                    <a:pt x="8015" y="6768"/>
                    <a:pt x="8032" y="3757"/>
                    <a:pt x="6441" y="1608"/>
                  </a:cubicBezTo>
                  <a:cubicBezTo>
                    <a:pt x="5839" y="793"/>
                    <a:pt x="4974" y="87"/>
                    <a:pt x="3929" y="8"/>
                  </a:cubicBezTo>
                  <a:cubicBezTo>
                    <a:pt x="3866" y="3"/>
                    <a:pt x="3803" y="0"/>
                    <a:pt x="37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22"/>
            <p:cNvSpPr/>
            <p:nvPr/>
          </p:nvSpPr>
          <p:spPr>
            <a:xfrm>
              <a:off x="7074200" y="2519625"/>
              <a:ext cx="165225" cy="466775"/>
            </a:xfrm>
            <a:custGeom>
              <a:avLst/>
              <a:gdLst/>
              <a:ahLst/>
              <a:cxnLst/>
              <a:rect l="l" t="t" r="r" b="b"/>
              <a:pathLst>
                <a:path w="6609" h="18671" extrusionOk="0">
                  <a:moveTo>
                    <a:pt x="5513" y="0"/>
                  </a:moveTo>
                  <a:cubicBezTo>
                    <a:pt x="5445" y="0"/>
                    <a:pt x="5374" y="58"/>
                    <a:pt x="5390" y="148"/>
                  </a:cubicBezTo>
                  <a:cubicBezTo>
                    <a:pt x="5816" y="2543"/>
                    <a:pt x="6036" y="4982"/>
                    <a:pt x="5903" y="7413"/>
                  </a:cubicBezTo>
                  <a:cubicBezTo>
                    <a:pt x="5763" y="9845"/>
                    <a:pt x="5287" y="12241"/>
                    <a:pt x="4485" y="14540"/>
                  </a:cubicBezTo>
                  <a:cubicBezTo>
                    <a:pt x="4279" y="15125"/>
                    <a:pt x="4053" y="15704"/>
                    <a:pt x="3803" y="16273"/>
                  </a:cubicBezTo>
                  <a:cubicBezTo>
                    <a:pt x="3584" y="16775"/>
                    <a:pt x="3374" y="17314"/>
                    <a:pt x="3018" y="17740"/>
                  </a:cubicBezTo>
                  <a:cubicBezTo>
                    <a:pt x="2782" y="18022"/>
                    <a:pt x="2479" y="18220"/>
                    <a:pt x="2166" y="18220"/>
                  </a:cubicBezTo>
                  <a:cubicBezTo>
                    <a:pt x="1976" y="18220"/>
                    <a:pt x="1782" y="18147"/>
                    <a:pt x="1598" y="17976"/>
                  </a:cubicBezTo>
                  <a:cubicBezTo>
                    <a:pt x="1185" y="17600"/>
                    <a:pt x="919" y="17022"/>
                    <a:pt x="756" y="16496"/>
                  </a:cubicBezTo>
                  <a:cubicBezTo>
                    <a:pt x="413" y="15405"/>
                    <a:pt x="447" y="14220"/>
                    <a:pt x="613" y="13099"/>
                  </a:cubicBezTo>
                  <a:cubicBezTo>
                    <a:pt x="799" y="11848"/>
                    <a:pt x="1129" y="10617"/>
                    <a:pt x="1511" y="9416"/>
                  </a:cubicBezTo>
                  <a:cubicBezTo>
                    <a:pt x="2423" y="6545"/>
                    <a:pt x="3564" y="3741"/>
                    <a:pt x="4612" y="919"/>
                  </a:cubicBezTo>
                  <a:cubicBezTo>
                    <a:pt x="4636" y="859"/>
                    <a:pt x="4587" y="820"/>
                    <a:pt x="4536" y="820"/>
                  </a:cubicBezTo>
                  <a:cubicBezTo>
                    <a:pt x="4503" y="820"/>
                    <a:pt x="4468" y="837"/>
                    <a:pt x="4452" y="876"/>
                  </a:cubicBezTo>
                  <a:cubicBezTo>
                    <a:pt x="3371" y="3574"/>
                    <a:pt x="2207" y="6259"/>
                    <a:pt x="1268" y="9014"/>
                  </a:cubicBezTo>
                  <a:cubicBezTo>
                    <a:pt x="823" y="10328"/>
                    <a:pt x="433" y="11675"/>
                    <a:pt x="224" y="13046"/>
                  </a:cubicBezTo>
                  <a:cubicBezTo>
                    <a:pt x="51" y="14187"/>
                    <a:pt x="1" y="15378"/>
                    <a:pt x="320" y="16499"/>
                  </a:cubicBezTo>
                  <a:cubicBezTo>
                    <a:pt x="562" y="17344"/>
                    <a:pt x="1149" y="18671"/>
                    <a:pt x="2188" y="18671"/>
                  </a:cubicBezTo>
                  <a:cubicBezTo>
                    <a:pt x="2238" y="18671"/>
                    <a:pt x="2288" y="18668"/>
                    <a:pt x="2340" y="18662"/>
                  </a:cubicBezTo>
                  <a:cubicBezTo>
                    <a:pt x="3414" y="18529"/>
                    <a:pt x="3930" y="17211"/>
                    <a:pt x="4303" y="16359"/>
                  </a:cubicBezTo>
                  <a:cubicBezTo>
                    <a:pt x="5337" y="13974"/>
                    <a:pt x="6009" y="11446"/>
                    <a:pt x="6289" y="8861"/>
                  </a:cubicBezTo>
                  <a:cubicBezTo>
                    <a:pt x="6608" y="5930"/>
                    <a:pt x="6458" y="2922"/>
                    <a:pt x="5620" y="84"/>
                  </a:cubicBezTo>
                  <a:cubicBezTo>
                    <a:pt x="5603" y="26"/>
                    <a:pt x="5558" y="0"/>
                    <a:pt x="55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22"/>
            <p:cNvSpPr/>
            <p:nvPr/>
          </p:nvSpPr>
          <p:spPr>
            <a:xfrm>
              <a:off x="6861950" y="2878175"/>
              <a:ext cx="21900" cy="17125"/>
            </a:xfrm>
            <a:custGeom>
              <a:avLst/>
              <a:gdLst/>
              <a:ahLst/>
              <a:cxnLst/>
              <a:rect l="l" t="t" r="r" b="b"/>
              <a:pathLst>
                <a:path w="876" h="685" extrusionOk="0">
                  <a:moveTo>
                    <a:pt x="356" y="0"/>
                  </a:moveTo>
                  <a:cubicBezTo>
                    <a:pt x="280" y="0"/>
                    <a:pt x="186" y="49"/>
                    <a:pt x="134" y="101"/>
                  </a:cubicBezTo>
                  <a:cubicBezTo>
                    <a:pt x="1" y="234"/>
                    <a:pt x="1" y="451"/>
                    <a:pt x="130" y="584"/>
                  </a:cubicBezTo>
                  <a:cubicBezTo>
                    <a:pt x="188" y="636"/>
                    <a:pt x="269" y="685"/>
                    <a:pt x="351" y="685"/>
                  </a:cubicBezTo>
                  <a:cubicBezTo>
                    <a:pt x="358" y="685"/>
                    <a:pt x="366" y="684"/>
                    <a:pt x="373" y="683"/>
                  </a:cubicBezTo>
                  <a:cubicBezTo>
                    <a:pt x="436" y="677"/>
                    <a:pt x="500" y="670"/>
                    <a:pt x="566" y="663"/>
                  </a:cubicBezTo>
                  <a:cubicBezTo>
                    <a:pt x="716" y="643"/>
                    <a:pt x="876" y="514"/>
                    <a:pt x="869" y="347"/>
                  </a:cubicBezTo>
                  <a:cubicBezTo>
                    <a:pt x="862" y="198"/>
                    <a:pt x="756" y="71"/>
                    <a:pt x="613" y="35"/>
                  </a:cubicBezTo>
                  <a:cubicBezTo>
                    <a:pt x="536" y="18"/>
                    <a:pt x="456" y="8"/>
                    <a:pt x="377" y="1"/>
                  </a:cubicBezTo>
                  <a:cubicBezTo>
                    <a:pt x="370" y="1"/>
                    <a:pt x="363"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22"/>
            <p:cNvSpPr/>
            <p:nvPr/>
          </p:nvSpPr>
          <p:spPr>
            <a:xfrm>
              <a:off x="6893150" y="2909575"/>
              <a:ext cx="16325" cy="15825"/>
            </a:xfrm>
            <a:custGeom>
              <a:avLst/>
              <a:gdLst/>
              <a:ahLst/>
              <a:cxnLst/>
              <a:rect l="l" t="t" r="r" b="b"/>
              <a:pathLst>
                <a:path w="653" h="633" extrusionOk="0">
                  <a:moveTo>
                    <a:pt x="348" y="0"/>
                  </a:moveTo>
                  <a:cubicBezTo>
                    <a:pt x="332" y="0"/>
                    <a:pt x="315" y="2"/>
                    <a:pt x="300" y="6"/>
                  </a:cubicBezTo>
                  <a:cubicBezTo>
                    <a:pt x="270" y="6"/>
                    <a:pt x="243" y="13"/>
                    <a:pt x="220" y="26"/>
                  </a:cubicBezTo>
                  <a:cubicBezTo>
                    <a:pt x="180" y="40"/>
                    <a:pt x="143" y="63"/>
                    <a:pt x="117" y="93"/>
                  </a:cubicBezTo>
                  <a:cubicBezTo>
                    <a:pt x="107" y="99"/>
                    <a:pt x="100" y="106"/>
                    <a:pt x="90" y="113"/>
                  </a:cubicBezTo>
                  <a:cubicBezTo>
                    <a:pt x="70" y="129"/>
                    <a:pt x="53" y="153"/>
                    <a:pt x="40" y="176"/>
                  </a:cubicBezTo>
                  <a:cubicBezTo>
                    <a:pt x="14" y="219"/>
                    <a:pt x="0" y="266"/>
                    <a:pt x="0" y="316"/>
                  </a:cubicBezTo>
                  <a:cubicBezTo>
                    <a:pt x="4" y="362"/>
                    <a:pt x="14" y="409"/>
                    <a:pt x="37" y="452"/>
                  </a:cubicBezTo>
                  <a:cubicBezTo>
                    <a:pt x="50" y="475"/>
                    <a:pt x="67" y="499"/>
                    <a:pt x="83" y="515"/>
                  </a:cubicBezTo>
                  <a:cubicBezTo>
                    <a:pt x="93" y="525"/>
                    <a:pt x="103" y="532"/>
                    <a:pt x="113" y="539"/>
                  </a:cubicBezTo>
                  <a:lnTo>
                    <a:pt x="177" y="588"/>
                  </a:lnTo>
                  <a:lnTo>
                    <a:pt x="253" y="622"/>
                  </a:lnTo>
                  <a:cubicBezTo>
                    <a:pt x="276" y="630"/>
                    <a:pt x="301" y="633"/>
                    <a:pt x="325" y="633"/>
                  </a:cubicBezTo>
                  <a:cubicBezTo>
                    <a:pt x="342" y="633"/>
                    <a:pt x="360" y="631"/>
                    <a:pt x="376" y="628"/>
                  </a:cubicBezTo>
                  <a:cubicBezTo>
                    <a:pt x="406" y="628"/>
                    <a:pt x="433" y="622"/>
                    <a:pt x="456" y="605"/>
                  </a:cubicBezTo>
                  <a:cubicBezTo>
                    <a:pt x="483" y="598"/>
                    <a:pt x="506" y="585"/>
                    <a:pt x="526" y="565"/>
                  </a:cubicBezTo>
                  <a:cubicBezTo>
                    <a:pt x="549" y="552"/>
                    <a:pt x="569" y="532"/>
                    <a:pt x="582" y="509"/>
                  </a:cubicBezTo>
                  <a:cubicBezTo>
                    <a:pt x="629" y="455"/>
                    <a:pt x="652" y="389"/>
                    <a:pt x="652" y="319"/>
                  </a:cubicBezTo>
                  <a:cubicBezTo>
                    <a:pt x="652" y="262"/>
                    <a:pt x="636" y="209"/>
                    <a:pt x="612" y="159"/>
                  </a:cubicBezTo>
                  <a:cubicBezTo>
                    <a:pt x="582" y="113"/>
                    <a:pt x="546" y="73"/>
                    <a:pt x="499" y="46"/>
                  </a:cubicBezTo>
                  <a:lnTo>
                    <a:pt x="423" y="13"/>
                  </a:lnTo>
                  <a:cubicBezTo>
                    <a:pt x="399" y="5"/>
                    <a:pt x="373" y="0"/>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22"/>
            <p:cNvSpPr/>
            <p:nvPr/>
          </p:nvSpPr>
          <p:spPr>
            <a:xfrm>
              <a:off x="6845325" y="2953025"/>
              <a:ext cx="24550" cy="27500"/>
            </a:xfrm>
            <a:custGeom>
              <a:avLst/>
              <a:gdLst/>
              <a:ahLst/>
              <a:cxnLst/>
              <a:rect l="l" t="t" r="r" b="b"/>
              <a:pathLst>
                <a:path w="982" h="1100" extrusionOk="0">
                  <a:moveTo>
                    <a:pt x="622" y="1"/>
                  </a:moveTo>
                  <a:cubicBezTo>
                    <a:pt x="580" y="1"/>
                    <a:pt x="537" y="13"/>
                    <a:pt x="499" y="42"/>
                  </a:cubicBezTo>
                  <a:cubicBezTo>
                    <a:pt x="389" y="121"/>
                    <a:pt x="283" y="211"/>
                    <a:pt x="183" y="308"/>
                  </a:cubicBezTo>
                  <a:cubicBezTo>
                    <a:pt x="0" y="484"/>
                    <a:pt x="0" y="780"/>
                    <a:pt x="180" y="960"/>
                  </a:cubicBezTo>
                  <a:cubicBezTo>
                    <a:pt x="271" y="1052"/>
                    <a:pt x="391" y="1099"/>
                    <a:pt x="511" y="1099"/>
                  </a:cubicBezTo>
                  <a:cubicBezTo>
                    <a:pt x="628" y="1099"/>
                    <a:pt x="745" y="1055"/>
                    <a:pt x="835" y="966"/>
                  </a:cubicBezTo>
                  <a:cubicBezTo>
                    <a:pt x="962" y="843"/>
                    <a:pt x="982" y="687"/>
                    <a:pt x="958" y="517"/>
                  </a:cubicBezTo>
                  <a:cubicBezTo>
                    <a:pt x="942" y="411"/>
                    <a:pt x="918" y="304"/>
                    <a:pt x="885" y="201"/>
                  </a:cubicBezTo>
                  <a:cubicBezTo>
                    <a:pt x="853" y="94"/>
                    <a:pt x="738" y="1"/>
                    <a:pt x="6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22"/>
            <p:cNvSpPr/>
            <p:nvPr/>
          </p:nvSpPr>
          <p:spPr>
            <a:xfrm>
              <a:off x="7123700" y="2872175"/>
              <a:ext cx="20325" cy="20600"/>
            </a:xfrm>
            <a:custGeom>
              <a:avLst/>
              <a:gdLst/>
              <a:ahLst/>
              <a:cxnLst/>
              <a:rect l="l" t="t" r="r" b="b"/>
              <a:pathLst>
                <a:path w="813" h="824" extrusionOk="0">
                  <a:moveTo>
                    <a:pt x="405" y="0"/>
                  </a:moveTo>
                  <a:cubicBezTo>
                    <a:pt x="344" y="0"/>
                    <a:pt x="283" y="16"/>
                    <a:pt x="230" y="48"/>
                  </a:cubicBezTo>
                  <a:lnTo>
                    <a:pt x="203" y="65"/>
                  </a:lnTo>
                  <a:cubicBezTo>
                    <a:pt x="157" y="88"/>
                    <a:pt x="120" y="125"/>
                    <a:pt x="90" y="168"/>
                  </a:cubicBezTo>
                  <a:cubicBezTo>
                    <a:pt x="64" y="195"/>
                    <a:pt x="47" y="225"/>
                    <a:pt x="37" y="258"/>
                  </a:cubicBezTo>
                  <a:cubicBezTo>
                    <a:pt x="10" y="305"/>
                    <a:pt x="0" y="361"/>
                    <a:pt x="0" y="414"/>
                  </a:cubicBezTo>
                  <a:lnTo>
                    <a:pt x="14" y="521"/>
                  </a:lnTo>
                  <a:cubicBezTo>
                    <a:pt x="27" y="554"/>
                    <a:pt x="40" y="587"/>
                    <a:pt x="57" y="621"/>
                  </a:cubicBezTo>
                  <a:cubicBezTo>
                    <a:pt x="80" y="664"/>
                    <a:pt x="113" y="704"/>
                    <a:pt x="157" y="734"/>
                  </a:cubicBezTo>
                  <a:cubicBezTo>
                    <a:pt x="180" y="757"/>
                    <a:pt x="210" y="777"/>
                    <a:pt x="247" y="787"/>
                  </a:cubicBezTo>
                  <a:cubicBezTo>
                    <a:pt x="293" y="810"/>
                    <a:pt x="346" y="824"/>
                    <a:pt x="403" y="824"/>
                  </a:cubicBezTo>
                  <a:lnTo>
                    <a:pt x="509" y="807"/>
                  </a:lnTo>
                  <a:lnTo>
                    <a:pt x="606" y="767"/>
                  </a:lnTo>
                  <a:cubicBezTo>
                    <a:pt x="652" y="744"/>
                    <a:pt x="692" y="707"/>
                    <a:pt x="722" y="664"/>
                  </a:cubicBezTo>
                  <a:cubicBezTo>
                    <a:pt x="746" y="637"/>
                    <a:pt x="766" y="607"/>
                    <a:pt x="776" y="574"/>
                  </a:cubicBezTo>
                  <a:cubicBezTo>
                    <a:pt x="799" y="528"/>
                    <a:pt x="812" y="474"/>
                    <a:pt x="809" y="418"/>
                  </a:cubicBezTo>
                  <a:lnTo>
                    <a:pt x="795" y="311"/>
                  </a:lnTo>
                  <a:cubicBezTo>
                    <a:pt x="782" y="278"/>
                    <a:pt x="769" y="245"/>
                    <a:pt x="756" y="215"/>
                  </a:cubicBezTo>
                  <a:cubicBezTo>
                    <a:pt x="722" y="155"/>
                    <a:pt x="672" y="105"/>
                    <a:pt x="612" y="68"/>
                  </a:cubicBezTo>
                  <a:lnTo>
                    <a:pt x="589" y="52"/>
                  </a:lnTo>
                  <a:cubicBezTo>
                    <a:pt x="533" y="18"/>
                    <a:pt x="469" y="0"/>
                    <a:pt x="4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22"/>
            <p:cNvSpPr/>
            <p:nvPr/>
          </p:nvSpPr>
          <p:spPr>
            <a:xfrm>
              <a:off x="6856300" y="2073175"/>
              <a:ext cx="28300" cy="27975"/>
            </a:xfrm>
            <a:custGeom>
              <a:avLst/>
              <a:gdLst/>
              <a:ahLst/>
              <a:cxnLst/>
              <a:rect l="l" t="t" r="r" b="b"/>
              <a:pathLst>
                <a:path w="1132" h="1119" extrusionOk="0">
                  <a:moveTo>
                    <a:pt x="746" y="0"/>
                  </a:moveTo>
                  <a:cubicBezTo>
                    <a:pt x="553" y="0"/>
                    <a:pt x="385" y="170"/>
                    <a:pt x="233" y="277"/>
                  </a:cubicBezTo>
                  <a:cubicBezTo>
                    <a:pt x="107" y="370"/>
                    <a:pt x="0" y="496"/>
                    <a:pt x="7" y="666"/>
                  </a:cubicBezTo>
                  <a:cubicBezTo>
                    <a:pt x="10" y="786"/>
                    <a:pt x="57" y="899"/>
                    <a:pt x="137" y="985"/>
                  </a:cubicBezTo>
                  <a:cubicBezTo>
                    <a:pt x="223" y="1068"/>
                    <a:pt x="336" y="1118"/>
                    <a:pt x="456" y="1118"/>
                  </a:cubicBezTo>
                  <a:cubicBezTo>
                    <a:pt x="623" y="1118"/>
                    <a:pt x="756" y="1032"/>
                    <a:pt x="845" y="899"/>
                  </a:cubicBezTo>
                  <a:cubicBezTo>
                    <a:pt x="952" y="746"/>
                    <a:pt x="1132" y="559"/>
                    <a:pt x="1122" y="363"/>
                  </a:cubicBezTo>
                  <a:cubicBezTo>
                    <a:pt x="1118" y="167"/>
                    <a:pt x="962" y="7"/>
                    <a:pt x="762" y="0"/>
                  </a:cubicBezTo>
                  <a:cubicBezTo>
                    <a:pt x="757" y="0"/>
                    <a:pt x="751" y="0"/>
                    <a:pt x="7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22"/>
            <p:cNvSpPr/>
            <p:nvPr/>
          </p:nvSpPr>
          <p:spPr>
            <a:xfrm>
              <a:off x="6909025" y="2078000"/>
              <a:ext cx="21725" cy="23975"/>
            </a:xfrm>
            <a:custGeom>
              <a:avLst/>
              <a:gdLst/>
              <a:ahLst/>
              <a:cxnLst/>
              <a:rect l="l" t="t" r="r" b="b"/>
              <a:pathLst>
                <a:path w="869" h="959" extrusionOk="0">
                  <a:moveTo>
                    <a:pt x="440" y="0"/>
                  </a:moveTo>
                  <a:cubicBezTo>
                    <a:pt x="197" y="0"/>
                    <a:pt x="1" y="240"/>
                    <a:pt x="71" y="479"/>
                  </a:cubicBezTo>
                  <a:cubicBezTo>
                    <a:pt x="127" y="676"/>
                    <a:pt x="174" y="959"/>
                    <a:pt x="433" y="959"/>
                  </a:cubicBezTo>
                  <a:cubicBezTo>
                    <a:pt x="435" y="959"/>
                    <a:pt x="436" y="959"/>
                    <a:pt x="438" y="959"/>
                  </a:cubicBezTo>
                  <a:cubicBezTo>
                    <a:pt x="690" y="959"/>
                    <a:pt x="743" y="678"/>
                    <a:pt x="802" y="486"/>
                  </a:cubicBezTo>
                  <a:cubicBezTo>
                    <a:pt x="869" y="243"/>
                    <a:pt x="689" y="7"/>
                    <a:pt x="4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22"/>
            <p:cNvSpPr/>
            <p:nvPr/>
          </p:nvSpPr>
          <p:spPr>
            <a:xfrm>
              <a:off x="6912700" y="2137675"/>
              <a:ext cx="29125" cy="25025"/>
            </a:xfrm>
            <a:custGeom>
              <a:avLst/>
              <a:gdLst/>
              <a:ahLst/>
              <a:cxnLst/>
              <a:rect l="l" t="t" r="r" b="b"/>
              <a:pathLst>
                <a:path w="1165" h="1001" extrusionOk="0">
                  <a:moveTo>
                    <a:pt x="647" y="0"/>
                  </a:moveTo>
                  <a:cubicBezTo>
                    <a:pt x="533" y="0"/>
                    <a:pt x="418" y="43"/>
                    <a:pt x="329" y="129"/>
                  </a:cubicBezTo>
                  <a:cubicBezTo>
                    <a:pt x="279" y="175"/>
                    <a:pt x="226" y="218"/>
                    <a:pt x="180" y="268"/>
                  </a:cubicBezTo>
                  <a:cubicBezTo>
                    <a:pt x="93" y="351"/>
                    <a:pt x="60" y="455"/>
                    <a:pt x="30" y="564"/>
                  </a:cubicBezTo>
                  <a:cubicBezTo>
                    <a:pt x="0" y="664"/>
                    <a:pt x="23" y="774"/>
                    <a:pt x="87" y="857"/>
                  </a:cubicBezTo>
                  <a:cubicBezTo>
                    <a:pt x="150" y="940"/>
                    <a:pt x="246" y="990"/>
                    <a:pt x="353" y="994"/>
                  </a:cubicBezTo>
                  <a:cubicBezTo>
                    <a:pt x="383" y="997"/>
                    <a:pt x="413" y="1000"/>
                    <a:pt x="442" y="1000"/>
                  </a:cubicBezTo>
                  <a:cubicBezTo>
                    <a:pt x="449" y="1000"/>
                    <a:pt x="455" y="1001"/>
                    <a:pt x="461" y="1001"/>
                  </a:cubicBezTo>
                  <a:cubicBezTo>
                    <a:pt x="541" y="1001"/>
                    <a:pt x="621" y="980"/>
                    <a:pt x="692" y="940"/>
                  </a:cubicBezTo>
                  <a:cubicBezTo>
                    <a:pt x="755" y="914"/>
                    <a:pt x="815" y="880"/>
                    <a:pt x="878" y="850"/>
                  </a:cubicBezTo>
                  <a:cubicBezTo>
                    <a:pt x="1128" y="731"/>
                    <a:pt x="1164" y="385"/>
                    <a:pt x="1011" y="182"/>
                  </a:cubicBezTo>
                  <a:cubicBezTo>
                    <a:pt x="920" y="62"/>
                    <a:pt x="784" y="0"/>
                    <a:pt x="6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22"/>
            <p:cNvSpPr/>
            <p:nvPr/>
          </p:nvSpPr>
          <p:spPr>
            <a:xfrm>
              <a:off x="6878750" y="2173000"/>
              <a:ext cx="32375" cy="23975"/>
            </a:xfrm>
            <a:custGeom>
              <a:avLst/>
              <a:gdLst/>
              <a:ahLst/>
              <a:cxnLst/>
              <a:rect l="l" t="t" r="r" b="b"/>
              <a:pathLst>
                <a:path w="1295" h="959" extrusionOk="0">
                  <a:moveTo>
                    <a:pt x="765" y="0"/>
                  </a:moveTo>
                  <a:cubicBezTo>
                    <a:pt x="724" y="0"/>
                    <a:pt x="682" y="5"/>
                    <a:pt x="639" y="13"/>
                  </a:cubicBezTo>
                  <a:cubicBezTo>
                    <a:pt x="380" y="63"/>
                    <a:pt x="7" y="143"/>
                    <a:pt x="4" y="475"/>
                  </a:cubicBezTo>
                  <a:cubicBezTo>
                    <a:pt x="1" y="805"/>
                    <a:pt x="373" y="891"/>
                    <a:pt x="633" y="945"/>
                  </a:cubicBezTo>
                  <a:cubicBezTo>
                    <a:pt x="677" y="953"/>
                    <a:pt x="722" y="958"/>
                    <a:pt x="766" y="958"/>
                  </a:cubicBezTo>
                  <a:cubicBezTo>
                    <a:pt x="891" y="958"/>
                    <a:pt x="1014" y="920"/>
                    <a:pt x="1102" y="825"/>
                  </a:cubicBezTo>
                  <a:cubicBezTo>
                    <a:pt x="1291" y="635"/>
                    <a:pt x="1295" y="329"/>
                    <a:pt x="1109" y="139"/>
                  </a:cubicBezTo>
                  <a:cubicBezTo>
                    <a:pt x="1011" y="42"/>
                    <a:pt x="892" y="0"/>
                    <a:pt x="7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22"/>
            <p:cNvSpPr/>
            <p:nvPr/>
          </p:nvSpPr>
          <p:spPr>
            <a:xfrm>
              <a:off x="6853800" y="2160300"/>
              <a:ext cx="22475" cy="31425"/>
            </a:xfrm>
            <a:custGeom>
              <a:avLst/>
              <a:gdLst/>
              <a:ahLst/>
              <a:cxnLst/>
              <a:rect l="l" t="t" r="r" b="b"/>
              <a:pathLst>
                <a:path w="899" h="1257" extrusionOk="0">
                  <a:moveTo>
                    <a:pt x="289" y="0"/>
                  </a:moveTo>
                  <a:cubicBezTo>
                    <a:pt x="183" y="0"/>
                    <a:pt x="80" y="55"/>
                    <a:pt x="60" y="175"/>
                  </a:cubicBezTo>
                  <a:cubicBezTo>
                    <a:pt x="44" y="291"/>
                    <a:pt x="17" y="408"/>
                    <a:pt x="11" y="524"/>
                  </a:cubicBezTo>
                  <a:cubicBezTo>
                    <a:pt x="1" y="634"/>
                    <a:pt x="14" y="744"/>
                    <a:pt x="14" y="854"/>
                  </a:cubicBezTo>
                  <a:cubicBezTo>
                    <a:pt x="14" y="1078"/>
                    <a:pt x="198" y="1257"/>
                    <a:pt x="418" y="1257"/>
                  </a:cubicBezTo>
                  <a:cubicBezTo>
                    <a:pt x="436" y="1257"/>
                    <a:pt x="454" y="1255"/>
                    <a:pt x="473" y="1253"/>
                  </a:cubicBezTo>
                  <a:cubicBezTo>
                    <a:pt x="696" y="1226"/>
                    <a:pt x="899" y="983"/>
                    <a:pt x="812" y="751"/>
                  </a:cubicBezTo>
                  <a:cubicBezTo>
                    <a:pt x="772" y="634"/>
                    <a:pt x="729" y="511"/>
                    <a:pt x="679" y="395"/>
                  </a:cubicBezTo>
                  <a:cubicBezTo>
                    <a:pt x="629" y="301"/>
                    <a:pt x="576" y="208"/>
                    <a:pt x="520" y="118"/>
                  </a:cubicBezTo>
                  <a:cubicBezTo>
                    <a:pt x="475" y="41"/>
                    <a:pt x="381" y="0"/>
                    <a:pt x="2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22"/>
            <p:cNvSpPr/>
            <p:nvPr/>
          </p:nvSpPr>
          <p:spPr>
            <a:xfrm>
              <a:off x="6873300" y="2123650"/>
              <a:ext cx="19400" cy="18700"/>
            </a:xfrm>
            <a:custGeom>
              <a:avLst/>
              <a:gdLst/>
              <a:ahLst/>
              <a:cxnLst/>
              <a:rect l="l" t="t" r="r" b="b"/>
              <a:pathLst>
                <a:path w="776" h="748" extrusionOk="0">
                  <a:moveTo>
                    <a:pt x="388" y="0"/>
                  </a:moveTo>
                  <a:cubicBezTo>
                    <a:pt x="196" y="0"/>
                    <a:pt x="4" y="124"/>
                    <a:pt x="2" y="370"/>
                  </a:cubicBezTo>
                  <a:cubicBezTo>
                    <a:pt x="1" y="621"/>
                    <a:pt x="195" y="748"/>
                    <a:pt x="390" y="748"/>
                  </a:cubicBezTo>
                  <a:cubicBezTo>
                    <a:pt x="581" y="748"/>
                    <a:pt x="773" y="625"/>
                    <a:pt x="774" y="377"/>
                  </a:cubicBezTo>
                  <a:cubicBezTo>
                    <a:pt x="776" y="126"/>
                    <a:pt x="582" y="0"/>
                    <a:pt x="3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22"/>
            <p:cNvSpPr/>
            <p:nvPr/>
          </p:nvSpPr>
          <p:spPr>
            <a:xfrm>
              <a:off x="7029900" y="1905250"/>
              <a:ext cx="26625" cy="36375"/>
            </a:xfrm>
            <a:custGeom>
              <a:avLst/>
              <a:gdLst/>
              <a:ahLst/>
              <a:cxnLst/>
              <a:rect l="l" t="t" r="r" b="b"/>
              <a:pathLst>
                <a:path w="1065" h="1455" extrusionOk="0">
                  <a:moveTo>
                    <a:pt x="648" y="0"/>
                  </a:moveTo>
                  <a:cubicBezTo>
                    <a:pt x="503" y="10"/>
                    <a:pt x="408" y="61"/>
                    <a:pt x="324" y="146"/>
                  </a:cubicBezTo>
                  <a:lnTo>
                    <a:pt x="324" y="146"/>
                  </a:lnTo>
                  <a:cubicBezTo>
                    <a:pt x="0" y="328"/>
                    <a:pt x="9" y="781"/>
                    <a:pt x="83" y="1098"/>
                  </a:cubicBezTo>
                  <a:cubicBezTo>
                    <a:pt x="130" y="1302"/>
                    <a:pt x="340" y="1455"/>
                    <a:pt x="548" y="1455"/>
                  </a:cubicBezTo>
                  <a:cubicBezTo>
                    <a:pt x="587" y="1455"/>
                    <a:pt x="627" y="1449"/>
                    <a:pt x="665" y="1438"/>
                  </a:cubicBezTo>
                  <a:cubicBezTo>
                    <a:pt x="915" y="1364"/>
                    <a:pt x="1064" y="1108"/>
                    <a:pt x="1001" y="855"/>
                  </a:cubicBezTo>
                  <a:lnTo>
                    <a:pt x="1001" y="852"/>
                  </a:lnTo>
                  <a:cubicBezTo>
                    <a:pt x="998" y="842"/>
                    <a:pt x="992" y="762"/>
                    <a:pt x="989" y="762"/>
                  </a:cubicBezTo>
                  <a:cubicBezTo>
                    <a:pt x="988" y="762"/>
                    <a:pt x="988" y="769"/>
                    <a:pt x="988" y="787"/>
                  </a:cubicBezTo>
                  <a:lnTo>
                    <a:pt x="988" y="787"/>
                  </a:lnTo>
                  <a:cubicBezTo>
                    <a:pt x="988" y="741"/>
                    <a:pt x="991" y="695"/>
                    <a:pt x="988" y="646"/>
                  </a:cubicBezTo>
                  <a:lnTo>
                    <a:pt x="974" y="523"/>
                  </a:lnTo>
                  <a:lnTo>
                    <a:pt x="974" y="523"/>
                  </a:lnTo>
                  <a:cubicBezTo>
                    <a:pt x="976" y="547"/>
                    <a:pt x="976" y="559"/>
                    <a:pt x="975" y="559"/>
                  </a:cubicBezTo>
                  <a:cubicBezTo>
                    <a:pt x="974" y="559"/>
                    <a:pt x="970" y="517"/>
                    <a:pt x="961" y="433"/>
                  </a:cubicBezTo>
                  <a:cubicBezTo>
                    <a:pt x="952" y="402"/>
                    <a:pt x="940" y="370"/>
                    <a:pt x="924" y="339"/>
                  </a:cubicBezTo>
                  <a:lnTo>
                    <a:pt x="924" y="339"/>
                  </a:lnTo>
                  <a:cubicBezTo>
                    <a:pt x="913" y="263"/>
                    <a:pt x="890" y="188"/>
                    <a:pt x="855" y="120"/>
                  </a:cubicBezTo>
                  <a:cubicBezTo>
                    <a:pt x="811" y="47"/>
                    <a:pt x="735" y="0"/>
                    <a:pt x="6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22"/>
            <p:cNvSpPr/>
            <p:nvPr/>
          </p:nvSpPr>
          <p:spPr>
            <a:xfrm>
              <a:off x="7102075" y="1927350"/>
              <a:ext cx="28550" cy="24325"/>
            </a:xfrm>
            <a:custGeom>
              <a:avLst/>
              <a:gdLst/>
              <a:ahLst/>
              <a:cxnLst/>
              <a:rect l="l" t="t" r="r" b="b"/>
              <a:pathLst>
                <a:path w="1142" h="973" extrusionOk="0">
                  <a:moveTo>
                    <a:pt x="574" y="0"/>
                  </a:moveTo>
                  <a:cubicBezTo>
                    <a:pt x="447" y="0"/>
                    <a:pt x="325" y="49"/>
                    <a:pt x="233" y="138"/>
                  </a:cubicBezTo>
                  <a:cubicBezTo>
                    <a:pt x="207" y="164"/>
                    <a:pt x="183" y="191"/>
                    <a:pt x="157" y="221"/>
                  </a:cubicBezTo>
                  <a:cubicBezTo>
                    <a:pt x="94" y="291"/>
                    <a:pt x="50" y="374"/>
                    <a:pt x="27" y="464"/>
                  </a:cubicBezTo>
                  <a:cubicBezTo>
                    <a:pt x="0" y="564"/>
                    <a:pt x="14" y="670"/>
                    <a:pt x="64" y="760"/>
                  </a:cubicBezTo>
                  <a:cubicBezTo>
                    <a:pt x="84" y="787"/>
                    <a:pt x="103" y="813"/>
                    <a:pt x="123" y="840"/>
                  </a:cubicBezTo>
                  <a:cubicBezTo>
                    <a:pt x="170" y="886"/>
                    <a:pt x="227" y="923"/>
                    <a:pt x="293" y="940"/>
                  </a:cubicBezTo>
                  <a:cubicBezTo>
                    <a:pt x="352" y="962"/>
                    <a:pt x="416" y="973"/>
                    <a:pt x="480" y="973"/>
                  </a:cubicBezTo>
                  <a:cubicBezTo>
                    <a:pt x="510" y="973"/>
                    <a:pt x="540" y="970"/>
                    <a:pt x="569" y="966"/>
                  </a:cubicBezTo>
                  <a:cubicBezTo>
                    <a:pt x="652" y="966"/>
                    <a:pt x="739" y="946"/>
                    <a:pt x="812" y="903"/>
                  </a:cubicBezTo>
                  <a:cubicBezTo>
                    <a:pt x="885" y="860"/>
                    <a:pt x="945" y="800"/>
                    <a:pt x="988" y="730"/>
                  </a:cubicBezTo>
                  <a:cubicBezTo>
                    <a:pt x="1141" y="457"/>
                    <a:pt x="1005" y="111"/>
                    <a:pt x="706" y="18"/>
                  </a:cubicBezTo>
                  <a:cubicBezTo>
                    <a:pt x="662" y="6"/>
                    <a:pt x="618" y="0"/>
                    <a:pt x="5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22"/>
            <p:cNvSpPr/>
            <p:nvPr/>
          </p:nvSpPr>
          <p:spPr>
            <a:xfrm>
              <a:off x="7076950" y="1978700"/>
              <a:ext cx="30875" cy="23850"/>
            </a:xfrm>
            <a:custGeom>
              <a:avLst/>
              <a:gdLst/>
              <a:ahLst/>
              <a:cxnLst/>
              <a:rect l="l" t="t" r="r" b="b"/>
              <a:pathLst>
                <a:path w="1235" h="954" extrusionOk="0">
                  <a:moveTo>
                    <a:pt x="408" y="1"/>
                  </a:moveTo>
                  <a:cubicBezTo>
                    <a:pt x="305" y="1"/>
                    <a:pt x="205" y="19"/>
                    <a:pt x="110" y="70"/>
                  </a:cubicBezTo>
                  <a:cubicBezTo>
                    <a:pt x="21" y="120"/>
                    <a:pt x="1" y="216"/>
                    <a:pt x="14" y="310"/>
                  </a:cubicBezTo>
                  <a:cubicBezTo>
                    <a:pt x="41" y="519"/>
                    <a:pt x="227" y="685"/>
                    <a:pt x="383" y="819"/>
                  </a:cubicBezTo>
                  <a:cubicBezTo>
                    <a:pt x="477" y="895"/>
                    <a:pt x="588" y="953"/>
                    <a:pt x="708" y="953"/>
                  </a:cubicBezTo>
                  <a:cubicBezTo>
                    <a:pt x="745" y="953"/>
                    <a:pt x="784" y="948"/>
                    <a:pt x="822" y="935"/>
                  </a:cubicBezTo>
                  <a:cubicBezTo>
                    <a:pt x="932" y="905"/>
                    <a:pt x="1029" y="832"/>
                    <a:pt x="1092" y="732"/>
                  </a:cubicBezTo>
                  <a:cubicBezTo>
                    <a:pt x="1235" y="489"/>
                    <a:pt x="1112" y="140"/>
                    <a:pt x="826" y="67"/>
                  </a:cubicBezTo>
                  <a:lnTo>
                    <a:pt x="826" y="70"/>
                  </a:lnTo>
                  <a:cubicBezTo>
                    <a:pt x="691" y="35"/>
                    <a:pt x="548" y="1"/>
                    <a:pt x="4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22"/>
            <p:cNvSpPr/>
            <p:nvPr/>
          </p:nvSpPr>
          <p:spPr>
            <a:xfrm>
              <a:off x="7044850" y="1960425"/>
              <a:ext cx="26450" cy="35750"/>
            </a:xfrm>
            <a:custGeom>
              <a:avLst/>
              <a:gdLst/>
              <a:ahLst/>
              <a:cxnLst/>
              <a:rect l="l" t="t" r="r" b="b"/>
              <a:pathLst>
                <a:path w="1058" h="1430" extrusionOk="0">
                  <a:moveTo>
                    <a:pt x="533" y="0"/>
                  </a:moveTo>
                  <a:cubicBezTo>
                    <a:pt x="434" y="0"/>
                    <a:pt x="335" y="58"/>
                    <a:pt x="300" y="172"/>
                  </a:cubicBezTo>
                  <a:cubicBezTo>
                    <a:pt x="230" y="398"/>
                    <a:pt x="160" y="625"/>
                    <a:pt x="90" y="848"/>
                  </a:cubicBezTo>
                  <a:cubicBezTo>
                    <a:pt x="0" y="1134"/>
                    <a:pt x="237" y="1426"/>
                    <a:pt x="526" y="1430"/>
                  </a:cubicBezTo>
                  <a:cubicBezTo>
                    <a:pt x="528" y="1430"/>
                    <a:pt x="529" y="1430"/>
                    <a:pt x="531" y="1430"/>
                  </a:cubicBezTo>
                  <a:cubicBezTo>
                    <a:pt x="818" y="1430"/>
                    <a:pt x="1058" y="1139"/>
                    <a:pt x="972" y="854"/>
                  </a:cubicBezTo>
                  <a:lnTo>
                    <a:pt x="969" y="854"/>
                  </a:lnTo>
                  <a:cubicBezTo>
                    <a:pt x="902" y="628"/>
                    <a:pt x="836" y="402"/>
                    <a:pt x="769" y="176"/>
                  </a:cubicBezTo>
                  <a:cubicBezTo>
                    <a:pt x="734" y="59"/>
                    <a:pt x="634" y="0"/>
                    <a:pt x="5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22"/>
            <p:cNvSpPr/>
            <p:nvPr/>
          </p:nvSpPr>
          <p:spPr>
            <a:xfrm>
              <a:off x="7091925" y="1939350"/>
              <a:ext cx="6175" cy="6025"/>
            </a:xfrm>
            <a:custGeom>
              <a:avLst/>
              <a:gdLst/>
              <a:ahLst/>
              <a:cxnLst/>
              <a:rect l="l" t="t" r="r" b="b"/>
              <a:pathLst>
                <a:path w="247" h="241" extrusionOk="0">
                  <a:moveTo>
                    <a:pt x="124" y="0"/>
                  </a:moveTo>
                  <a:cubicBezTo>
                    <a:pt x="62" y="0"/>
                    <a:pt x="0" y="40"/>
                    <a:pt x="0" y="120"/>
                  </a:cubicBezTo>
                  <a:cubicBezTo>
                    <a:pt x="0" y="200"/>
                    <a:pt x="61" y="240"/>
                    <a:pt x="122" y="240"/>
                  </a:cubicBezTo>
                  <a:cubicBezTo>
                    <a:pt x="183" y="240"/>
                    <a:pt x="245" y="200"/>
                    <a:pt x="247" y="120"/>
                  </a:cubicBezTo>
                  <a:cubicBezTo>
                    <a:pt x="247" y="40"/>
                    <a:pt x="185"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849" name="Google Shape;5849;p22"/>
          <p:cNvGrpSpPr/>
          <p:nvPr/>
        </p:nvGrpSpPr>
        <p:grpSpPr>
          <a:xfrm rot="5400000" flipH="1">
            <a:off x="1828159" y="-1486467"/>
            <a:ext cx="2042571" cy="3457796"/>
            <a:chOff x="6699775" y="1851925"/>
            <a:chExt cx="697250" cy="1180350"/>
          </a:xfrm>
        </p:grpSpPr>
        <p:sp>
          <p:nvSpPr>
            <p:cNvPr id="5850" name="Google Shape;5850;p22"/>
            <p:cNvSpPr/>
            <p:nvPr/>
          </p:nvSpPr>
          <p:spPr>
            <a:xfrm>
              <a:off x="7058750" y="2146825"/>
              <a:ext cx="338275" cy="448000"/>
            </a:xfrm>
            <a:custGeom>
              <a:avLst/>
              <a:gdLst/>
              <a:ahLst/>
              <a:cxnLst/>
              <a:rect l="l" t="t" r="r" b="b"/>
              <a:pathLst>
                <a:path w="13531" h="17920" extrusionOk="0">
                  <a:moveTo>
                    <a:pt x="6705" y="1"/>
                  </a:moveTo>
                  <a:cubicBezTo>
                    <a:pt x="6038" y="1"/>
                    <a:pt x="5353" y="141"/>
                    <a:pt x="4674" y="445"/>
                  </a:cubicBezTo>
                  <a:cubicBezTo>
                    <a:pt x="3400" y="1014"/>
                    <a:pt x="2476" y="1973"/>
                    <a:pt x="1885" y="3129"/>
                  </a:cubicBezTo>
                  <a:lnTo>
                    <a:pt x="1885" y="3129"/>
                  </a:lnTo>
                  <a:cubicBezTo>
                    <a:pt x="1533" y="3558"/>
                    <a:pt x="1237" y="4038"/>
                    <a:pt x="1008" y="4553"/>
                  </a:cubicBezTo>
                  <a:cubicBezTo>
                    <a:pt x="0" y="6832"/>
                    <a:pt x="120" y="9554"/>
                    <a:pt x="659" y="11942"/>
                  </a:cubicBezTo>
                  <a:cubicBezTo>
                    <a:pt x="1204" y="14364"/>
                    <a:pt x="2459" y="16813"/>
                    <a:pt x="4950" y="17661"/>
                  </a:cubicBezTo>
                  <a:cubicBezTo>
                    <a:pt x="5471" y="17838"/>
                    <a:pt x="5987" y="17920"/>
                    <a:pt x="6489" y="17920"/>
                  </a:cubicBezTo>
                  <a:cubicBezTo>
                    <a:pt x="8300" y="17920"/>
                    <a:pt x="9939" y="16855"/>
                    <a:pt x="11012" y="15306"/>
                  </a:cubicBezTo>
                  <a:cubicBezTo>
                    <a:pt x="13384" y="11869"/>
                    <a:pt x="13531" y="5941"/>
                    <a:pt x="11125" y="2484"/>
                  </a:cubicBezTo>
                  <a:cubicBezTo>
                    <a:pt x="10058" y="953"/>
                    <a:pt x="8441" y="1"/>
                    <a:pt x="67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1" name="Google Shape;5851;p22"/>
            <p:cNvSpPr/>
            <p:nvPr/>
          </p:nvSpPr>
          <p:spPr>
            <a:xfrm>
              <a:off x="6740200" y="2466975"/>
              <a:ext cx="422700" cy="565300"/>
            </a:xfrm>
            <a:custGeom>
              <a:avLst/>
              <a:gdLst/>
              <a:ahLst/>
              <a:cxnLst/>
              <a:rect l="l" t="t" r="r" b="b"/>
              <a:pathLst>
                <a:path w="16908" h="22612" extrusionOk="0">
                  <a:moveTo>
                    <a:pt x="16593" y="0"/>
                  </a:moveTo>
                  <a:cubicBezTo>
                    <a:pt x="16590" y="0"/>
                    <a:pt x="16588" y="1"/>
                    <a:pt x="16585" y="1"/>
                  </a:cubicBezTo>
                  <a:lnTo>
                    <a:pt x="16585" y="5"/>
                  </a:lnTo>
                  <a:cubicBezTo>
                    <a:pt x="14658" y="301"/>
                    <a:pt x="12935" y="1575"/>
                    <a:pt x="11398" y="2703"/>
                  </a:cubicBezTo>
                  <a:cubicBezTo>
                    <a:pt x="8387" y="4915"/>
                    <a:pt x="5786" y="7633"/>
                    <a:pt x="3706" y="10737"/>
                  </a:cubicBezTo>
                  <a:cubicBezTo>
                    <a:pt x="2638" y="12327"/>
                    <a:pt x="1647" y="14034"/>
                    <a:pt x="958" y="15827"/>
                  </a:cubicBezTo>
                  <a:cubicBezTo>
                    <a:pt x="293" y="17547"/>
                    <a:pt x="0" y="19603"/>
                    <a:pt x="1171" y="21177"/>
                  </a:cubicBezTo>
                  <a:cubicBezTo>
                    <a:pt x="1640" y="21809"/>
                    <a:pt x="2306" y="22331"/>
                    <a:pt x="3077" y="22531"/>
                  </a:cubicBezTo>
                  <a:cubicBezTo>
                    <a:pt x="3290" y="22585"/>
                    <a:pt x="3502" y="22611"/>
                    <a:pt x="3711" y="22611"/>
                  </a:cubicBezTo>
                  <a:cubicBezTo>
                    <a:pt x="4296" y="22611"/>
                    <a:pt x="4863" y="22411"/>
                    <a:pt x="5370" y="22075"/>
                  </a:cubicBezTo>
                  <a:cubicBezTo>
                    <a:pt x="6135" y="21569"/>
                    <a:pt x="6800" y="20884"/>
                    <a:pt x="7449" y="20239"/>
                  </a:cubicBezTo>
                  <a:cubicBezTo>
                    <a:pt x="8118" y="19570"/>
                    <a:pt x="8760" y="18875"/>
                    <a:pt x="9375" y="18153"/>
                  </a:cubicBezTo>
                  <a:cubicBezTo>
                    <a:pt x="10600" y="16712"/>
                    <a:pt x="11701" y="15169"/>
                    <a:pt x="12666" y="13542"/>
                  </a:cubicBezTo>
                  <a:cubicBezTo>
                    <a:pt x="14582" y="10315"/>
                    <a:pt x="16066" y="6695"/>
                    <a:pt x="16741" y="2995"/>
                  </a:cubicBezTo>
                  <a:cubicBezTo>
                    <a:pt x="16824" y="2543"/>
                    <a:pt x="16877" y="2087"/>
                    <a:pt x="16904" y="1628"/>
                  </a:cubicBezTo>
                  <a:cubicBezTo>
                    <a:pt x="16908" y="1567"/>
                    <a:pt x="16857" y="1533"/>
                    <a:pt x="16806" y="1533"/>
                  </a:cubicBezTo>
                  <a:cubicBezTo>
                    <a:pt x="16765" y="1533"/>
                    <a:pt x="16724" y="1554"/>
                    <a:pt x="16711" y="1601"/>
                  </a:cubicBezTo>
                  <a:cubicBezTo>
                    <a:pt x="16222" y="3335"/>
                    <a:pt x="15886" y="5098"/>
                    <a:pt x="15307" y="6811"/>
                  </a:cubicBezTo>
                  <a:cubicBezTo>
                    <a:pt x="14722" y="8535"/>
                    <a:pt x="14003" y="10211"/>
                    <a:pt x="13155" y="11825"/>
                  </a:cubicBezTo>
                  <a:cubicBezTo>
                    <a:pt x="11494" y="14999"/>
                    <a:pt x="9349" y="17940"/>
                    <a:pt x="6790" y="20445"/>
                  </a:cubicBezTo>
                  <a:cubicBezTo>
                    <a:pt x="6135" y="21087"/>
                    <a:pt x="5443" y="21829"/>
                    <a:pt x="4571" y="22172"/>
                  </a:cubicBezTo>
                  <a:cubicBezTo>
                    <a:pt x="4295" y="22279"/>
                    <a:pt x="4012" y="22329"/>
                    <a:pt x="3732" y="22329"/>
                  </a:cubicBezTo>
                  <a:cubicBezTo>
                    <a:pt x="3188" y="22329"/>
                    <a:pt x="2651" y="22141"/>
                    <a:pt x="2186" y="21816"/>
                  </a:cubicBezTo>
                  <a:cubicBezTo>
                    <a:pt x="492" y="20631"/>
                    <a:pt x="366" y="18492"/>
                    <a:pt x="918" y="16666"/>
                  </a:cubicBezTo>
                  <a:cubicBezTo>
                    <a:pt x="1461" y="14876"/>
                    <a:pt x="2439" y="13179"/>
                    <a:pt x="3433" y="11605"/>
                  </a:cubicBezTo>
                  <a:cubicBezTo>
                    <a:pt x="5466" y="8398"/>
                    <a:pt x="8044" y="5570"/>
                    <a:pt x="11055" y="3255"/>
                  </a:cubicBezTo>
                  <a:cubicBezTo>
                    <a:pt x="11864" y="2633"/>
                    <a:pt x="12705" y="2051"/>
                    <a:pt x="13574" y="1508"/>
                  </a:cubicBezTo>
                  <a:cubicBezTo>
                    <a:pt x="14525" y="919"/>
                    <a:pt x="15503" y="334"/>
                    <a:pt x="16608" y="94"/>
                  </a:cubicBezTo>
                  <a:cubicBezTo>
                    <a:pt x="16665" y="82"/>
                    <a:pt x="16644" y="0"/>
                    <a:pt x="165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22"/>
            <p:cNvSpPr/>
            <p:nvPr/>
          </p:nvSpPr>
          <p:spPr>
            <a:xfrm>
              <a:off x="6699775" y="2329000"/>
              <a:ext cx="431150" cy="208625"/>
            </a:xfrm>
            <a:custGeom>
              <a:avLst/>
              <a:gdLst/>
              <a:ahLst/>
              <a:cxnLst/>
              <a:rect l="l" t="t" r="r" b="b"/>
              <a:pathLst>
                <a:path w="17246" h="8345" extrusionOk="0">
                  <a:moveTo>
                    <a:pt x="7358" y="0"/>
                  </a:moveTo>
                  <a:cubicBezTo>
                    <a:pt x="5172" y="0"/>
                    <a:pt x="2879" y="511"/>
                    <a:pt x="1314" y="2114"/>
                  </a:cubicBezTo>
                  <a:cubicBezTo>
                    <a:pt x="556" y="2889"/>
                    <a:pt x="0" y="3967"/>
                    <a:pt x="43" y="5071"/>
                  </a:cubicBezTo>
                  <a:cubicBezTo>
                    <a:pt x="87" y="6142"/>
                    <a:pt x="735" y="7044"/>
                    <a:pt x="1627" y="7593"/>
                  </a:cubicBezTo>
                  <a:cubicBezTo>
                    <a:pt x="2625" y="8210"/>
                    <a:pt x="3823" y="8344"/>
                    <a:pt x="4977" y="8344"/>
                  </a:cubicBezTo>
                  <a:cubicBezTo>
                    <a:pt x="5081" y="8344"/>
                    <a:pt x="5184" y="8343"/>
                    <a:pt x="5287" y="8341"/>
                  </a:cubicBezTo>
                  <a:cubicBezTo>
                    <a:pt x="6544" y="8315"/>
                    <a:pt x="7795" y="8152"/>
                    <a:pt x="9019" y="7852"/>
                  </a:cubicBezTo>
                  <a:cubicBezTo>
                    <a:pt x="11731" y="7197"/>
                    <a:pt x="14369" y="5916"/>
                    <a:pt x="16405" y="3990"/>
                  </a:cubicBezTo>
                  <a:cubicBezTo>
                    <a:pt x="16440" y="3957"/>
                    <a:pt x="16409" y="3896"/>
                    <a:pt x="16370" y="3896"/>
                  </a:cubicBezTo>
                  <a:cubicBezTo>
                    <a:pt x="16361" y="3896"/>
                    <a:pt x="16351" y="3899"/>
                    <a:pt x="16342" y="3907"/>
                  </a:cubicBezTo>
                  <a:lnTo>
                    <a:pt x="16342" y="3903"/>
                  </a:lnTo>
                  <a:cubicBezTo>
                    <a:pt x="14466" y="5334"/>
                    <a:pt x="12406" y="6495"/>
                    <a:pt x="10147" y="7194"/>
                  </a:cubicBezTo>
                  <a:cubicBezTo>
                    <a:pt x="9009" y="7546"/>
                    <a:pt x="7842" y="7783"/>
                    <a:pt x="6661" y="7899"/>
                  </a:cubicBezTo>
                  <a:cubicBezTo>
                    <a:pt x="6100" y="7953"/>
                    <a:pt x="5523" y="7996"/>
                    <a:pt x="4947" y="7996"/>
                  </a:cubicBezTo>
                  <a:cubicBezTo>
                    <a:pt x="4280" y="7996"/>
                    <a:pt x="3615" y="7938"/>
                    <a:pt x="2978" y="7773"/>
                  </a:cubicBezTo>
                  <a:cubicBezTo>
                    <a:pt x="1920" y="7496"/>
                    <a:pt x="865" y="6814"/>
                    <a:pt x="519" y="5727"/>
                  </a:cubicBezTo>
                  <a:cubicBezTo>
                    <a:pt x="170" y="4635"/>
                    <a:pt x="639" y="3438"/>
                    <a:pt x="1351" y="2596"/>
                  </a:cubicBezTo>
                  <a:cubicBezTo>
                    <a:pt x="2808" y="871"/>
                    <a:pt x="5178" y="337"/>
                    <a:pt x="7361" y="337"/>
                  </a:cubicBezTo>
                  <a:cubicBezTo>
                    <a:pt x="7565" y="337"/>
                    <a:pt x="7768" y="341"/>
                    <a:pt x="7968" y="350"/>
                  </a:cubicBezTo>
                  <a:cubicBezTo>
                    <a:pt x="9525" y="420"/>
                    <a:pt x="11069" y="693"/>
                    <a:pt x="12599" y="949"/>
                  </a:cubicBezTo>
                  <a:cubicBezTo>
                    <a:pt x="13361" y="1076"/>
                    <a:pt x="14123" y="1209"/>
                    <a:pt x="14885" y="1348"/>
                  </a:cubicBezTo>
                  <a:cubicBezTo>
                    <a:pt x="15630" y="1485"/>
                    <a:pt x="16382" y="1668"/>
                    <a:pt x="17137" y="1691"/>
                  </a:cubicBezTo>
                  <a:cubicBezTo>
                    <a:pt x="17138" y="1691"/>
                    <a:pt x="17139" y="1691"/>
                    <a:pt x="17141" y="1691"/>
                  </a:cubicBezTo>
                  <a:cubicBezTo>
                    <a:pt x="17237" y="1691"/>
                    <a:pt x="17246" y="1558"/>
                    <a:pt x="17164" y="1528"/>
                  </a:cubicBezTo>
                  <a:cubicBezTo>
                    <a:pt x="16442" y="1255"/>
                    <a:pt x="15667" y="1149"/>
                    <a:pt x="14908" y="1009"/>
                  </a:cubicBezTo>
                  <a:cubicBezTo>
                    <a:pt x="14173" y="876"/>
                    <a:pt x="13434" y="746"/>
                    <a:pt x="12692" y="623"/>
                  </a:cubicBezTo>
                  <a:cubicBezTo>
                    <a:pt x="11238" y="380"/>
                    <a:pt x="9778" y="124"/>
                    <a:pt x="8304" y="31"/>
                  </a:cubicBezTo>
                  <a:cubicBezTo>
                    <a:pt x="7993" y="11"/>
                    <a:pt x="7676" y="0"/>
                    <a:pt x="73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22"/>
            <p:cNvSpPr/>
            <p:nvPr/>
          </p:nvSpPr>
          <p:spPr>
            <a:xfrm>
              <a:off x="6772450" y="2037250"/>
              <a:ext cx="409575" cy="325700"/>
            </a:xfrm>
            <a:custGeom>
              <a:avLst/>
              <a:gdLst/>
              <a:ahLst/>
              <a:cxnLst/>
              <a:rect l="l" t="t" r="r" b="b"/>
              <a:pathLst>
                <a:path w="16383" h="13028" extrusionOk="0">
                  <a:moveTo>
                    <a:pt x="4832" y="1"/>
                  </a:moveTo>
                  <a:cubicBezTo>
                    <a:pt x="4410" y="1"/>
                    <a:pt x="3983" y="50"/>
                    <a:pt x="3554" y="157"/>
                  </a:cubicBezTo>
                  <a:cubicBezTo>
                    <a:pt x="1621" y="639"/>
                    <a:pt x="1" y="2668"/>
                    <a:pt x="553" y="4718"/>
                  </a:cubicBezTo>
                  <a:cubicBezTo>
                    <a:pt x="859" y="5856"/>
                    <a:pt x="1841" y="6597"/>
                    <a:pt x="2742" y="7266"/>
                  </a:cubicBezTo>
                  <a:cubicBezTo>
                    <a:pt x="3833" y="8071"/>
                    <a:pt x="4965" y="8820"/>
                    <a:pt x="6136" y="9502"/>
                  </a:cubicBezTo>
                  <a:cubicBezTo>
                    <a:pt x="8771" y="11039"/>
                    <a:pt x="11595" y="12223"/>
                    <a:pt x="14539" y="13025"/>
                  </a:cubicBezTo>
                  <a:cubicBezTo>
                    <a:pt x="14546" y="13027"/>
                    <a:pt x="14553" y="13028"/>
                    <a:pt x="14559" y="13028"/>
                  </a:cubicBezTo>
                  <a:cubicBezTo>
                    <a:pt x="14627" y="13028"/>
                    <a:pt x="14649" y="12920"/>
                    <a:pt x="14573" y="12899"/>
                  </a:cubicBezTo>
                  <a:cubicBezTo>
                    <a:pt x="12147" y="12107"/>
                    <a:pt x="9779" y="11102"/>
                    <a:pt x="7540" y="9868"/>
                  </a:cubicBezTo>
                  <a:cubicBezTo>
                    <a:pt x="6425" y="9252"/>
                    <a:pt x="5331" y="8600"/>
                    <a:pt x="4276" y="7882"/>
                  </a:cubicBezTo>
                  <a:cubicBezTo>
                    <a:pt x="3298" y="7216"/>
                    <a:pt x="2170" y="6531"/>
                    <a:pt x="1435" y="5586"/>
                  </a:cubicBezTo>
                  <a:cubicBezTo>
                    <a:pt x="41" y="3793"/>
                    <a:pt x="1375" y="1278"/>
                    <a:pt x="3334" y="622"/>
                  </a:cubicBezTo>
                  <a:cubicBezTo>
                    <a:pt x="3839" y="454"/>
                    <a:pt x="4345" y="379"/>
                    <a:pt x="4845" y="379"/>
                  </a:cubicBezTo>
                  <a:cubicBezTo>
                    <a:pt x="6789" y="379"/>
                    <a:pt x="8655" y="1519"/>
                    <a:pt x="10081" y="2791"/>
                  </a:cubicBezTo>
                  <a:cubicBezTo>
                    <a:pt x="12061" y="4558"/>
                    <a:pt x="13731" y="7023"/>
                    <a:pt x="16283" y="8005"/>
                  </a:cubicBezTo>
                  <a:cubicBezTo>
                    <a:pt x="16291" y="8008"/>
                    <a:pt x="16298" y="8009"/>
                    <a:pt x="16305" y="8009"/>
                  </a:cubicBezTo>
                  <a:cubicBezTo>
                    <a:pt x="16360" y="8009"/>
                    <a:pt x="16383" y="7924"/>
                    <a:pt x="16333" y="7892"/>
                  </a:cubicBezTo>
                  <a:cubicBezTo>
                    <a:pt x="15181" y="7150"/>
                    <a:pt x="14137" y="6285"/>
                    <a:pt x="13162" y="5327"/>
                  </a:cubicBezTo>
                  <a:cubicBezTo>
                    <a:pt x="12217" y="4398"/>
                    <a:pt x="11332" y="3414"/>
                    <a:pt x="10348" y="2532"/>
                  </a:cubicBezTo>
                  <a:cubicBezTo>
                    <a:pt x="8834" y="1176"/>
                    <a:pt x="6894" y="1"/>
                    <a:pt x="48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22"/>
            <p:cNvSpPr/>
            <p:nvPr/>
          </p:nvSpPr>
          <p:spPr>
            <a:xfrm>
              <a:off x="6980725" y="1851925"/>
              <a:ext cx="200800" cy="465525"/>
            </a:xfrm>
            <a:custGeom>
              <a:avLst/>
              <a:gdLst/>
              <a:ahLst/>
              <a:cxnLst/>
              <a:rect l="l" t="t" r="r" b="b"/>
              <a:pathLst>
                <a:path w="8032" h="18621" extrusionOk="0">
                  <a:moveTo>
                    <a:pt x="3742" y="356"/>
                  </a:moveTo>
                  <a:cubicBezTo>
                    <a:pt x="4730" y="356"/>
                    <a:pt x="5598" y="1049"/>
                    <a:pt x="6168" y="1827"/>
                  </a:cubicBezTo>
                  <a:cubicBezTo>
                    <a:pt x="7662" y="3863"/>
                    <a:pt x="7669" y="6708"/>
                    <a:pt x="7672" y="9127"/>
                  </a:cubicBezTo>
                  <a:cubicBezTo>
                    <a:pt x="7675" y="11298"/>
                    <a:pt x="7599" y="13470"/>
                    <a:pt x="7549" y="15643"/>
                  </a:cubicBezTo>
                  <a:lnTo>
                    <a:pt x="7549" y="15643"/>
                  </a:lnTo>
                  <a:cubicBezTo>
                    <a:pt x="7548" y="15631"/>
                    <a:pt x="7543" y="15619"/>
                    <a:pt x="7533" y="15607"/>
                  </a:cubicBezTo>
                  <a:cubicBezTo>
                    <a:pt x="5852" y="13731"/>
                    <a:pt x="4532" y="11559"/>
                    <a:pt x="3361" y="9336"/>
                  </a:cubicBezTo>
                  <a:cubicBezTo>
                    <a:pt x="2772" y="8222"/>
                    <a:pt x="2166" y="7094"/>
                    <a:pt x="1697" y="5926"/>
                  </a:cubicBezTo>
                  <a:cubicBezTo>
                    <a:pt x="1255" y="4822"/>
                    <a:pt x="965" y="3581"/>
                    <a:pt x="1335" y="2416"/>
                  </a:cubicBezTo>
                  <a:cubicBezTo>
                    <a:pt x="1631" y="1481"/>
                    <a:pt x="2336" y="586"/>
                    <a:pt x="3344" y="393"/>
                  </a:cubicBezTo>
                  <a:cubicBezTo>
                    <a:pt x="3478" y="368"/>
                    <a:pt x="3611" y="356"/>
                    <a:pt x="3742" y="356"/>
                  </a:cubicBezTo>
                  <a:close/>
                  <a:moveTo>
                    <a:pt x="3741" y="0"/>
                  </a:moveTo>
                  <a:cubicBezTo>
                    <a:pt x="2794" y="0"/>
                    <a:pt x="1966" y="558"/>
                    <a:pt x="1451" y="1338"/>
                  </a:cubicBezTo>
                  <a:cubicBezTo>
                    <a:pt x="0" y="3521"/>
                    <a:pt x="1335" y="6112"/>
                    <a:pt x="2389" y="8142"/>
                  </a:cubicBezTo>
                  <a:cubicBezTo>
                    <a:pt x="3793" y="10843"/>
                    <a:pt x="5347" y="13468"/>
                    <a:pt x="7436" y="15701"/>
                  </a:cubicBezTo>
                  <a:cubicBezTo>
                    <a:pt x="7450" y="15715"/>
                    <a:pt x="7466" y="15722"/>
                    <a:pt x="7481" y="15722"/>
                  </a:cubicBezTo>
                  <a:cubicBezTo>
                    <a:pt x="7514" y="15722"/>
                    <a:pt x="7543" y="15694"/>
                    <a:pt x="7549" y="15662"/>
                  </a:cubicBezTo>
                  <a:lnTo>
                    <a:pt x="7549" y="15662"/>
                  </a:lnTo>
                  <a:cubicBezTo>
                    <a:pt x="7528" y="16618"/>
                    <a:pt x="7511" y="17575"/>
                    <a:pt x="7509" y="18532"/>
                  </a:cubicBezTo>
                  <a:cubicBezTo>
                    <a:pt x="7509" y="18591"/>
                    <a:pt x="7552" y="18620"/>
                    <a:pt x="7596" y="18620"/>
                  </a:cubicBezTo>
                  <a:cubicBezTo>
                    <a:pt x="7641" y="18620"/>
                    <a:pt x="7687" y="18590"/>
                    <a:pt x="7692" y="18532"/>
                  </a:cubicBezTo>
                  <a:cubicBezTo>
                    <a:pt x="8005" y="15478"/>
                    <a:pt x="8015" y="12387"/>
                    <a:pt x="8015" y="9320"/>
                  </a:cubicBezTo>
                  <a:cubicBezTo>
                    <a:pt x="8015" y="6768"/>
                    <a:pt x="8032" y="3757"/>
                    <a:pt x="6441" y="1608"/>
                  </a:cubicBezTo>
                  <a:cubicBezTo>
                    <a:pt x="5839" y="793"/>
                    <a:pt x="4974" y="87"/>
                    <a:pt x="3929" y="8"/>
                  </a:cubicBezTo>
                  <a:cubicBezTo>
                    <a:pt x="3866" y="3"/>
                    <a:pt x="3803" y="0"/>
                    <a:pt x="37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22"/>
            <p:cNvSpPr/>
            <p:nvPr/>
          </p:nvSpPr>
          <p:spPr>
            <a:xfrm>
              <a:off x="7074200" y="2519625"/>
              <a:ext cx="165225" cy="466775"/>
            </a:xfrm>
            <a:custGeom>
              <a:avLst/>
              <a:gdLst/>
              <a:ahLst/>
              <a:cxnLst/>
              <a:rect l="l" t="t" r="r" b="b"/>
              <a:pathLst>
                <a:path w="6609" h="18671" extrusionOk="0">
                  <a:moveTo>
                    <a:pt x="5513" y="0"/>
                  </a:moveTo>
                  <a:cubicBezTo>
                    <a:pt x="5445" y="0"/>
                    <a:pt x="5374" y="58"/>
                    <a:pt x="5390" y="148"/>
                  </a:cubicBezTo>
                  <a:cubicBezTo>
                    <a:pt x="5816" y="2543"/>
                    <a:pt x="6036" y="4982"/>
                    <a:pt x="5903" y="7413"/>
                  </a:cubicBezTo>
                  <a:cubicBezTo>
                    <a:pt x="5763" y="9845"/>
                    <a:pt x="5287" y="12241"/>
                    <a:pt x="4485" y="14540"/>
                  </a:cubicBezTo>
                  <a:cubicBezTo>
                    <a:pt x="4279" y="15125"/>
                    <a:pt x="4053" y="15704"/>
                    <a:pt x="3803" y="16273"/>
                  </a:cubicBezTo>
                  <a:cubicBezTo>
                    <a:pt x="3584" y="16775"/>
                    <a:pt x="3374" y="17314"/>
                    <a:pt x="3018" y="17740"/>
                  </a:cubicBezTo>
                  <a:cubicBezTo>
                    <a:pt x="2782" y="18022"/>
                    <a:pt x="2479" y="18220"/>
                    <a:pt x="2166" y="18220"/>
                  </a:cubicBezTo>
                  <a:cubicBezTo>
                    <a:pt x="1976" y="18220"/>
                    <a:pt x="1782" y="18147"/>
                    <a:pt x="1598" y="17976"/>
                  </a:cubicBezTo>
                  <a:cubicBezTo>
                    <a:pt x="1185" y="17600"/>
                    <a:pt x="919" y="17022"/>
                    <a:pt x="756" y="16496"/>
                  </a:cubicBezTo>
                  <a:cubicBezTo>
                    <a:pt x="413" y="15405"/>
                    <a:pt x="447" y="14220"/>
                    <a:pt x="613" y="13099"/>
                  </a:cubicBezTo>
                  <a:cubicBezTo>
                    <a:pt x="799" y="11848"/>
                    <a:pt x="1129" y="10617"/>
                    <a:pt x="1511" y="9416"/>
                  </a:cubicBezTo>
                  <a:cubicBezTo>
                    <a:pt x="2423" y="6545"/>
                    <a:pt x="3564" y="3741"/>
                    <a:pt x="4612" y="919"/>
                  </a:cubicBezTo>
                  <a:cubicBezTo>
                    <a:pt x="4636" y="859"/>
                    <a:pt x="4587" y="820"/>
                    <a:pt x="4536" y="820"/>
                  </a:cubicBezTo>
                  <a:cubicBezTo>
                    <a:pt x="4503" y="820"/>
                    <a:pt x="4468" y="837"/>
                    <a:pt x="4452" y="876"/>
                  </a:cubicBezTo>
                  <a:cubicBezTo>
                    <a:pt x="3371" y="3574"/>
                    <a:pt x="2207" y="6259"/>
                    <a:pt x="1268" y="9014"/>
                  </a:cubicBezTo>
                  <a:cubicBezTo>
                    <a:pt x="823" y="10328"/>
                    <a:pt x="433" y="11675"/>
                    <a:pt x="224" y="13046"/>
                  </a:cubicBezTo>
                  <a:cubicBezTo>
                    <a:pt x="51" y="14187"/>
                    <a:pt x="1" y="15378"/>
                    <a:pt x="320" y="16499"/>
                  </a:cubicBezTo>
                  <a:cubicBezTo>
                    <a:pt x="562" y="17344"/>
                    <a:pt x="1149" y="18671"/>
                    <a:pt x="2188" y="18671"/>
                  </a:cubicBezTo>
                  <a:cubicBezTo>
                    <a:pt x="2238" y="18671"/>
                    <a:pt x="2288" y="18668"/>
                    <a:pt x="2340" y="18662"/>
                  </a:cubicBezTo>
                  <a:cubicBezTo>
                    <a:pt x="3414" y="18529"/>
                    <a:pt x="3930" y="17211"/>
                    <a:pt x="4303" y="16359"/>
                  </a:cubicBezTo>
                  <a:cubicBezTo>
                    <a:pt x="5337" y="13974"/>
                    <a:pt x="6009" y="11446"/>
                    <a:pt x="6289" y="8861"/>
                  </a:cubicBezTo>
                  <a:cubicBezTo>
                    <a:pt x="6608" y="5930"/>
                    <a:pt x="6458" y="2922"/>
                    <a:pt x="5620" y="84"/>
                  </a:cubicBezTo>
                  <a:cubicBezTo>
                    <a:pt x="5603" y="26"/>
                    <a:pt x="5558" y="0"/>
                    <a:pt x="55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6" name="Google Shape;5856;p22"/>
            <p:cNvSpPr/>
            <p:nvPr/>
          </p:nvSpPr>
          <p:spPr>
            <a:xfrm>
              <a:off x="6861950" y="2878175"/>
              <a:ext cx="21900" cy="17125"/>
            </a:xfrm>
            <a:custGeom>
              <a:avLst/>
              <a:gdLst/>
              <a:ahLst/>
              <a:cxnLst/>
              <a:rect l="l" t="t" r="r" b="b"/>
              <a:pathLst>
                <a:path w="876" h="685" extrusionOk="0">
                  <a:moveTo>
                    <a:pt x="356" y="0"/>
                  </a:moveTo>
                  <a:cubicBezTo>
                    <a:pt x="280" y="0"/>
                    <a:pt x="186" y="49"/>
                    <a:pt x="134" y="101"/>
                  </a:cubicBezTo>
                  <a:cubicBezTo>
                    <a:pt x="1" y="234"/>
                    <a:pt x="1" y="451"/>
                    <a:pt x="130" y="584"/>
                  </a:cubicBezTo>
                  <a:cubicBezTo>
                    <a:pt x="188" y="636"/>
                    <a:pt x="269" y="685"/>
                    <a:pt x="351" y="685"/>
                  </a:cubicBezTo>
                  <a:cubicBezTo>
                    <a:pt x="358" y="685"/>
                    <a:pt x="366" y="684"/>
                    <a:pt x="373" y="683"/>
                  </a:cubicBezTo>
                  <a:cubicBezTo>
                    <a:pt x="436" y="677"/>
                    <a:pt x="500" y="670"/>
                    <a:pt x="566" y="663"/>
                  </a:cubicBezTo>
                  <a:cubicBezTo>
                    <a:pt x="716" y="643"/>
                    <a:pt x="876" y="514"/>
                    <a:pt x="869" y="347"/>
                  </a:cubicBezTo>
                  <a:cubicBezTo>
                    <a:pt x="862" y="198"/>
                    <a:pt x="756" y="71"/>
                    <a:pt x="613" y="35"/>
                  </a:cubicBezTo>
                  <a:cubicBezTo>
                    <a:pt x="536" y="18"/>
                    <a:pt x="456" y="8"/>
                    <a:pt x="377" y="1"/>
                  </a:cubicBezTo>
                  <a:cubicBezTo>
                    <a:pt x="370" y="1"/>
                    <a:pt x="363"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7" name="Google Shape;5857;p22"/>
            <p:cNvSpPr/>
            <p:nvPr/>
          </p:nvSpPr>
          <p:spPr>
            <a:xfrm>
              <a:off x="6893150" y="2909575"/>
              <a:ext cx="16325" cy="15825"/>
            </a:xfrm>
            <a:custGeom>
              <a:avLst/>
              <a:gdLst/>
              <a:ahLst/>
              <a:cxnLst/>
              <a:rect l="l" t="t" r="r" b="b"/>
              <a:pathLst>
                <a:path w="653" h="633" extrusionOk="0">
                  <a:moveTo>
                    <a:pt x="348" y="0"/>
                  </a:moveTo>
                  <a:cubicBezTo>
                    <a:pt x="332" y="0"/>
                    <a:pt x="315" y="2"/>
                    <a:pt x="300" y="6"/>
                  </a:cubicBezTo>
                  <a:cubicBezTo>
                    <a:pt x="270" y="6"/>
                    <a:pt x="243" y="13"/>
                    <a:pt x="220" y="26"/>
                  </a:cubicBezTo>
                  <a:cubicBezTo>
                    <a:pt x="180" y="40"/>
                    <a:pt x="143" y="63"/>
                    <a:pt x="117" y="93"/>
                  </a:cubicBezTo>
                  <a:cubicBezTo>
                    <a:pt x="107" y="99"/>
                    <a:pt x="100" y="106"/>
                    <a:pt x="90" y="113"/>
                  </a:cubicBezTo>
                  <a:cubicBezTo>
                    <a:pt x="70" y="129"/>
                    <a:pt x="53" y="153"/>
                    <a:pt x="40" y="176"/>
                  </a:cubicBezTo>
                  <a:cubicBezTo>
                    <a:pt x="14" y="219"/>
                    <a:pt x="0" y="266"/>
                    <a:pt x="0" y="316"/>
                  </a:cubicBezTo>
                  <a:cubicBezTo>
                    <a:pt x="4" y="362"/>
                    <a:pt x="14" y="409"/>
                    <a:pt x="37" y="452"/>
                  </a:cubicBezTo>
                  <a:cubicBezTo>
                    <a:pt x="50" y="475"/>
                    <a:pt x="67" y="499"/>
                    <a:pt x="83" y="515"/>
                  </a:cubicBezTo>
                  <a:cubicBezTo>
                    <a:pt x="93" y="525"/>
                    <a:pt x="103" y="532"/>
                    <a:pt x="113" y="539"/>
                  </a:cubicBezTo>
                  <a:lnTo>
                    <a:pt x="177" y="588"/>
                  </a:lnTo>
                  <a:lnTo>
                    <a:pt x="253" y="622"/>
                  </a:lnTo>
                  <a:cubicBezTo>
                    <a:pt x="276" y="630"/>
                    <a:pt x="301" y="633"/>
                    <a:pt x="325" y="633"/>
                  </a:cubicBezTo>
                  <a:cubicBezTo>
                    <a:pt x="342" y="633"/>
                    <a:pt x="360" y="631"/>
                    <a:pt x="376" y="628"/>
                  </a:cubicBezTo>
                  <a:cubicBezTo>
                    <a:pt x="406" y="628"/>
                    <a:pt x="433" y="622"/>
                    <a:pt x="456" y="605"/>
                  </a:cubicBezTo>
                  <a:cubicBezTo>
                    <a:pt x="483" y="598"/>
                    <a:pt x="506" y="585"/>
                    <a:pt x="526" y="565"/>
                  </a:cubicBezTo>
                  <a:cubicBezTo>
                    <a:pt x="549" y="552"/>
                    <a:pt x="569" y="532"/>
                    <a:pt x="582" y="509"/>
                  </a:cubicBezTo>
                  <a:cubicBezTo>
                    <a:pt x="629" y="455"/>
                    <a:pt x="652" y="389"/>
                    <a:pt x="652" y="319"/>
                  </a:cubicBezTo>
                  <a:cubicBezTo>
                    <a:pt x="652" y="262"/>
                    <a:pt x="636" y="209"/>
                    <a:pt x="612" y="159"/>
                  </a:cubicBezTo>
                  <a:cubicBezTo>
                    <a:pt x="582" y="113"/>
                    <a:pt x="546" y="73"/>
                    <a:pt x="499" y="46"/>
                  </a:cubicBezTo>
                  <a:lnTo>
                    <a:pt x="423" y="13"/>
                  </a:lnTo>
                  <a:cubicBezTo>
                    <a:pt x="399" y="5"/>
                    <a:pt x="373" y="0"/>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22"/>
            <p:cNvSpPr/>
            <p:nvPr/>
          </p:nvSpPr>
          <p:spPr>
            <a:xfrm>
              <a:off x="6845325" y="2953025"/>
              <a:ext cx="24550" cy="27500"/>
            </a:xfrm>
            <a:custGeom>
              <a:avLst/>
              <a:gdLst/>
              <a:ahLst/>
              <a:cxnLst/>
              <a:rect l="l" t="t" r="r" b="b"/>
              <a:pathLst>
                <a:path w="982" h="1100" extrusionOk="0">
                  <a:moveTo>
                    <a:pt x="622" y="1"/>
                  </a:moveTo>
                  <a:cubicBezTo>
                    <a:pt x="580" y="1"/>
                    <a:pt x="537" y="13"/>
                    <a:pt x="499" y="42"/>
                  </a:cubicBezTo>
                  <a:cubicBezTo>
                    <a:pt x="389" y="121"/>
                    <a:pt x="283" y="211"/>
                    <a:pt x="183" y="308"/>
                  </a:cubicBezTo>
                  <a:cubicBezTo>
                    <a:pt x="0" y="484"/>
                    <a:pt x="0" y="780"/>
                    <a:pt x="180" y="960"/>
                  </a:cubicBezTo>
                  <a:cubicBezTo>
                    <a:pt x="271" y="1052"/>
                    <a:pt x="391" y="1099"/>
                    <a:pt x="511" y="1099"/>
                  </a:cubicBezTo>
                  <a:cubicBezTo>
                    <a:pt x="628" y="1099"/>
                    <a:pt x="745" y="1055"/>
                    <a:pt x="835" y="966"/>
                  </a:cubicBezTo>
                  <a:cubicBezTo>
                    <a:pt x="962" y="843"/>
                    <a:pt x="982" y="687"/>
                    <a:pt x="958" y="517"/>
                  </a:cubicBezTo>
                  <a:cubicBezTo>
                    <a:pt x="942" y="411"/>
                    <a:pt x="918" y="304"/>
                    <a:pt x="885" y="201"/>
                  </a:cubicBezTo>
                  <a:cubicBezTo>
                    <a:pt x="853" y="94"/>
                    <a:pt x="738" y="1"/>
                    <a:pt x="6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22"/>
            <p:cNvSpPr/>
            <p:nvPr/>
          </p:nvSpPr>
          <p:spPr>
            <a:xfrm>
              <a:off x="7123700" y="2872175"/>
              <a:ext cx="20325" cy="20600"/>
            </a:xfrm>
            <a:custGeom>
              <a:avLst/>
              <a:gdLst/>
              <a:ahLst/>
              <a:cxnLst/>
              <a:rect l="l" t="t" r="r" b="b"/>
              <a:pathLst>
                <a:path w="813" h="824" extrusionOk="0">
                  <a:moveTo>
                    <a:pt x="405" y="0"/>
                  </a:moveTo>
                  <a:cubicBezTo>
                    <a:pt x="344" y="0"/>
                    <a:pt x="283" y="16"/>
                    <a:pt x="230" y="48"/>
                  </a:cubicBezTo>
                  <a:lnTo>
                    <a:pt x="203" y="65"/>
                  </a:lnTo>
                  <a:cubicBezTo>
                    <a:pt x="157" y="88"/>
                    <a:pt x="120" y="125"/>
                    <a:pt x="90" y="168"/>
                  </a:cubicBezTo>
                  <a:cubicBezTo>
                    <a:pt x="64" y="195"/>
                    <a:pt x="47" y="225"/>
                    <a:pt x="37" y="258"/>
                  </a:cubicBezTo>
                  <a:cubicBezTo>
                    <a:pt x="10" y="305"/>
                    <a:pt x="0" y="361"/>
                    <a:pt x="0" y="414"/>
                  </a:cubicBezTo>
                  <a:lnTo>
                    <a:pt x="14" y="521"/>
                  </a:lnTo>
                  <a:cubicBezTo>
                    <a:pt x="27" y="554"/>
                    <a:pt x="40" y="587"/>
                    <a:pt x="57" y="621"/>
                  </a:cubicBezTo>
                  <a:cubicBezTo>
                    <a:pt x="80" y="664"/>
                    <a:pt x="113" y="704"/>
                    <a:pt x="157" y="734"/>
                  </a:cubicBezTo>
                  <a:cubicBezTo>
                    <a:pt x="180" y="757"/>
                    <a:pt x="210" y="777"/>
                    <a:pt x="247" y="787"/>
                  </a:cubicBezTo>
                  <a:cubicBezTo>
                    <a:pt x="293" y="810"/>
                    <a:pt x="346" y="824"/>
                    <a:pt x="403" y="824"/>
                  </a:cubicBezTo>
                  <a:lnTo>
                    <a:pt x="509" y="807"/>
                  </a:lnTo>
                  <a:lnTo>
                    <a:pt x="606" y="767"/>
                  </a:lnTo>
                  <a:cubicBezTo>
                    <a:pt x="652" y="744"/>
                    <a:pt x="692" y="707"/>
                    <a:pt x="722" y="664"/>
                  </a:cubicBezTo>
                  <a:cubicBezTo>
                    <a:pt x="746" y="637"/>
                    <a:pt x="766" y="607"/>
                    <a:pt x="776" y="574"/>
                  </a:cubicBezTo>
                  <a:cubicBezTo>
                    <a:pt x="799" y="528"/>
                    <a:pt x="812" y="474"/>
                    <a:pt x="809" y="418"/>
                  </a:cubicBezTo>
                  <a:lnTo>
                    <a:pt x="795" y="311"/>
                  </a:lnTo>
                  <a:cubicBezTo>
                    <a:pt x="782" y="278"/>
                    <a:pt x="769" y="245"/>
                    <a:pt x="756" y="215"/>
                  </a:cubicBezTo>
                  <a:cubicBezTo>
                    <a:pt x="722" y="155"/>
                    <a:pt x="672" y="105"/>
                    <a:pt x="612" y="68"/>
                  </a:cubicBezTo>
                  <a:lnTo>
                    <a:pt x="589" y="52"/>
                  </a:lnTo>
                  <a:cubicBezTo>
                    <a:pt x="533" y="18"/>
                    <a:pt x="469" y="0"/>
                    <a:pt x="4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22"/>
            <p:cNvSpPr/>
            <p:nvPr/>
          </p:nvSpPr>
          <p:spPr>
            <a:xfrm>
              <a:off x="6856300" y="2073175"/>
              <a:ext cx="28300" cy="27975"/>
            </a:xfrm>
            <a:custGeom>
              <a:avLst/>
              <a:gdLst/>
              <a:ahLst/>
              <a:cxnLst/>
              <a:rect l="l" t="t" r="r" b="b"/>
              <a:pathLst>
                <a:path w="1132" h="1119" extrusionOk="0">
                  <a:moveTo>
                    <a:pt x="746" y="0"/>
                  </a:moveTo>
                  <a:cubicBezTo>
                    <a:pt x="553" y="0"/>
                    <a:pt x="385" y="170"/>
                    <a:pt x="233" y="277"/>
                  </a:cubicBezTo>
                  <a:cubicBezTo>
                    <a:pt x="107" y="370"/>
                    <a:pt x="0" y="496"/>
                    <a:pt x="7" y="666"/>
                  </a:cubicBezTo>
                  <a:cubicBezTo>
                    <a:pt x="10" y="786"/>
                    <a:pt x="57" y="899"/>
                    <a:pt x="137" y="985"/>
                  </a:cubicBezTo>
                  <a:cubicBezTo>
                    <a:pt x="223" y="1068"/>
                    <a:pt x="336" y="1118"/>
                    <a:pt x="456" y="1118"/>
                  </a:cubicBezTo>
                  <a:cubicBezTo>
                    <a:pt x="623" y="1118"/>
                    <a:pt x="756" y="1032"/>
                    <a:pt x="845" y="899"/>
                  </a:cubicBezTo>
                  <a:cubicBezTo>
                    <a:pt x="952" y="746"/>
                    <a:pt x="1132" y="559"/>
                    <a:pt x="1122" y="363"/>
                  </a:cubicBezTo>
                  <a:cubicBezTo>
                    <a:pt x="1118" y="167"/>
                    <a:pt x="962" y="7"/>
                    <a:pt x="762" y="0"/>
                  </a:cubicBezTo>
                  <a:cubicBezTo>
                    <a:pt x="757" y="0"/>
                    <a:pt x="751" y="0"/>
                    <a:pt x="7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22"/>
            <p:cNvSpPr/>
            <p:nvPr/>
          </p:nvSpPr>
          <p:spPr>
            <a:xfrm>
              <a:off x="6909025" y="2078000"/>
              <a:ext cx="21725" cy="23975"/>
            </a:xfrm>
            <a:custGeom>
              <a:avLst/>
              <a:gdLst/>
              <a:ahLst/>
              <a:cxnLst/>
              <a:rect l="l" t="t" r="r" b="b"/>
              <a:pathLst>
                <a:path w="869" h="959" extrusionOk="0">
                  <a:moveTo>
                    <a:pt x="440" y="0"/>
                  </a:moveTo>
                  <a:cubicBezTo>
                    <a:pt x="197" y="0"/>
                    <a:pt x="1" y="240"/>
                    <a:pt x="71" y="479"/>
                  </a:cubicBezTo>
                  <a:cubicBezTo>
                    <a:pt x="127" y="676"/>
                    <a:pt x="174" y="959"/>
                    <a:pt x="433" y="959"/>
                  </a:cubicBezTo>
                  <a:cubicBezTo>
                    <a:pt x="435" y="959"/>
                    <a:pt x="436" y="959"/>
                    <a:pt x="438" y="959"/>
                  </a:cubicBezTo>
                  <a:cubicBezTo>
                    <a:pt x="690" y="959"/>
                    <a:pt x="743" y="678"/>
                    <a:pt x="802" y="486"/>
                  </a:cubicBezTo>
                  <a:cubicBezTo>
                    <a:pt x="869" y="243"/>
                    <a:pt x="689" y="7"/>
                    <a:pt x="4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2" name="Google Shape;5862;p22"/>
            <p:cNvSpPr/>
            <p:nvPr/>
          </p:nvSpPr>
          <p:spPr>
            <a:xfrm>
              <a:off x="6912700" y="2137675"/>
              <a:ext cx="29125" cy="25025"/>
            </a:xfrm>
            <a:custGeom>
              <a:avLst/>
              <a:gdLst/>
              <a:ahLst/>
              <a:cxnLst/>
              <a:rect l="l" t="t" r="r" b="b"/>
              <a:pathLst>
                <a:path w="1165" h="1001" extrusionOk="0">
                  <a:moveTo>
                    <a:pt x="647" y="0"/>
                  </a:moveTo>
                  <a:cubicBezTo>
                    <a:pt x="533" y="0"/>
                    <a:pt x="418" y="43"/>
                    <a:pt x="329" y="129"/>
                  </a:cubicBezTo>
                  <a:cubicBezTo>
                    <a:pt x="279" y="175"/>
                    <a:pt x="226" y="218"/>
                    <a:pt x="180" y="268"/>
                  </a:cubicBezTo>
                  <a:cubicBezTo>
                    <a:pt x="93" y="351"/>
                    <a:pt x="60" y="455"/>
                    <a:pt x="30" y="564"/>
                  </a:cubicBezTo>
                  <a:cubicBezTo>
                    <a:pt x="0" y="664"/>
                    <a:pt x="23" y="774"/>
                    <a:pt x="87" y="857"/>
                  </a:cubicBezTo>
                  <a:cubicBezTo>
                    <a:pt x="150" y="940"/>
                    <a:pt x="246" y="990"/>
                    <a:pt x="353" y="994"/>
                  </a:cubicBezTo>
                  <a:cubicBezTo>
                    <a:pt x="383" y="997"/>
                    <a:pt x="413" y="1000"/>
                    <a:pt x="442" y="1000"/>
                  </a:cubicBezTo>
                  <a:cubicBezTo>
                    <a:pt x="449" y="1000"/>
                    <a:pt x="455" y="1001"/>
                    <a:pt x="461" y="1001"/>
                  </a:cubicBezTo>
                  <a:cubicBezTo>
                    <a:pt x="541" y="1001"/>
                    <a:pt x="621" y="980"/>
                    <a:pt x="692" y="940"/>
                  </a:cubicBezTo>
                  <a:cubicBezTo>
                    <a:pt x="755" y="914"/>
                    <a:pt x="815" y="880"/>
                    <a:pt x="878" y="850"/>
                  </a:cubicBezTo>
                  <a:cubicBezTo>
                    <a:pt x="1128" y="731"/>
                    <a:pt x="1164" y="385"/>
                    <a:pt x="1011" y="182"/>
                  </a:cubicBezTo>
                  <a:cubicBezTo>
                    <a:pt x="920" y="62"/>
                    <a:pt x="784" y="0"/>
                    <a:pt x="6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3" name="Google Shape;5863;p22"/>
            <p:cNvSpPr/>
            <p:nvPr/>
          </p:nvSpPr>
          <p:spPr>
            <a:xfrm>
              <a:off x="6878750" y="2173000"/>
              <a:ext cx="32375" cy="23975"/>
            </a:xfrm>
            <a:custGeom>
              <a:avLst/>
              <a:gdLst/>
              <a:ahLst/>
              <a:cxnLst/>
              <a:rect l="l" t="t" r="r" b="b"/>
              <a:pathLst>
                <a:path w="1295" h="959" extrusionOk="0">
                  <a:moveTo>
                    <a:pt x="765" y="0"/>
                  </a:moveTo>
                  <a:cubicBezTo>
                    <a:pt x="724" y="0"/>
                    <a:pt x="682" y="5"/>
                    <a:pt x="639" y="13"/>
                  </a:cubicBezTo>
                  <a:cubicBezTo>
                    <a:pt x="380" y="63"/>
                    <a:pt x="7" y="143"/>
                    <a:pt x="4" y="475"/>
                  </a:cubicBezTo>
                  <a:cubicBezTo>
                    <a:pt x="1" y="805"/>
                    <a:pt x="373" y="891"/>
                    <a:pt x="633" y="945"/>
                  </a:cubicBezTo>
                  <a:cubicBezTo>
                    <a:pt x="677" y="953"/>
                    <a:pt x="722" y="958"/>
                    <a:pt x="766" y="958"/>
                  </a:cubicBezTo>
                  <a:cubicBezTo>
                    <a:pt x="891" y="958"/>
                    <a:pt x="1014" y="920"/>
                    <a:pt x="1102" y="825"/>
                  </a:cubicBezTo>
                  <a:cubicBezTo>
                    <a:pt x="1291" y="635"/>
                    <a:pt x="1295" y="329"/>
                    <a:pt x="1109" y="139"/>
                  </a:cubicBezTo>
                  <a:cubicBezTo>
                    <a:pt x="1011" y="42"/>
                    <a:pt x="892" y="0"/>
                    <a:pt x="7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22"/>
            <p:cNvSpPr/>
            <p:nvPr/>
          </p:nvSpPr>
          <p:spPr>
            <a:xfrm>
              <a:off x="6853800" y="2160300"/>
              <a:ext cx="22475" cy="31425"/>
            </a:xfrm>
            <a:custGeom>
              <a:avLst/>
              <a:gdLst/>
              <a:ahLst/>
              <a:cxnLst/>
              <a:rect l="l" t="t" r="r" b="b"/>
              <a:pathLst>
                <a:path w="899" h="1257" extrusionOk="0">
                  <a:moveTo>
                    <a:pt x="289" y="0"/>
                  </a:moveTo>
                  <a:cubicBezTo>
                    <a:pt x="183" y="0"/>
                    <a:pt x="80" y="55"/>
                    <a:pt x="60" y="175"/>
                  </a:cubicBezTo>
                  <a:cubicBezTo>
                    <a:pt x="44" y="291"/>
                    <a:pt x="17" y="408"/>
                    <a:pt x="11" y="524"/>
                  </a:cubicBezTo>
                  <a:cubicBezTo>
                    <a:pt x="1" y="634"/>
                    <a:pt x="14" y="744"/>
                    <a:pt x="14" y="854"/>
                  </a:cubicBezTo>
                  <a:cubicBezTo>
                    <a:pt x="14" y="1078"/>
                    <a:pt x="198" y="1257"/>
                    <a:pt x="418" y="1257"/>
                  </a:cubicBezTo>
                  <a:cubicBezTo>
                    <a:pt x="436" y="1257"/>
                    <a:pt x="454" y="1255"/>
                    <a:pt x="473" y="1253"/>
                  </a:cubicBezTo>
                  <a:cubicBezTo>
                    <a:pt x="696" y="1226"/>
                    <a:pt x="899" y="983"/>
                    <a:pt x="812" y="751"/>
                  </a:cubicBezTo>
                  <a:cubicBezTo>
                    <a:pt x="772" y="634"/>
                    <a:pt x="729" y="511"/>
                    <a:pt x="679" y="395"/>
                  </a:cubicBezTo>
                  <a:cubicBezTo>
                    <a:pt x="629" y="301"/>
                    <a:pt x="576" y="208"/>
                    <a:pt x="520" y="118"/>
                  </a:cubicBezTo>
                  <a:cubicBezTo>
                    <a:pt x="475" y="41"/>
                    <a:pt x="381" y="0"/>
                    <a:pt x="2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22"/>
            <p:cNvSpPr/>
            <p:nvPr/>
          </p:nvSpPr>
          <p:spPr>
            <a:xfrm>
              <a:off x="6873300" y="2123650"/>
              <a:ext cx="19400" cy="18700"/>
            </a:xfrm>
            <a:custGeom>
              <a:avLst/>
              <a:gdLst/>
              <a:ahLst/>
              <a:cxnLst/>
              <a:rect l="l" t="t" r="r" b="b"/>
              <a:pathLst>
                <a:path w="776" h="748" extrusionOk="0">
                  <a:moveTo>
                    <a:pt x="388" y="0"/>
                  </a:moveTo>
                  <a:cubicBezTo>
                    <a:pt x="196" y="0"/>
                    <a:pt x="4" y="124"/>
                    <a:pt x="2" y="370"/>
                  </a:cubicBezTo>
                  <a:cubicBezTo>
                    <a:pt x="1" y="621"/>
                    <a:pt x="195" y="748"/>
                    <a:pt x="390" y="748"/>
                  </a:cubicBezTo>
                  <a:cubicBezTo>
                    <a:pt x="581" y="748"/>
                    <a:pt x="773" y="625"/>
                    <a:pt x="774" y="377"/>
                  </a:cubicBezTo>
                  <a:cubicBezTo>
                    <a:pt x="776" y="126"/>
                    <a:pt x="582" y="0"/>
                    <a:pt x="3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22"/>
            <p:cNvSpPr/>
            <p:nvPr/>
          </p:nvSpPr>
          <p:spPr>
            <a:xfrm>
              <a:off x="7029900" y="1905250"/>
              <a:ext cx="26625" cy="36375"/>
            </a:xfrm>
            <a:custGeom>
              <a:avLst/>
              <a:gdLst/>
              <a:ahLst/>
              <a:cxnLst/>
              <a:rect l="l" t="t" r="r" b="b"/>
              <a:pathLst>
                <a:path w="1065" h="1455" extrusionOk="0">
                  <a:moveTo>
                    <a:pt x="648" y="0"/>
                  </a:moveTo>
                  <a:cubicBezTo>
                    <a:pt x="503" y="10"/>
                    <a:pt x="408" y="61"/>
                    <a:pt x="324" y="146"/>
                  </a:cubicBezTo>
                  <a:lnTo>
                    <a:pt x="324" y="146"/>
                  </a:lnTo>
                  <a:cubicBezTo>
                    <a:pt x="0" y="328"/>
                    <a:pt x="9" y="781"/>
                    <a:pt x="83" y="1098"/>
                  </a:cubicBezTo>
                  <a:cubicBezTo>
                    <a:pt x="130" y="1302"/>
                    <a:pt x="340" y="1455"/>
                    <a:pt x="548" y="1455"/>
                  </a:cubicBezTo>
                  <a:cubicBezTo>
                    <a:pt x="587" y="1455"/>
                    <a:pt x="627" y="1449"/>
                    <a:pt x="665" y="1438"/>
                  </a:cubicBezTo>
                  <a:cubicBezTo>
                    <a:pt x="915" y="1364"/>
                    <a:pt x="1064" y="1108"/>
                    <a:pt x="1001" y="855"/>
                  </a:cubicBezTo>
                  <a:lnTo>
                    <a:pt x="1001" y="852"/>
                  </a:lnTo>
                  <a:cubicBezTo>
                    <a:pt x="998" y="842"/>
                    <a:pt x="992" y="762"/>
                    <a:pt x="989" y="762"/>
                  </a:cubicBezTo>
                  <a:cubicBezTo>
                    <a:pt x="988" y="762"/>
                    <a:pt x="988" y="769"/>
                    <a:pt x="988" y="787"/>
                  </a:cubicBezTo>
                  <a:lnTo>
                    <a:pt x="988" y="787"/>
                  </a:lnTo>
                  <a:cubicBezTo>
                    <a:pt x="988" y="741"/>
                    <a:pt x="991" y="695"/>
                    <a:pt x="988" y="646"/>
                  </a:cubicBezTo>
                  <a:lnTo>
                    <a:pt x="974" y="523"/>
                  </a:lnTo>
                  <a:lnTo>
                    <a:pt x="974" y="523"/>
                  </a:lnTo>
                  <a:cubicBezTo>
                    <a:pt x="976" y="547"/>
                    <a:pt x="976" y="559"/>
                    <a:pt x="975" y="559"/>
                  </a:cubicBezTo>
                  <a:cubicBezTo>
                    <a:pt x="974" y="559"/>
                    <a:pt x="970" y="517"/>
                    <a:pt x="961" y="433"/>
                  </a:cubicBezTo>
                  <a:cubicBezTo>
                    <a:pt x="952" y="402"/>
                    <a:pt x="940" y="370"/>
                    <a:pt x="924" y="339"/>
                  </a:cubicBezTo>
                  <a:lnTo>
                    <a:pt x="924" y="339"/>
                  </a:lnTo>
                  <a:cubicBezTo>
                    <a:pt x="913" y="263"/>
                    <a:pt x="890" y="188"/>
                    <a:pt x="855" y="120"/>
                  </a:cubicBezTo>
                  <a:cubicBezTo>
                    <a:pt x="811" y="47"/>
                    <a:pt x="735" y="0"/>
                    <a:pt x="6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22"/>
            <p:cNvSpPr/>
            <p:nvPr/>
          </p:nvSpPr>
          <p:spPr>
            <a:xfrm>
              <a:off x="7102075" y="1927350"/>
              <a:ext cx="28550" cy="24325"/>
            </a:xfrm>
            <a:custGeom>
              <a:avLst/>
              <a:gdLst/>
              <a:ahLst/>
              <a:cxnLst/>
              <a:rect l="l" t="t" r="r" b="b"/>
              <a:pathLst>
                <a:path w="1142" h="973" extrusionOk="0">
                  <a:moveTo>
                    <a:pt x="574" y="0"/>
                  </a:moveTo>
                  <a:cubicBezTo>
                    <a:pt x="447" y="0"/>
                    <a:pt x="325" y="49"/>
                    <a:pt x="233" y="138"/>
                  </a:cubicBezTo>
                  <a:cubicBezTo>
                    <a:pt x="207" y="164"/>
                    <a:pt x="183" y="191"/>
                    <a:pt x="157" y="221"/>
                  </a:cubicBezTo>
                  <a:cubicBezTo>
                    <a:pt x="94" y="291"/>
                    <a:pt x="50" y="374"/>
                    <a:pt x="27" y="464"/>
                  </a:cubicBezTo>
                  <a:cubicBezTo>
                    <a:pt x="0" y="564"/>
                    <a:pt x="14" y="670"/>
                    <a:pt x="64" y="760"/>
                  </a:cubicBezTo>
                  <a:cubicBezTo>
                    <a:pt x="84" y="787"/>
                    <a:pt x="103" y="813"/>
                    <a:pt x="123" y="840"/>
                  </a:cubicBezTo>
                  <a:cubicBezTo>
                    <a:pt x="170" y="886"/>
                    <a:pt x="227" y="923"/>
                    <a:pt x="293" y="940"/>
                  </a:cubicBezTo>
                  <a:cubicBezTo>
                    <a:pt x="352" y="962"/>
                    <a:pt x="416" y="973"/>
                    <a:pt x="480" y="973"/>
                  </a:cubicBezTo>
                  <a:cubicBezTo>
                    <a:pt x="510" y="973"/>
                    <a:pt x="540" y="970"/>
                    <a:pt x="569" y="966"/>
                  </a:cubicBezTo>
                  <a:cubicBezTo>
                    <a:pt x="652" y="966"/>
                    <a:pt x="739" y="946"/>
                    <a:pt x="812" y="903"/>
                  </a:cubicBezTo>
                  <a:cubicBezTo>
                    <a:pt x="885" y="860"/>
                    <a:pt x="945" y="800"/>
                    <a:pt x="988" y="730"/>
                  </a:cubicBezTo>
                  <a:cubicBezTo>
                    <a:pt x="1141" y="457"/>
                    <a:pt x="1005" y="111"/>
                    <a:pt x="706" y="18"/>
                  </a:cubicBezTo>
                  <a:cubicBezTo>
                    <a:pt x="662" y="6"/>
                    <a:pt x="618" y="0"/>
                    <a:pt x="5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8" name="Google Shape;5868;p22"/>
            <p:cNvSpPr/>
            <p:nvPr/>
          </p:nvSpPr>
          <p:spPr>
            <a:xfrm>
              <a:off x="7076950" y="1978700"/>
              <a:ext cx="30875" cy="23850"/>
            </a:xfrm>
            <a:custGeom>
              <a:avLst/>
              <a:gdLst/>
              <a:ahLst/>
              <a:cxnLst/>
              <a:rect l="l" t="t" r="r" b="b"/>
              <a:pathLst>
                <a:path w="1235" h="954" extrusionOk="0">
                  <a:moveTo>
                    <a:pt x="408" y="1"/>
                  </a:moveTo>
                  <a:cubicBezTo>
                    <a:pt x="305" y="1"/>
                    <a:pt x="205" y="19"/>
                    <a:pt x="110" y="70"/>
                  </a:cubicBezTo>
                  <a:cubicBezTo>
                    <a:pt x="21" y="120"/>
                    <a:pt x="1" y="216"/>
                    <a:pt x="14" y="310"/>
                  </a:cubicBezTo>
                  <a:cubicBezTo>
                    <a:pt x="41" y="519"/>
                    <a:pt x="227" y="685"/>
                    <a:pt x="383" y="819"/>
                  </a:cubicBezTo>
                  <a:cubicBezTo>
                    <a:pt x="477" y="895"/>
                    <a:pt x="588" y="953"/>
                    <a:pt x="708" y="953"/>
                  </a:cubicBezTo>
                  <a:cubicBezTo>
                    <a:pt x="745" y="953"/>
                    <a:pt x="784" y="948"/>
                    <a:pt x="822" y="935"/>
                  </a:cubicBezTo>
                  <a:cubicBezTo>
                    <a:pt x="932" y="905"/>
                    <a:pt x="1029" y="832"/>
                    <a:pt x="1092" y="732"/>
                  </a:cubicBezTo>
                  <a:cubicBezTo>
                    <a:pt x="1235" y="489"/>
                    <a:pt x="1112" y="140"/>
                    <a:pt x="826" y="67"/>
                  </a:cubicBezTo>
                  <a:lnTo>
                    <a:pt x="826" y="70"/>
                  </a:lnTo>
                  <a:cubicBezTo>
                    <a:pt x="691" y="35"/>
                    <a:pt x="548" y="1"/>
                    <a:pt x="4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9" name="Google Shape;5869;p22"/>
            <p:cNvSpPr/>
            <p:nvPr/>
          </p:nvSpPr>
          <p:spPr>
            <a:xfrm>
              <a:off x="7044850" y="1960425"/>
              <a:ext cx="26450" cy="35750"/>
            </a:xfrm>
            <a:custGeom>
              <a:avLst/>
              <a:gdLst/>
              <a:ahLst/>
              <a:cxnLst/>
              <a:rect l="l" t="t" r="r" b="b"/>
              <a:pathLst>
                <a:path w="1058" h="1430" extrusionOk="0">
                  <a:moveTo>
                    <a:pt x="533" y="0"/>
                  </a:moveTo>
                  <a:cubicBezTo>
                    <a:pt x="434" y="0"/>
                    <a:pt x="335" y="58"/>
                    <a:pt x="300" y="172"/>
                  </a:cubicBezTo>
                  <a:cubicBezTo>
                    <a:pt x="230" y="398"/>
                    <a:pt x="160" y="625"/>
                    <a:pt x="90" y="848"/>
                  </a:cubicBezTo>
                  <a:cubicBezTo>
                    <a:pt x="0" y="1134"/>
                    <a:pt x="237" y="1426"/>
                    <a:pt x="526" y="1430"/>
                  </a:cubicBezTo>
                  <a:cubicBezTo>
                    <a:pt x="528" y="1430"/>
                    <a:pt x="529" y="1430"/>
                    <a:pt x="531" y="1430"/>
                  </a:cubicBezTo>
                  <a:cubicBezTo>
                    <a:pt x="818" y="1430"/>
                    <a:pt x="1058" y="1139"/>
                    <a:pt x="972" y="854"/>
                  </a:cubicBezTo>
                  <a:lnTo>
                    <a:pt x="969" y="854"/>
                  </a:lnTo>
                  <a:cubicBezTo>
                    <a:pt x="902" y="628"/>
                    <a:pt x="836" y="402"/>
                    <a:pt x="769" y="176"/>
                  </a:cubicBezTo>
                  <a:cubicBezTo>
                    <a:pt x="734" y="59"/>
                    <a:pt x="634" y="0"/>
                    <a:pt x="5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22"/>
            <p:cNvSpPr/>
            <p:nvPr/>
          </p:nvSpPr>
          <p:spPr>
            <a:xfrm>
              <a:off x="7091925" y="1939350"/>
              <a:ext cx="6175" cy="6025"/>
            </a:xfrm>
            <a:custGeom>
              <a:avLst/>
              <a:gdLst/>
              <a:ahLst/>
              <a:cxnLst/>
              <a:rect l="l" t="t" r="r" b="b"/>
              <a:pathLst>
                <a:path w="247" h="241" extrusionOk="0">
                  <a:moveTo>
                    <a:pt x="124" y="0"/>
                  </a:moveTo>
                  <a:cubicBezTo>
                    <a:pt x="62" y="0"/>
                    <a:pt x="0" y="40"/>
                    <a:pt x="0" y="120"/>
                  </a:cubicBezTo>
                  <a:cubicBezTo>
                    <a:pt x="0" y="200"/>
                    <a:pt x="61" y="240"/>
                    <a:pt x="122" y="240"/>
                  </a:cubicBezTo>
                  <a:cubicBezTo>
                    <a:pt x="183" y="240"/>
                    <a:pt x="245" y="200"/>
                    <a:pt x="247" y="120"/>
                  </a:cubicBezTo>
                  <a:cubicBezTo>
                    <a:pt x="247" y="40"/>
                    <a:pt x="185"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88951389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Section header 4" preserve="1">
  <p:cSld name="Section header 4">
    <p:spTree>
      <p:nvGrpSpPr>
        <p:cNvPr id="1" name="Shape 5871"/>
        <p:cNvGrpSpPr/>
        <p:nvPr/>
      </p:nvGrpSpPr>
      <p:grpSpPr>
        <a:xfrm>
          <a:off x="0" y="0"/>
          <a:ext cx="0" cy="0"/>
          <a:chOff x="0" y="0"/>
          <a:chExt cx="0" cy="0"/>
        </a:xfrm>
      </p:grpSpPr>
      <p:grpSp>
        <p:nvGrpSpPr>
          <p:cNvPr id="5872" name="Google Shape;5872;p23"/>
          <p:cNvGrpSpPr/>
          <p:nvPr/>
        </p:nvGrpSpPr>
        <p:grpSpPr>
          <a:xfrm rot="7213709">
            <a:off x="8403298" y="346901"/>
            <a:ext cx="2737799" cy="1640960"/>
            <a:chOff x="3911500" y="3122300"/>
            <a:chExt cx="597375" cy="358050"/>
          </a:xfrm>
        </p:grpSpPr>
        <p:sp>
          <p:nvSpPr>
            <p:cNvPr id="5873" name="Google Shape;5873;p23"/>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4" name="Google Shape;5874;p23"/>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5" name="Google Shape;5875;p23"/>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6" name="Google Shape;5876;p23"/>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7" name="Google Shape;5877;p23"/>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8" name="Google Shape;5878;p23"/>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9" name="Google Shape;5879;p23"/>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0" name="Google Shape;5880;p23"/>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1" name="Google Shape;5881;p23"/>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2" name="Google Shape;5882;p23"/>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3" name="Google Shape;5883;p23"/>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4" name="Google Shape;5884;p23"/>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5" name="Google Shape;5885;p23"/>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6" name="Google Shape;5886;p23"/>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23"/>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23"/>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23"/>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23"/>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23"/>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23"/>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23"/>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23"/>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23"/>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23"/>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23"/>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23"/>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23"/>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23"/>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23"/>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2" name="Google Shape;5902;p23"/>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3" name="Google Shape;5903;p23"/>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04" name="Google Shape;5904;p23"/>
          <p:cNvSpPr txBox="1">
            <a:spLocks noGrp="1"/>
          </p:cNvSpPr>
          <p:nvPr>
            <p:ph type="title"/>
          </p:nvPr>
        </p:nvSpPr>
        <p:spPr>
          <a:xfrm>
            <a:off x="953467" y="1637800"/>
            <a:ext cx="7253200" cy="1206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6400">
                <a:solidFill>
                  <a:schemeClr val="lt2"/>
                </a:solidFill>
              </a:defRPr>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r>
              <a:rPr lang="en-US"/>
              <a:t>Click to edit Master title style</a:t>
            </a:r>
            <a:endParaRPr/>
          </a:p>
        </p:txBody>
      </p:sp>
      <p:sp>
        <p:nvSpPr>
          <p:cNvPr id="5905" name="Google Shape;5905;p23"/>
          <p:cNvSpPr txBox="1">
            <a:spLocks noGrp="1"/>
          </p:cNvSpPr>
          <p:nvPr>
            <p:ph type="title" idx="2" hasCustomPrompt="1"/>
          </p:nvPr>
        </p:nvSpPr>
        <p:spPr>
          <a:xfrm>
            <a:off x="953467" y="685800"/>
            <a:ext cx="1762400" cy="95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400">
                <a:solidFill>
                  <a:schemeClr val="accent1"/>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r>
              <a:t>xx%</a:t>
            </a:r>
          </a:p>
        </p:txBody>
      </p:sp>
      <p:sp>
        <p:nvSpPr>
          <p:cNvPr id="5906" name="Google Shape;5906;p23"/>
          <p:cNvSpPr txBox="1">
            <a:spLocks noGrp="1"/>
          </p:cNvSpPr>
          <p:nvPr>
            <p:ph type="subTitle" idx="1"/>
          </p:nvPr>
        </p:nvSpPr>
        <p:spPr>
          <a:xfrm>
            <a:off x="1283067" y="3130960"/>
            <a:ext cx="5805200" cy="57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sz="2133">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grpSp>
        <p:nvGrpSpPr>
          <p:cNvPr id="5907" name="Google Shape;5907;p23"/>
          <p:cNvGrpSpPr/>
          <p:nvPr/>
        </p:nvGrpSpPr>
        <p:grpSpPr>
          <a:xfrm flipH="1">
            <a:off x="11613166" y="-222468"/>
            <a:ext cx="578831" cy="7314599"/>
            <a:chOff x="13274" y="-166851"/>
            <a:chExt cx="434123" cy="5485949"/>
          </a:xfrm>
        </p:grpSpPr>
        <p:sp>
          <p:nvSpPr>
            <p:cNvPr id="5908" name="Google Shape;5908;p23"/>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23"/>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23"/>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23"/>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23"/>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23"/>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23"/>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23"/>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23"/>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23"/>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23"/>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9" name="Google Shape;5919;p23"/>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0" name="Google Shape;5920;p23"/>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23"/>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23"/>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23"/>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23"/>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5" name="Google Shape;5925;p23"/>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6" name="Google Shape;5926;p23"/>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23"/>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23"/>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23"/>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23"/>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1" name="Google Shape;5931;p23"/>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2" name="Google Shape;5932;p23"/>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23"/>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23"/>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5" name="Google Shape;5935;p23"/>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6" name="Google Shape;5936;p23"/>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7" name="Google Shape;5937;p23"/>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8" name="Google Shape;5938;p23"/>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23"/>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23"/>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23"/>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23"/>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3" name="Google Shape;5943;p23"/>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4" name="Google Shape;5944;p23"/>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23"/>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23"/>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23"/>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23"/>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9" name="Google Shape;5949;p23"/>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0" name="Google Shape;5950;p23"/>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23"/>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23"/>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23"/>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23"/>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5" name="Google Shape;5955;p23"/>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6" name="Google Shape;5956;p23"/>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7" name="Google Shape;5957;p23"/>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8" name="Google Shape;5958;p23"/>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23"/>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0" name="Google Shape;5960;p23"/>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1" name="Google Shape;5961;p23"/>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23"/>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23"/>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23"/>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23"/>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23"/>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23"/>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23"/>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23"/>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0" name="Google Shape;5970;p23"/>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1" name="Google Shape;5971;p23"/>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2" name="Google Shape;5972;p23"/>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3" name="Google Shape;5973;p23"/>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4" name="Google Shape;5974;p23"/>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5" name="Google Shape;5975;p23"/>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6" name="Google Shape;5976;p23"/>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7" name="Google Shape;5977;p23"/>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8" name="Google Shape;5978;p23"/>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9" name="Google Shape;5979;p23"/>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0" name="Google Shape;5980;p23"/>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1" name="Google Shape;5981;p23"/>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2" name="Google Shape;5982;p23"/>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3" name="Google Shape;5983;p23"/>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4" name="Google Shape;5984;p23"/>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5" name="Google Shape;5985;p23"/>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6" name="Google Shape;5986;p23"/>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7" name="Google Shape;5987;p23"/>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8" name="Google Shape;5988;p23"/>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9" name="Google Shape;5989;p23"/>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0" name="Google Shape;5990;p23"/>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1" name="Google Shape;5991;p23"/>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2" name="Google Shape;5992;p23"/>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3" name="Google Shape;5993;p23"/>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4" name="Google Shape;5994;p23"/>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5" name="Google Shape;5995;p23"/>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6" name="Google Shape;5996;p23"/>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7" name="Google Shape;5997;p23"/>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8" name="Google Shape;5998;p23"/>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9" name="Google Shape;5999;p23"/>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0" name="Google Shape;6000;p23"/>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1" name="Google Shape;6001;p23"/>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2" name="Google Shape;6002;p23"/>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3" name="Google Shape;6003;p23"/>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4" name="Google Shape;6004;p23"/>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5" name="Google Shape;6005;p23"/>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6" name="Google Shape;6006;p23"/>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7" name="Google Shape;6007;p23"/>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8" name="Google Shape;6008;p23"/>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9" name="Google Shape;6009;p23"/>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0" name="Google Shape;6010;p23"/>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1" name="Google Shape;6011;p23"/>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2" name="Google Shape;6012;p23"/>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3" name="Google Shape;6013;p23"/>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4" name="Google Shape;6014;p23"/>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5" name="Google Shape;6015;p23"/>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6" name="Google Shape;6016;p23"/>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7" name="Google Shape;6017;p23"/>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8" name="Google Shape;6018;p23"/>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9" name="Google Shape;6019;p23"/>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0" name="Google Shape;6020;p23"/>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1" name="Google Shape;6021;p23"/>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2" name="Google Shape;6022;p23"/>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3" name="Google Shape;6023;p23"/>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4" name="Google Shape;6024;p23"/>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5" name="Google Shape;6025;p23"/>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6" name="Google Shape;6026;p23"/>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7" name="Google Shape;6027;p23"/>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8" name="Google Shape;6028;p23"/>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9" name="Google Shape;6029;p23"/>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0" name="Google Shape;6030;p23"/>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1" name="Google Shape;6031;p23"/>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2" name="Google Shape;6032;p23"/>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3" name="Google Shape;6033;p23"/>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4" name="Google Shape;6034;p23"/>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5" name="Google Shape;6035;p23"/>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6" name="Google Shape;6036;p23"/>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7" name="Google Shape;6037;p23"/>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8" name="Google Shape;6038;p23"/>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9" name="Google Shape;6039;p23"/>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0" name="Google Shape;6040;p23"/>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1" name="Google Shape;6041;p23"/>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2" name="Google Shape;6042;p23"/>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3" name="Google Shape;6043;p23"/>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44" name="Google Shape;6044;p23"/>
          <p:cNvGrpSpPr/>
          <p:nvPr/>
        </p:nvGrpSpPr>
        <p:grpSpPr>
          <a:xfrm>
            <a:off x="66" y="-222468"/>
            <a:ext cx="578831" cy="7314599"/>
            <a:chOff x="13274" y="-166851"/>
            <a:chExt cx="434123" cy="5485949"/>
          </a:xfrm>
        </p:grpSpPr>
        <p:sp>
          <p:nvSpPr>
            <p:cNvPr id="6045" name="Google Shape;6045;p23"/>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6" name="Google Shape;6046;p23"/>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7" name="Google Shape;6047;p23"/>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8" name="Google Shape;6048;p23"/>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9" name="Google Shape;6049;p23"/>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0" name="Google Shape;6050;p23"/>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1" name="Google Shape;6051;p23"/>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2" name="Google Shape;6052;p23"/>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3" name="Google Shape;6053;p23"/>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4" name="Google Shape;6054;p23"/>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5" name="Google Shape;6055;p23"/>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6" name="Google Shape;6056;p23"/>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7" name="Google Shape;6057;p23"/>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8" name="Google Shape;6058;p23"/>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9" name="Google Shape;6059;p23"/>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0" name="Google Shape;6060;p23"/>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1" name="Google Shape;6061;p23"/>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2" name="Google Shape;6062;p23"/>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3" name="Google Shape;6063;p23"/>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4" name="Google Shape;6064;p23"/>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5" name="Google Shape;6065;p23"/>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6" name="Google Shape;6066;p23"/>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7" name="Google Shape;6067;p23"/>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8" name="Google Shape;6068;p23"/>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9" name="Google Shape;6069;p23"/>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0" name="Google Shape;6070;p23"/>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1" name="Google Shape;6071;p23"/>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2" name="Google Shape;6072;p23"/>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3" name="Google Shape;6073;p23"/>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4" name="Google Shape;6074;p23"/>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5" name="Google Shape;6075;p23"/>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6" name="Google Shape;6076;p23"/>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7" name="Google Shape;6077;p23"/>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8" name="Google Shape;6078;p23"/>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9" name="Google Shape;6079;p23"/>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0" name="Google Shape;6080;p23"/>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1" name="Google Shape;6081;p23"/>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2" name="Google Shape;6082;p23"/>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3" name="Google Shape;6083;p23"/>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4" name="Google Shape;6084;p23"/>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5" name="Google Shape;6085;p23"/>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6" name="Google Shape;6086;p23"/>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7" name="Google Shape;6087;p23"/>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8" name="Google Shape;6088;p23"/>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9" name="Google Shape;6089;p23"/>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0" name="Google Shape;6090;p23"/>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1" name="Google Shape;6091;p23"/>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2" name="Google Shape;6092;p23"/>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3" name="Google Shape;6093;p23"/>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4" name="Google Shape;6094;p23"/>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5" name="Google Shape;6095;p23"/>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6" name="Google Shape;6096;p23"/>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7" name="Google Shape;6097;p23"/>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8" name="Google Shape;6098;p23"/>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9" name="Google Shape;6099;p23"/>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0" name="Google Shape;6100;p23"/>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1" name="Google Shape;6101;p23"/>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2" name="Google Shape;6102;p23"/>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3" name="Google Shape;6103;p23"/>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4" name="Google Shape;6104;p23"/>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5" name="Google Shape;6105;p23"/>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6" name="Google Shape;6106;p23"/>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7" name="Google Shape;6107;p23"/>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8" name="Google Shape;6108;p23"/>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9" name="Google Shape;6109;p23"/>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0" name="Google Shape;6110;p23"/>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1" name="Google Shape;6111;p23"/>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2" name="Google Shape;6112;p23"/>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3" name="Google Shape;6113;p23"/>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4" name="Google Shape;6114;p23"/>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5" name="Google Shape;6115;p23"/>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6" name="Google Shape;6116;p23"/>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7" name="Google Shape;6117;p23"/>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8" name="Google Shape;6118;p23"/>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9" name="Google Shape;6119;p23"/>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0" name="Google Shape;6120;p23"/>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1" name="Google Shape;6121;p23"/>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2" name="Google Shape;6122;p23"/>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3" name="Google Shape;6123;p23"/>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4" name="Google Shape;6124;p23"/>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5" name="Google Shape;6125;p23"/>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6" name="Google Shape;6126;p23"/>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7" name="Google Shape;6127;p23"/>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8" name="Google Shape;6128;p23"/>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9" name="Google Shape;6129;p23"/>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0" name="Google Shape;6130;p23"/>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1" name="Google Shape;6131;p23"/>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2" name="Google Shape;6132;p23"/>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3" name="Google Shape;6133;p23"/>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4" name="Google Shape;6134;p23"/>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5" name="Google Shape;6135;p23"/>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6" name="Google Shape;6136;p23"/>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7" name="Google Shape;6137;p23"/>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8" name="Google Shape;6138;p23"/>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9" name="Google Shape;6139;p23"/>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0" name="Google Shape;6140;p23"/>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1" name="Google Shape;6141;p23"/>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2" name="Google Shape;6142;p23"/>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3" name="Google Shape;6143;p23"/>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4" name="Google Shape;6144;p23"/>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5" name="Google Shape;6145;p23"/>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6" name="Google Shape;6146;p23"/>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7" name="Google Shape;6147;p23"/>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8" name="Google Shape;6148;p23"/>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9" name="Google Shape;6149;p23"/>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0" name="Google Shape;6150;p23"/>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1" name="Google Shape;6151;p23"/>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2" name="Google Shape;6152;p23"/>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3" name="Google Shape;6153;p23"/>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4" name="Google Shape;6154;p23"/>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5" name="Google Shape;6155;p23"/>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6" name="Google Shape;6156;p23"/>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7" name="Google Shape;6157;p23"/>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8" name="Google Shape;6158;p23"/>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9" name="Google Shape;6159;p23"/>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0" name="Google Shape;6160;p23"/>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1" name="Google Shape;6161;p23"/>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2" name="Google Shape;6162;p23"/>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3" name="Google Shape;6163;p23"/>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4" name="Google Shape;6164;p23"/>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5" name="Google Shape;6165;p23"/>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6" name="Google Shape;6166;p23"/>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7" name="Google Shape;6167;p23"/>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8" name="Google Shape;6168;p23"/>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9" name="Google Shape;6169;p23"/>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0" name="Google Shape;6170;p23"/>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1" name="Google Shape;6171;p23"/>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2" name="Google Shape;6172;p23"/>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3" name="Google Shape;6173;p23"/>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4" name="Google Shape;6174;p23"/>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5" name="Google Shape;6175;p23"/>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6" name="Google Shape;6176;p23"/>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7" name="Google Shape;6177;p23"/>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8" name="Google Shape;6178;p23"/>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9" name="Google Shape;6179;p23"/>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0" name="Google Shape;6180;p23"/>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97788940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Section header 5" preserve="1">
  <p:cSld name="Section header 5">
    <p:spTree>
      <p:nvGrpSpPr>
        <p:cNvPr id="1" name="Shape 6181"/>
        <p:cNvGrpSpPr/>
        <p:nvPr/>
      </p:nvGrpSpPr>
      <p:grpSpPr>
        <a:xfrm>
          <a:off x="0" y="0"/>
          <a:ext cx="0" cy="0"/>
          <a:chOff x="0" y="0"/>
          <a:chExt cx="0" cy="0"/>
        </a:xfrm>
      </p:grpSpPr>
      <p:sp>
        <p:nvSpPr>
          <p:cNvPr id="6182" name="Google Shape;6182;p24"/>
          <p:cNvSpPr txBox="1">
            <a:spLocks noGrp="1"/>
          </p:cNvSpPr>
          <p:nvPr>
            <p:ph type="title"/>
          </p:nvPr>
        </p:nvSpPr>
        <p:spPr>
          <a:xfrm>
            <a:off x="2469400" y="2862496"/>
            <a:ext cx="7253200" cy="1232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6400">
                <a:solidFill>
                  <a:schemeClr val="lt2"/>
                </a:solidFill>
              </a:defRPr>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r>
              <a:rPr lang="en-US"/>
              <a:t>Click to edit Master title style</a:t>
            </a:r>
            <a:endParaRPr/>
          </a:p>
        </p:txBody>
      </p:sp>
      <p:sp>
        <p:nvSpPr>
          <p:cNvPr id="6183" name="Google Shape;6183;p24"/>
          <p:cNvSpPr txBox="1">
            <a:spLocks noGrp="1"/>
          </p:cNvSpPr>
          <p:nvPr>
            <p:ph type="title" idx="2" hasCustomPrompt="1"/>
          </p:nvPr>
        </p:nvSpPr>
        <p:spPr>
          <a:xfrm>
            <a:off x="2469400" y="1989699"/>
            <a:ext cx="1762400" cy="8728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400">
                <a:solidFill>
                  <a:schemeClr val="accent1"/>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r>
              <a:t>xx%</a:t>
            </a:r>
          </a:p>
        </p:txBody>
      </p:sp>
      <p:sp>
        <p:nvSpPr>
          <p:cNvPr id="6184" name="Google Shape;6184;p24"/>
          <p:cNvSpPr txBox="1">
            <a:spLocks noGrp="1"/>
          </p:cNvSpPr>
          <p:nvPr>
            <p:ph type="subTitle" idx="1"/>
          </p:nvPr>
        </p:nvSpPr>
        <p:spPr>
          <a:xfrm>
            <a:off x="2799000" y="4379300"/>
            <a:ext cx="5805200" cy="57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sz="2133">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r>
              <a:rPr lang="en-US"/>
              <a:t>Click to edit Master subtitle style</a:t>
            </a:r>
            <a:endParaRPr/>
          </a:p>
        </p:txBody>
      </p:sp>
      <p:grpSp>
        <p:nvGrpSpPr>
          <p:cNvPr id="6185" name="Google Shape;6185;p24"/>
          <p:cNvGrpSpPr/>
          <p:nvPr/>
        </p:nvGrpSpPr>
        <p:grpSpPr>
          <a:xfrm flipH="1">
            <a:off x="11613166" y="-222468"/>
            <a:ext cx="578831" cy="7314599"/>
            <a:chOff x="13274" y="-166851"/>
            <a:chExt cx="434123" cy="5485949"/>
          </a:xfrm>
        </p:grpSpPr>
        <p:sp>
          <p:nvSpPr>
            <p:cNvPr id="6186" name="Google Shape;6186;p24"/>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7" name="Google Shape;6187;p24"/>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8" name="Google Shape;6188;p24"/>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9" name="Google Shape;6189;p24"/>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0" name="Google Shape;6190;p24"/>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1" name="Google Shape;6191;p24"/>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2" name="Google Shape;6192;p24"/>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3" name="Google Shape;6193;p24"/>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4" name="Google Shape;6194;p24"/>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5" name="Google Shape;6195;p24"/>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6" name="Google Shape;6196;p24"/>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7" name="Google Shape;6197;p24"/>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8" name="Google Shape;6198;p24"/>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9" name="Google Shape;6199;p24"/>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0" name="Google Shape;6200;p24"/>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1" name="Google Shape;6201;p24"/>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2" name="Google Shape;6202;p24"/>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3" name="Google Shape;6203;p24"/>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4" name="Google Shape;6204;p24"/>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5" name="Google Shape;6205;p24"/>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6" name="Google Shape;6206;p24"/>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7" name="Google Shape;6207;p24"/>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8" name="Google Shape;6208;p24"/>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9" name="Google Shape;6209;p24"/>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0" name="Google Shape;6210;p24"/>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1" name="Google Shape;6211;p24"/>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2" name="Google Shape;6212;p24"/>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3" name="Google Shape;6213;p24"/>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4" name="Google Shape;6214;p24"/>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5" name="Google Shape;6215;p24"/>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6" name="Google Shape;6216;p24"/>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7" name="Google Shape;6217;p24"/>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8" name="Google Shape;6218;p24"/>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9" name="Google Shape;6219;p24"/>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0" name="Google Shape;6220;p24"/>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1" name="Google Shape;6221;p24"/>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2" name="Google Shape;6222;p24"/>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3" name="Google Shape;6223;p24"/>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4" name="Google Shape;6224;p24"/>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5" name="Google Shape;6225;p24"/>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6" name="Google Shape;6226;p24"/>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7" name="Google Shape;6227;p24"/>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8" name="Google Shape;6228;p24"/>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9" name="Google Shape;6229;p24"/>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0" name="Google Shape;6230;p24"/>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1" name="Google Shape;6231;p24"/>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2" name="Google Shape;6232;p24"/>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3" name="Google Shape;6233;p24"/>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4" name="Google Shape;6234;p24"/>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5" name="Google Shape;6235;p24"/>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6" name="Google Shape;6236;p24"/>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7" name="Google Shape;6237;p24"/>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8" name="Google Shape;6238;p24"/>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9" name="Google Shape;6239;p24"/>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0" name="Google Shape;6240;p24"/>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1" name="Google Shape;6241;p24"/>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2" name="Google Shape;6242;p24"/>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3" name="Google Shape;6243;p24"/>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4" name="Google Shape;6244;p24"/>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5" name="Google Shape;6245;p24"/>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6" name="Google Shape;6246;p24"/>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7" name="Google Shape;6247;p24"/>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8" name="Google Shape;6248;p24"/>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9" name="Google Shape;6249;p24"/>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0" name="Google Shape;6250;p24"/>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1" name="Google Shape;6251;p24"/>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2" name="Google Shape;6252;p24"/>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3" name="Google Shape;6253;p24"/>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4" name="Google Shape;6254;p24"/>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5" name="Google Shape;6255;p24"/>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6" name="Google Shape;6256;p24"/>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7" name="Google Shape;6257;p24"/>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8" name="Google Shape;6258;p24"/>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9" name="Google Shape;6259;p24"/>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0" name="Google Shape;6260;p24"/>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1" name="Google Shape;6261;p24"/>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2" name="Google Shape;6262;p24"/>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3" name="Google Shape;6263;p24"/>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4" name="Google Shape;6264;p24"/>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5" name="Google Shape;6265;p24"/>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6" name="Google Shape;6266;p24"/>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7" name="Google Shape;6267;p24"/>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8" name="Google Shape;6268;p24"/>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9" name="Google Shape;6269;p24"/>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0" name="Google Shape;6270;p24"/>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1" name="Google Shape;6271;p24"/>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2" name="Google Shape;6272;p24"/>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3" name="Google Shape;6273;p24"/>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4" name="Google Shape;6274;p24"/>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5" name="Google Shape;6275;p24"/>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6" name="Google Shape;6276;p24"/>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7" name="Google Shape;6277;p24"/>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8" name="Google Shape;6278;p24"/>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9" name="Google Shape;6279;p24"/>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0" name="Google Shape;6280;p24"/>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1" name="Google Shape;6281;p24"/>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2" name="Google Shape;6282;p24"/>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3" name="Google Shape;6283;p24"/>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4" name="Google Shape;6284;p24"/>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5" name="Google Shape;6285;p24"/>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6" name="Google Shape;6286;p24"/>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7" name="Google Shape;6287;p24"/>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8" name="Google Shape;6288;p24"/>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9" name="Google Shape;6289;p24"/>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0" name="Google Shape;6290;p24"/>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1" name="Google Shape;6291;p24"/>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2" name="Google Shape;6292;p24"/>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3" name="Google Shape;6293;p24"/>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4" name="Google Shape;6294;p24"/>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5" name="Google Shape;6295;p24"/>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6" name="Google Shape;6296;p24"/>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7" name="Google Shape;6297;p24"/>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8" name="Google Shape;6298;p24"/>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9" name="Google Shape;6299;p24"/>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0" name="Google Shape;6300;p24"/>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1" name="Google Shape;6301;p24"/>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2" name="Google Shape;6302;p24"/>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3" name="Google Shape;6303;p24"/>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4" name="Google Shape;6304;p24"/>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5" name="Google Shape;6305;p24"/>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6" name="Google Shape;6306;p24"/>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7" name="Google Shape;6307;p24"/>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8" name="Google Shape;6308;p24"/>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9" name="Google Shape;6309;p24"/>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0" name="Google Shape;6310;p24"/>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1" name="Google Shape;6311;p24"/>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2" name="Google Shape;6312;p24"/>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3" name="Google Shape;6313;p24"/>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4" name="Google Shape;6314;p24"/>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5" name="Google Shape;6315;p24"/>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6" name="Google Shape;6316;p24"/>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7" name="Google Shape;6317;p24"/>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8" name="Google Shape;6318;p24"/>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9" name="Google Shape;6319;p24"/>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0" name="Google Shape;6320;p24"/>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1" name="Google Shape;6321;p24"/>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322" name="Google Shape;6322;p24"/>
          <p:cNvGrpSpPr/>
          <p:nvPr/>
        </p:nvGrpSpPr>
        <p:grpSpPr>
          <a:xfrm>
            <a:off x="66" y="-222468"/>
            <a:ext cx="578831" cy="7314599"/>
            <a:chOff x="13274" y="-166851"/>
            <a:chExt cx="434123" cy="5485949"/>
          </a:xfrm>
        </p:grpSpPr>
        <p:sp>
          <p:nvSpPr>
            <p:cNvPr id="6323" name="Google Shape;6323;p24"/>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4" name="Google Shape;6324;p24"/>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5" name="Google Shape;6325;p24"/>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6" name="Google Shape;6326;p24"/>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7" name="Google Shape;6327;p24"/>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8" name="Google Shape;6328;p24"/>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9" name="Google Shape;6329;p24"/>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0" name="Google Shape;6330;p24"/>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1" name="Google Shape;6331;p24"/>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2" name="Google Shape;6332;p24"/>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3" name="Google Shape;6333;p24"/>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4" name="Google Shape;6334;p24"/>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5" name="Google Shape;6335;p24"/>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6" name="Google Shape;6336;p24"/>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7" name="Google Shape;6337;p24"/>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8" name="Google Shape;6338;p24"/>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9" name="Google Shape;6339;p24"/>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0" name="Google Shape;6340;p24"/>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1" name="Google Shape;6341;p24"/>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2" name="Google Shape;6342;p24"/>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3" name="Google Shape;6343;p24"/>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4" name="Google Shape;6344;p24"/>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5" name="Google Shape;6345;p24"/>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6" name="Google Shape;6346;p24"/>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7" name="Google Shape;6347;p24"/>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8" name="Google Shape;6348;p24"/>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9" name="Google Shape;6349;p24"/>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0" name="Google Shape;6350;p24"/>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1" name="Google Shape;6351;p24"/>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2" name="Google Shape;6352;p24"/>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3" name="Google Shape;6353;p24"/>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4" name="Google Shape;6354;p24"/>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5" name="Google Shape;6355;p24"/>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6" name="Google Shape;6356;p24"/>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7" name="Google Shape;6357;p24"/>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8" name="Google Shape;6358;p24"/>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9" name="Google Shape;6359;p24"/>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0" name="Google Shape;6360;p24"/>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1" name="Google Shape;6361;p24"/>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2" name="Google Shape;6362;p24"/>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3" name="Google Shape;6363;p24"/>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4" name="Google Shape;6364;p24"/>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5" name="Google Shape;6365;p24"/>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6" name="Google Shape;6366;p24"/>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7" name="Google Shape;6367;p24"/>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8" name="Google Shape;6368;p24"/>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9" name="Google Shape;6369;p24"/>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0" name="Google Shape;6370;p24"/>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1" name="Google Shape;6371;p24"/>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2" name="Google Shape;6372;p24"/>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3" name="Google Shape;6373;p24"/>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4" name="Google Shape;6374;p24"/>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5" name="Google Shape;6375;p24"/>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6" name="Google Shape;6376;p24"/>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7" name="Google Shape;6377;p24"/>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8" name="Google Shape;6378;p24"/>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9" name="Google Shape;6379;p24"/>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0" name="Google Shape;6380;p24"/>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1" name="Google Shape;6381;p24"/>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2" name="Google Shape;6382;p24"/>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3" name="Google Shape;6383;p24"/>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4" name="Google Shape;6384;p24"/>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5" name="Google Shape;6385;p24"/>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6" name="Google Shape;6386;p24"/>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7" name="Google Shape;6387;p24"/>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8" name="Google Shape;6388;p24"/>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9" name="Google Shape;6389;p24"/>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0" name="Google Shape;6390;p24"/>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1" name="Google Shape;6391;p24"/>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2" name="Google Shape;6392;p24"/>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3" name="Google Shape;6393;p24"/>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4" name="Google Shape;6394;p24"/>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5" name="Google Shape;6395;p24"/>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6" name="Google Shape;6396;p24"/>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7" name="Google Shape;6397;p24"/>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8" name="Google Shape;6398;p24"/>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9" name="Google Shape;6399;p24"/>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0" name="Google Shape;6400;p24"/>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1" name="Google Shape;6401;p24"/>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2" name="Google Shape;6402;p24"/>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3" name="Google Shape;6403;p24"/>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4" name="Google Shape;6404;p24"/>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5" name="Google Shape;6405;p24"/>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6" name="Google Shape;6406;p24"/>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7" name="Google Shape;6407;p24"/>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8" name="Google Shape;6408;p24"/>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9" name="Google Shape;6409;p24"/>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0" name="Google Shape;6410;p24"/>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1" name="Google Shape;6411;p24"/>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2" name="Google Shape;6412;p24"/>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3" name="Google Shape;6413;p24"/>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4" name="Google Shape;6414;p24"/>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5" name="Google Shape;6415;p24"/>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6" name="Google Shape;6416;p24"/>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7" name="Google Shape;6417;p24"/>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8" name="Google Shape;6418;p24"/>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9" name="Google Shape;6419;p24"/>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0" name="Google Shape;6420;p24"/>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1" name="Google Shape;6421;p24"/>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2" name="Google Shape;6422;p24"/>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3" name="Google Shape;6423;p24"/>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4" name="Google Shape;6424;p24"/>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5" name="Google Shape;6425;p24"/>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6" name="Google Shape;6426;p24"/>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7" name="Google Shape;6427;p24"/>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8" name="Google Shape;6428;p24"/>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9" name="Google Shape;6429;p24"/>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0" name="Google Shape;6430;p24"/>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1" name="Google Shape;6431;p24"/>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2" name="Google Shape;6432;p24"/>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3" name="Google Shape;6433;p24"/>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4" name="Google Shape;6434;p24"/>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5" name="Google Shape;6435;p24"/>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6" name="Google Shape;6436;p24"/>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7" name="Google Shape;6437;p24"/>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8" name="Google Shape;6438;p24"/>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9" name="Google Shape;6439;p24"/>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0" name="Google Shape;6440;p24"/>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1" name="Google Shape;6441;p24"/>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2" name="Google Shape;6442;p24"/>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3" name="Google Shape;6443;p24"/>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4" name="Google Shape;6444;p24"/>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5" name="Google Shape;6445;p24"/>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6" name="Google Shape;6446;p24"/>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7" name="Google Shape;6447;p24"/>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8" name="Google Shape;6448;p24"/>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9" name="Google Shape;6449;p24"/>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0" name="Google Shape;6450;p24"/>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1" name="Google Shape;6451;p24"/>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2" name="Google Shape;6452;p24"/>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3" name="Google Shape;6453;p24"/>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4" name="Google Shape;6454;p24"/>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5" name="Google Shape;6455;p24"/>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6" name="Google Shape;6456;p24"/>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7" name="Google Shape;6457;p24"/>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8" name="Google Shape;6458;p24"/>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459" name="Google Shape;6459;p24"/>
          <p:cNvGrpSpPr/>
          <p:nvPr/>
        </p:nvGrpSpPr>
        <p:grpSpPr>
          <a:xfrm rot="5400000">
            <a:off x="1920559" y="5193899"/>
            <a:ext cx="2042571" cy="3457796"/>
            <a:chOff x="6699775" y="1851925"/>
            <a:chExt cx="697250" cy="1180350"/>
          </a:xfrm>
        </p:grpSpPr>
        <p:sp>
          <p:nvSpPr>
            <p:cNvPr id="6460" name="Google Shape;6460;p24"/>
            <p:cNvSpPr/>
            <p:nvPr/>
          </p:nvSpPr>
          <p:spPr>
            <a:xfrm>
              <a:off x="7058750" y="2146825"/>
              <a:ext cx="338275" cy="448000"/>
            </a:xfrm>
            <a:custGeom>
              <a:avLst/>
              <a:gdLst/>
              <a:ahLst/>
              <a:cxnLst/>
              <a:rect l="l" t="t" r="r" b="b"/>
              <a:pathLst>
                <a:path w="13531" h="17920" extrusionOk="0">
                  <a:moveTo>
                    <a:pt x="6705" y="1"/>
                  </a:moveTo>
                  <a:cubicBezTo>
                    <a:pt x="6038" y="1"/>
                    <a:pt x="5353" y="141"/>
                    <a:pt x="4674" y="445"/>
                  </a:cubicBezTo>
                  <a:cubicBezTo>
                    <a:pt x="3400" y="1014"/>
                    <a:pt x="2476" y="1973"/>
                    <a:pt x="1885" y="3129"/>
                  </a:cubicBezTo>
                  <a:lnTo>
                    <a:pt x="1885" y="3129"/>
                  </a:lnTo>
                  <a:cubicBezTo>
                    <a:pt x="1533" y="3558"/>
                    <a:pt x="1237" y="4038"/>
                    <a:pt x="1008" y="4553"/>
                  </a:cubicBezTo>
                  <a:cubicBezTo>
                    <a:pt x="0" y="6832"/>
                    <a:pt x="120" y="9554"/>
                    <a:pt x="659" y="11942"/>
                  </a:cubicBezTo>
                  <a:cubicBezTo>
                    <a:pt x="1204" y="14364"/>
                    <a:pt x="2459" y="16813"/>
                    <a:pt x="4950" y="17661"/>
                  </a:cubicBezTo>
                  <a:cubicBezTo>
                    <a:pt x="5471" y="17838"/>
                    <a:pt x="5987" y="17920"/>
                    <a:pt x="6489" y="17920"/>
                  </a:cubicBezTo>
                  <a:cubicBezTo>
                    <a:pt x="8300" y="17920"/>
                    <a:pt x="9939" y="16855"/>
                    <a:pt x="11012" y="15306"/>
                  </a:cubicBezTo>
                  <a:cubicBezTo>
                    <a:pt x="13384" y="11869"/>
                    <a:pt x="13531" y="5941"/>
                    <a:pt x="11125" y="2484"/>
                  </a:cubicBezTo>
                  <a:cubicBezTo>
                    <a:pt x="10058" y="953"/>
                    <a:pt x="8441" y="1"/>
                    <a:pt x="6705"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1" name="Google Shape;6461;p24"/>
            <p:cNvSpPr/>
            <p:nvPr/>
          </p:nvSpPr>
          <p:spPr>
            <a:xfrm>
              <a:off x="6740200" y="2466975"/>
              <a:ext cx="422700" cy="565300"/>
            </a:xfrm>
            <a:custGeom>
              <a:avLst/>
              <a:gdLst/>
              <a:ahLst/>
              <a:cxnLst/>
              <a:rect l="l" t="t" r="r" b="b"/>
              <a:pathLst>
                <a:path w="16908" h="22612" extrusionOk="0">
                  <a:moveTo>
                    <a:pt x="16593" y="0"/>
                  </a:moveTo>
                  <a:cubicBezTo>
                    <a:pt x="16590" y="0"/>
                    <a:pt x="16588" y="1"/>
                    <a:pt x="16585" y="1"/>
                  </a:cubicBezTo>
                  <a:lnTo>
                    <a:pt x="16585" y="5"/>
                  </a:lnTo>
                  <a:cubicBezTo>
                    <a:pt x="14658" y="301"/>
                    <a:pt x="12935" y="1575"/>
                    <a:pt x="11398" y="2703"/>
                  </a:cubicBezTo>
                  <a:cubicBezTo>
                    <a:pt x="8387" y="4915"/>
                    <a:pt x="5786" y="7633"/>
                    <a:pt x="3706" y="10737"/>
                  </a:cubicBezTo>
                  <a:cubicBezTo>
                    <a:pt x="2638" y="12327"/>
                    <a:pt x="1647" y="14034"/>
                    <a:pt x="958" y="15827"/>
                  </a:cubicBezTo>
                  <a:cubicBezTo>
                    <a:pt x="293" y="17547"/>
                    <a:pt x="0" y="19603"/>
                    <a:pt x="1171" y="21177"/>
                  </a:cubicBezTo>
                  <a:cubicBezTo>
                    <a:pt x="1640" y="21809"/>
                    <a:pt x="2306" y="22331"/>
                    <a:pt x="3077" y="22531"/>
                  </a:cubicBezTo>
                  <a:cubicBezTo>
                    <a:pt x="3290" y="22585"/>
                    <a:pt x="3502" y="22611"/>
                    <a:pt x="3711" y="22611"/>
                  </a:cubicBezTo>
                  <a:cubicBezTo>
                    <a:pt x="4296" y="22611"/>
                    <a:pt x="4863" y="22411"/>
                    <a:pt x="5370" y="22075"/>
                  </a:cubicBezTo>
                  <a:cubicBezTo>
                    <a:pt x="6135" y="21569"/>
                    <a:pt x="6800" y="20884"/>
                    <a:pt x="7449" y="20239"/>
                  </a:cubicBezTo>
                  <a:cubicBezTo>
                    <a:pt x="8118" y="19570"/>
                    <a:pt x="8760" y="18875"/>
                    <a:pt x="9375" y="18153"/>
                  </a:cubicBezTo>
                  <a:cubicBezTo>
                    <a:pt x="10600" y="16712"/>
                    <a:pt x="11701" y="15169"/>
                    <a:pt x="12666" y="13542"/>
                  </a:cubicBezTo>
                  <a:cubicBezTo>
                    <a:pt x="14582" y="10315"/>
                    <a:pt x="16066" y="6695"/>
                    <a:pt x="16741" y="2995"/>
                  </a:cubicBezTo>
                  <a:cubicBezTo>
                    <a:pt x="16824" y="2543"/>
                    <a:pt x="16877" y="2087"/>
                    <a:pt x="16904" y="1628"/>
                  </a:cubicBezTo>
                  <a:cubicBezTo>
                    <a:pt x="16908" y="1567"/>
                    <a:pt x="16857" y="1533"/>
                    <a:pt x="16806" y="1533"/>
                  </a:cubicBezTo>
                  <a:cubicBezTo>
                    <a:pt x="16765" y="1533"/>
                    <a:pt x="16724" y="1554"/>
                    <a:pt x="16711" y="1601"/>
                  </a:cubicBezTo>
                  <a:cubicBezTo>
                    <a:pt x="16222" y="3335"/>
                    <a:pt x="15886" y="5098"/>
                    <a:pt x="15307" y="6811"/>
                  </a:cubicBezTo>
                  <a:cubicBezTo>
                    <a:pt x="14722" y="8535"/>
                    <a:pt x="14003" y="10211"/>
                    <a:pt x="13155" y="11825"/>
                  </a:cubicBezTo>
                  <a:cubicBezTo>
                    <a:pt x="11494" y="14999"/>
                    <a:pt x="9349" y="17940"/>
                    <a:pt x="6790" y="20445"/>
                  </a:cubicBezTo>
                  <a:cubicBezTo>
                    <a:pt x="6135" y="21087"/>
                    <a:pt x="5443" y="21829"/>
                    <a:pt x="4571" y="22172"/>
                  </a:cubicBezTo>
                  <a:cubicBezTo>
                    <a:pt x="4295" y="22279"/>
                    <a:pt x="4012" y="22329"/>
                    <a:pt x="3732" y="22329"/>
                  </a:cubicBezTo>
                  <a:cubicBezTo>
                    <a:pt x="3188" y="22329"/>
                    <a:pt x="2651" y="22141"/>
                    <a:pt x="2186" y="21816"/>
                  </a:cubicBezTo>
                  <a:cubicBezTo>
                    <a:pt x="492" y="20631"/>
                    <a:pt x="366" y="18492"/>
                    <a:pt x="918" y="16666"/>
                  </a:cubicBezTo>
                  <a:cubicBezTo>
                    <a:pt x="1461" y="14876"/>
                    <a:pt x="2439" y="13179"/>
                    <a:pt x="3433" y="11605"/>
                  </a:cubicBezTo>
                  <a:cubicBezTo>
                    <a:pt x="5466" y="8398"/>
                    <a:pt x="8044" y="5570"/>
                    <a:pt x="11055" y="3255"/>
                  </a:cubicBezTo>
                  <a:cubicBezTo>
                    <a:pt x="11864" y="2633"/>
                    <a:pt x="12705" y="2051"/>
                    <a:pt x="13574" y="1508"/>
                  </a:cubicBezTo>
                  <a:cubicBezTo>
                    <a:pt x="14525" y="919"/>
                    <a:pt x="15503" y="334"/>
                    <a:pt x="16608" y="94"/>
                  </a:cubicBezTo>
                  <a:cubicBezTo>
                    <a:pt x="16665" y="82"/>
                    <a:pt x="16644" y="0"/>
                    <a:pt x="1659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2" name="Google Shape;6462;p24"/>
            <p:cNvSpPr/>
            <p:nvPr/>
          </p:nvSpPr>
          <p:spPr>
            <a:xfrm>
              <a:off x="6699775" y="2329000"/>
              <a:ext cx="431150" cy="208625"/>
            </a:xfrm>
            <a:custGeom>
              <a:avLst/>
              <a:gdLst/>
              <a:ahLst/>
              <a:cxnLst/>
              <a:rect l="l" t="t" r="r" b="b"/>
              <a:pathLst>
                <a:path w="17246" h="8345" extrusionOk="0">
                  <a:moveTo>
                    <a:pt x="7358" y="0"/>
                  </a:moveTo>
                  <a:cubicBezTo>
                    <a:pt x="5172" y="0"/>
                    <a:pt x="2879" y="511"/>
                    <a:pt x="1314" y="2114"/>
                  </a:cubicBezTo>
                  <a:cubicBezTo>
                    <a:pt x="556" y="2889"/>
                    <a:pt x="0" y="3967"/>
                    <a:pt x="43" y="5071"/>
                  </a:cubicBezTo>
                  <a:cubicBezTo>
                    <a:pt x="87" y="6142"/>
                    <a:pt x="735" y="7044"/>
                    <a:pt x="1627" y="7593"/>
                  </a:cubicBezTo>
                  <a:cubicBezTo>
                    <a:pt x="2625" y="8210"/>
                    <a:pt x="3823" y="8344"/>
                    <a:pt x="4977" y="8344"/>
                  </a:cubicBezTo>
                  <a:cubicBezTo>
                    <a:pt x="5081" y="8344"/>
                    <a:pt x="5184" y="8343"/>
                    <a:pt x="5287" y="8341"/>
                  </a:cubicBezTo>
                  <a:cubicBezTo>
                    <a:pt x="6544" y="8315"/>
                    <a:pt x="7795" y="8152"/>
                    <a:pt x="9019" y="7852"/>
                  </a:cubicBezTo>
                  <a:cubicBezTo>
                    <a:pt x="11731" y="7197"/>
                    <a:pt x="14369" y="5916"/>
                    <a:pt x="16405" y="3990"/>
                  </a:cubicBezTo>
                  <a:cubicBezTo>
                    <a:pt x="16440" y="3957"/>
                    <a:pt x="16409" y="3896"/>
                    <a:pt x="16370" y="3896"/>
                  </a:cubicBezTo>
                  <a:cubicBezTo>
                    <a:pt x="16361" y="3896"/>
                    <a:pt x="16351" y="3899"/>
                    <a:pt x="16342" y="3907"/>
                  </a:cubicBezTo>
                  <a:lnTo>
                    <a:pt x="16342" y="3903"/>
                  </a:lnTo>
                  <a:cubicBezTo>
                    <a:pt x="14466" y="5334"/>
                    <a:pt x="12406" y="6495"/>
                    <a:pt x="10147" y="7194"/>
                  </a:cubicBezTo>
                  <a:cubicBezTo>
                    <a:pt x="9009" y="7546"/>
                    <a:pt x="7842" y="7783"/>
                    <a:pt x="6661" y="7899"/>
                  </a:cubicBezTo>
                  <a:cubicBezTo>
                    <a:pt x="6100" y="7953"/>
                    <a:pt x="5523" y="7996"/>
                    <a:pt x="4947" y="7996"/>
                  </a:cubicBezTo>
                  <a:cubicBezTo>
                    <a:pt x="4280" y="7996"/>
                    <a:pt x="3615" y="7938"/>
                    <a:pt x="2978" y="7773"/>
                  </a:cubicBezTo>
                  <a:cubicBezTo>
                    <a:pt x="1920" y="7496"/>
                    <a:pt x="865" y="6814"/>
                    <a:pt x="519" y="5727"/>
                  </a:cubicBezTo>
                  <a:cubicBezTo>
                    <a:pt x="170" y="4635"/>
                    <a:pt x="639" y="3438"/>
                    <a:pt x="1351" y="2596"/>
                  </a:cubicBezTo>
                  <a:cubicBezTo>
                    <a:pt x="2808" y="871"/>
                    <a:pt x="5178" y="337"/>
                    <a:pt x="7361" y="337"/>
                  </a:cubicBezTo>
                  <a:cubicBezTo>
                    <a:pt x="7565" y="337"/>
                    <a:pt x="7768" y="341"/>
                    <a:pt x="7968" y="350"/>
                  </a:cubicBezTo>
                  <a:cubicBezTo>
                    <a:pt x="9525" y="420"/>
                    <a:pt x="11069" y="693"/>
                    <a:pt x="12599" y="949"/>
                  </a:cubicBezTo>
                  <a:cubicBezTo>
                    <a:pt x="13361" y="1076"/>
                    <a:pt x="14123" y="1209"/>
                    <a:pt x="14885" y="1348"/>
                  </a:cubicBezTo>
                  <a:cubicBezTo>
                    <a:pt x="15630" y="1485"/>
                    <a:pt x="16382" y="1668"/>
                    <a:pt x="17137" y="1691"/>
                  </a:cubicBezTo>
                  <a:cubicBezTo>
                    <a:pt x="17138" y="1691"/>
                    <a:pt x="17139" y="1691"/>
                    <a:pt x="17141" y="1691"/>
                  </a:cubicBezTo>
                  <a:cubicBezTo>
                    <a:pt x="17237" y="1691"/>
                    <a:pt x="17246" y="1558"/>
                    <a:pt x="17164" y="1528"/>
                  </a:cubicBezTo>
                  <a:cubicBezTo>
                    <a:pt x="16442" y="1255"/>
                    <a:pt x="15667" y="1149"/>
                    <a:pt x="14908" y="1009"/>
                  </a:cubicBezTo>
                  <a:cubicBezTo>
                    <a:pt x="14173" y="876"/>
                    <a:pt x="13434" y="746"/>
                    <a:pt x="12692" y="623"/>
                  </a:cubicBezTo>
                  <a:cubicBezTo>
                    <a:pt x="11238" y="380"/>
                    <a:pt x="9778" y="124"/>
                    <a:pt x="8304" y="31"/>
                  </a:cubicBezTo>
                  <a:cubicBezTo>
                    <a:pt x="7993" y="11"/>
                    <a:pt x="7676" y="0"/>
                    <a:pt x="735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3" name="Google Shape;6463;p24"/>
            <p:cNvSpPr/>
            <p:nvPr/>
          </p:nvSpPr>
          <p:spPr>
            <a:xfrm>
              <a:off x="6772450" y="2037250"/>
              <a:ext cx="409575" cy="325700"/>
            </a:xfrm>
            <a:custGeom>
              <a:avLst/>
              <a:gdLst/>
              <a:ahLst/>
              <a:cxnLst/>
              <a:rect l="l" t="t" r="r" b="b"/>
              <a:pathLst>
                <a:path w="16383" h="13028" extrusionOk="0">
                  <a:moveTo>
                    <a:pt x="4832" y="1"/>
                  </a:moveTo>
                  <a:cubicBezTo>
                    <a:pt x="4410" y="1"/>
                    <a:pt x="3983" y="50"/>
                    <a:pt x="3554" y="157"/>
                  </a:cubicBezTo>
                  <a:cubicBezTo>
                    <a:pt x="1621" y="639"/>
                    <a:pt x="1" y="2668"/>
                    <a:pt x="553" y="4718"/>
                  </a:cubicBezTo>
                  <a:cubicBezTo>
                    <a:pt x="859" y="5856"/>
                    <a:pt x="1841" y="6597"/>
                    <a:pt x="2742" y="7266"/>
                  </a:cubicBezTo>
                  <a:cubicBezTo>
                    <a:pt x="3833" y="8071"/>
                    <a:pt x="4965" y="8820"/>
                    <a:pt x="6136" y="9502"/>
                  </a:cubicBezTo>
                  <a:cubicBezTo>
                    <a:pt x="8771" y="11039"/>
                    <a:pt x="11595" y="12223"/>
                    <a:pt x="14539" y="13025"/>
                  </a:cubicBezTo>
                  <a:cubicBezTo>
                    <a:pt x="14546" y="13027"/>
                    <a:pt x="14553" y="13028"/>
                    <a:pt x="14559" y="13028"/>
                  </a:cubicBezTo>
                  <a:cubicBezTo>
                    <a:pt x="14627" y="13028"/>
                    <a:pt x="14649" y="12920"/>
                    <a:pt x="14573" y="12899"/>
                  </a:cubicBezTo>
                  <a:cubicBezTo>
                    <a:pt x="12147" y="12107"/>
                    <a:pt x="9779" y="11102"/>
                    <a:pt x="7540" y="9868"/>
                  </a:cubicBezTo>
                  <a:cubicBezTo>
                    <a:pt x="6425" y="9252"/>
                    <a:pt x="5331" y="8600"/>
                    <a:pt x="4276" y="7882"/>
                  </a:cubicBezTo>
                  <a:cubicBezTo>
                    <a:pt x="3298" y="7216"/>
                    <a:pt x="2170" y="6531"/>
                    <a:pt x="1435" y="5586"/>
                  </a:cubicBezTo>
                  <a:cubicBezTo>
                    <a:pt x="41" y="3793"/>
                    <a:pt x="1375" y="1278"/>
                    <a:pt x="3334" y="622"/>
                  </a:cubicBezTo>
                  <a:cubicBezTo>
                    <a:pt x="3839" y="454"/>
                    <a:pt x="4345" y="379"/>
                    <a:pt x="4845" y="379"/>
                  </a:cubicBezTo>
                  <a:cubicBezTo>
                    <a:pt x="6789" y="379"/>
                    <a:pt x="8655" y="1519"/>
                    <a:pt x="10081" y="2791"/>
                  </a:cubicBezTo>
                  <a:cubicBezTo>
                    <a:pt x="12061" y="4558"/>
                    <a:pt x="13731" y="7023"/>
                    <a:pt x="16283" y="8005"/>
                  </a:cubicBezTo>
                  <a:cubicBezTo>
                    <a:pt x="16291" y="8008"/>
                    <a:pt x="16298" y="8009"/>
                    <a:pt x="16305" y="8009"/>
                  </a:cubicBezTo>
                  <a:cubicBezTo>
                    <a:pt x="16360" y="8009"/>
                    <a:pt x="16383" y="7924"/>
                    <a:pt x="16333" y="7892"/>
                  </a:cubicBezTo>
                  <a:cubicBezTo>
                    <a:pt x="15181" y="7150"/>
                    <a:pt x="14137" y="6285"/>
                    <a:pt x="13162" y="5327"/>
                  </a:cubicBezTo>
                  <a:cubicBezTo>
                    <a:pt x="12217" y="4398"/>
                    <a:pt x="11332" y="3414"/>
                    <a:pt x="10348" y="2532"/>
                  </a:cubicBezTo>
                  <a:cubicBezTo>
                    <a:pt x="8834" y="1176"/>
                    <a:pt x="6894" y="1"/>
                    <a:pt x="483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4" name="Google Shape;6464;p24"/>
            <p:cNvSpPr/>
            <p:nvPr/>
          </p:nvSpPr>
          <p:spPr>
            <a:xfrm>
              <a:off x="6980725" y="1851925"/>
              <a:ext cx="200800" cy="465525"/>
            </a:xfrm>
            <a:custGeom>
              <a:avLst/>
              <a:gdLst/>
              <a:ahLst/>
              <a:cxnLst/>
              <a:rect l="l" t="t" r="r" b="b"/>
              <a:pathLst>
                <a:path w="8032" h="18621" extrusionOk="0">
                  <a:moveTo>
                    <a:pt x="3742" y="356"/>
                  </a:moveTo>
                  <a:cubicBezTo>
                    <a:pt x="4730" y="356"/>
                    <a:pt x="5598" y="1049"/>
                    <a:pt x="6168" y="1827"/>
                  </a:cubicBezTo>
                  <a:cubicBezTo>
                    <a:pt x="7662" y="3863"/>
                    <a:pt x="7669" y="6708"/>
                    <a:pt x="7672" y="9127"/>
                  </a:cubicBezTo>
                  <a:cubicBezTo>
                    <a:pt x="7675" y="11298"/>
                    <a:pt x="7599" y="13470"/>
                    <a:pt x="7549" y="15643"/>
                  </a:cubicBezTo>
                  <a:lnTo>
                    <a:pt x="7549" y="15643"/>
                  </a:lnTo>
                  <a:cubicBezTo>
                    <a:pt x="7548" y="15631"/>
                    <a:pt x="7543" y="15619"/>
                    <a:pt x="7533" y="15607"/>
                  </a:cubicBezTo>
                  <a:cubicBezTo>
                    <a:pt x="5852" y="13731"/>
                    <a:pt x="4532" y="11559"/>
                    <a:pt x="3361" y="9336"/>
                  </a:cubicBezTo>
                  <a:cubicBezTo>
                    <a:pt x="2772" y="8222"/>
                    <a:pt x="2166" y="7094"/>
                    <a:pt x="1697" y="5926"/>
                  </a:cubicBezTo>
                  <a:cubicBezTo>
                    <a:pt x="1255" y="4822"/>
                    <a:pt x="965" y="3581"/>
                    <a:pt x="1335" y="2416"/>
                  </a:cubicBezTo>
                  <a:cubicBezTo>
                    <a:pt x="1631" y="1481"/>
                    <a:pt x="2336" y="586"/>
                    <a:pt x="3344" y="393"/>
                  </a:cubicBezTo>
                  <a:cubicBezTo>
                    <a:pt x="3478" y="368"/>
                    <a:pt x="3611" y="356"/>
                    <a:pt x="3742" y="356"/>
                  </a:cubicBezTo>
                  <a:close/>
                  <a:moveTo>
                    <a:pt x="3741" y="0"/>
                  </a:moveTo>
                  <a:cubicBezTo>
                    <a:pt x="2794" y="0"/>
                    <a:pt x="1966" y="558"/>
                    <a:pt x="1451" y="1338"/>
                  </a:cubicBezTo>
                  <a:cubicBezTo>
                    <a:pt x="0" y="3521"/>
                    <a:pt x="1335" y="6112"/>
                    <a:pt x="2389" y="8142"/>
                  </a:cubicBezTo>
                  <a:cubicBezTo>
                    <a:pt x="3793" y="10843"/>
                    <a:pt x="5347" y="13468"/>
                    <a:pt x="7436" y="15701"/>
                  </a:cubicBezTo>
                  <a:cubicBezTo>
                    <a:pt x="7450" y="15715"/>
                    <a:pt x="7466" y="15722"/>
                    <a:pt x="7481" y="15722"/>
                  </a:cubicBezTo>
                  <a:cubicBezTo>
                    <a:pt x="7514" y="15722"/>
                    <a:pt x="7543" y="15694"/>
                    <a:pt x="7549" y="15662"/>
                  </a:cubicBezTo>
                  <a:lnTo>
                    <a:pt x="7549" y="15662"/>
                  </a:lnTo>
                  <a:cubicBezTo>
                    <a:pt x="7528" y="16618"/>
                    <a:pt x="7511" y="17575"/>
                    <a:pt x="7509" y="18532"/>
                  </a:cubicBezTo>
                  <a:cubicBezTo>
                    <a:pt x="7509" y="18591"/>
                    <a:pt x="7552" y="18620"/>
                    <a:pt x="7596" y="18620"/>
                  </a:cubicBezTo>
                  <a:cubicBezTo>
                    <a:pt x="7641" y="18620"/>
                    <a:pt x="7687" y="18590"/>
                    <a:pt x="7692" y="18532"/>
                  </a:cubicBezTo>
                  <a:cubicBezTo>
                    <a:pt x="8005" y="15478"/>
                    <a:pt x="8015" y="12387"/>
                    <a:pt x="8015" y="9320"/>
                  </a:cubicBezTo>
                  <a:cubicBezTo>
                    <a:pt x="8015" y="6768"/>
                    <a:pt x="8032" y="3757"/>
                    <a:pt x="6441" y="1608"/>
                  </a:cubicBezTo>
                  <a:cubicBezTo>
                    <a:pt x="5839" y="793"/>
                    <a:pt x="4974" y="87"/>
                    <a:pt x="3929" y="8"/>
                  </a:cubicBezTo>
                  <a:cubicBezTo>
                    <a:pt x="3866" y="3"/>
                    <a:pt x="3803" y="0"/>
                    <a:pt x="3741"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5" name="Google Shape;6465;p24"/>
            <p:cNvSpPr/>
            <p:nvPr/>
          </p:nvSpPr>
          <p:spPr>
            <a:xfrm>
              <a:off x="7074200" y="2519625"/>
              <a:ext cx="165225" cy="466775"/>
            </a:xfrm>
            <a:custGeom>
              <a:avLst/>
              <a:gdLst/>
              <a:ahLst/>
              <a:cxnLst/>
              <a:rect l="l" t="t" r="r" b="b"/>
              <a:pathLst>
                <a:path w="6609" h="18671" extrusionOk="0">
                  <a:moveTo>
                    <a:pt x="5513" y="0"/>
                  </a:moveTo>
                  <a:cubicBezTo>
                    <a:pt x="5445" y="0"/>
                    <a:pt x="5374" y="58"/>
                    <a:pt x="5390" y="148"/>
                  </a:cubicBezTo>
                  <a:cubicBezTo>
                    <a:pt x="5816" y="2543"/>
                    <a:pt x="6036" y="4982"/>
                    <a:pt x="5903" y="7413"/>
                  </a:cubicBezTo>
                  <a:cubicBezTo>
                    <a:pt x="5763" y="9845"/>
                    <a:pt x="5287" y="12241"/>
                    <a:pt x="4485" y="14540"/>
                  </a:cubicBezTo>
                  <a:cubicBezTo>
                    <a:pt x="4279" y="15125"/>
                    <a:pt x="4053" y="15704"/>
                    <a:pt x="3803" y="16273"/>
                  </a:cubicBezTo>
                  <a:cubicBezTo>
                    <a:pt x="3584" y="16775"/>
                    <a:pt x="3374" y="17314"/>
                    <a:pt x="3018" y="17740"/>
                  </a:cubicBezTo>
                  <a:cubicBezTo>
                    <a:pt x="2782" y="18022"/>
                    <a:pt x="2479" y="18220"/>
                    <a:pt x="2166" y="18220"/>
                  </a:cubicBezTo>
                  <a:cubicBezTo>
                    <a:pt x="1976" y="18220"/>
                    <a:pt x="1782" y="18147"/>
                    <a:pt x="1598" y="17976"/>
                  </a:cubicBezTo>
                  <a:cubicBezTo>
                    <a:pt x="1185" y="17600"/>
                    <a:pt x="919" y="17022"/>
                    <a:pt x="756" y="16496"/>
                  </a:cubicBezTo>
                  <a:cubicBezTo>
                    <a:pt x="413" y="15405"/>
                    <a:pt x="447" y="14220"/>
                    <a:pt x="613" y="13099"/>
                  </a:cubicBezTo>
                  <a:cubicBezTo>
                    <a:pt x="799" y="11848"/>
                    <a:pt x="1129" y="10617"/>
                    <a:pt x="1511" y="9416"/>
                  </a:cubicBezTo>
                  <a:cubicBezTo>
                    <a:pt x="2423" y="6545"/>
                    <a:pt x="3564" y="3741"/>
                    <a:pt x="4612" y="919"/>
                  </a:cubicBezTo>
                  <a:cubicBezTo>
                    <a:pt x="4636" y="859"/>
                    <a:pt x="4587" y="820"/>
                    <a:pt x="4536" y="820"/>
                  </a:cubicBezTo>
                  <a:cubicBezTo>
                    <a:pt x="4503" y="820"/>
                    <a:pt x="4468" y="837"/>
                    <a:pt x="4452" y="876"/>
                  </a:cubicBezTo>
                  <a:cubicBezTo>
                    <a:pt x="3371" y="3574"/>
                    <a:pt x="2207" y="6259"/>
                    <a:pt x="1268" y="9014"/>
                  </a:cubicBezTo>
                  <a:cubicBezTo>
                    <a:pt x="823" y="10328"/>
                    <a:pt x="433" y="11675"/>
                    <a:pt x="224" y="13046"/>
                  </a:cubicBezTo>
                  <a:cubicBezTo>
                    <a:pt x="51" y="14187"/>
                    <a:pt x="1" y="15378"/>
                    <a:pt x="320" y="16499"/>
                  </a:cubicBezTo>
                  <a:cubicBezTo>
                    <a:pt x="562" y="17344"/>
                    <a:pt x="1149" y="18671"/>
                    <a:pt x="2188" y="18671"/>
                  </a:cubicBezTo>
                  <a:cubicBezTo>
                    <a:pt x="2238" y="18671"/>
                    <a:pt x="2288" y="18668"/>
                    <a:pt x="2340" y="18662"/>
                  </a:cubicBezTo>
                  <a:cubicBezTo>
                    <a:pt x="3414" y="18529"/>
                    <a:pt x="3930" y="17211"/>
                    <a:pt x="4303" y="16359"/>
                  </a:cubicBezTo>
                  <a:cubicBezTo>
                    <a:pt x="5337" y="13974"/>
                    <a:pt x="6009" y="11446"/>
                    <a:pt x="6289" y="8861"/>
                  </a:cubicBezTo>
                  <a:cubicBezTo>
                    <a:pt x="6608" y="5930"/>
                    <a:pt x="6458" y="2922"/>
                    <a:pt x="5620" y="84"/>
                  </a:cubicBezTo>
                  <a:cubicBezTo>
                    <a:pt x="5603" y="26"/>
                    <a:pt x="5558" y="0"/>
                    <a:pt x="551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6" name="Google Shape;6466;p24"/>
            <p:cNvSpPr/>
            <p:nvPr/>
          </p:nvSpPr>
          <p:spPr>
            <a:xfrm>
              <a:off x="6861950" y="2878175"/>
              <a:ext cx="21900" cy="17125"/>
            </a:xfrm>
            <a:custGeom>
              <a:avLst/>
              <a:gdLst/>
              <a:ahLst/>
              <a:cxnLst/>
              <a:rect l="l" t="t" r="r" b="b"/>
              <a:pathLst>
                <a:path w="876" h="685" extrusionOk="0">
                  <a:moveTo>
                    <a:pt x="356" y="0"/>
                  </a:moveTo>
                  <a:cubicBezTo>
                    <a:pt x="280" y="0"/>
                    <a:pt x="186" y="49"/>
                    <a:pt x="134" y="101"/>
                  </a:cubicBezTo>
                  <a:cubicBezTo>
                    <a:pt x="1" y="234"/>
                    <a:pt x="1" y="451"/>
                    <a:pt x="130" y="584"/>
                  </a:cubicBezTo>
                  <a:cubicBezTo>
                    <a:pt x="188" y="636"/>
                    <a:pt x="269" y="685"/>
                    <a:pt x="351" y="685"/>
                  </a:cubicBezTo>
                  <a:cubicBezTo>
                    <a:pt x="358" y="685"/>
                    <a:pt x="366" y="684"/>
                    <a:pt x="373" y="683"/>
                  </a:cubicBezTo>
                  <a:cubicBezTo>
                    <a:pt x="436" y="677"/>
                    <a:pt x="500" y="670"/>
                    <a:pt x="566" y="663"/>
                  </a:cubicBezTo>
                  <a:cubicBezTo>
                    <a:pt x="716" y="643"/>
                    <a:pt x="876" y="514"/>
                    <a:pt x="869" y="347"/>
                  </a:cubicBezTo>
                  <a:cubicBezTo>
                    <a:pt x="862" y="198"/>
                    <a:pt x="756" y="71"/>
                    <a:pt x="613" y="35"/>
                  </a:cubicBezTo>
                  <a:cubicBezTo>
                    <a:pt x="536" y="18"/>
                    <a:pt x="456" y="8"/>
                    <a:pt x="377" y="1"/>
                  </a:cubicBezTo>
                  <a:cubicBezTo>
                    <a:pt x="370" y="1"/>
                    <a:pt x="363" y="0"/>
                    <a:pt x="35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7" name="Google Shape;6467;p24"/>
            <p:cNvSpPr/>
            <p:nvPr/>
          </p:nvSpPr>
          <p:spPr>
            <a:xfrm>
              <a:off x="6893150" y="2909575"/>
              <a:ext cx="16325" cy="15825"/>
            </a:xfrm>
            <a:custGeom>
              <a:avLst/>
              <a:gdLst/>
              <a:ahLst/>
              <a:cxnLst/>
              <a:rect l="l" t="t" r="r" b="b"/>
              <a:pathLst>
                <a:path w="653" h="633" extrusionOk="0">
                  <a:moveTo>
                    <a:pt x="348" y="0"/>
                  </a:moveTo>
                  <a:cubicBezTo>
                    <a:pt x="332" y="0"/>
                    <a:pt x="315" y="2"/>
                    <a:pt x="300" y="6"/>
                  </a:cubicBezTo>
                  <a:cubicBezTo>
                    <a:pt x="270" y="6"/>
                    <a:pt x="243" y="13"/>
                    <a:pt x="220" y="26"/>
                  </a:cubicBezTo>
                  <a:cubicBezTo>
                    <a:pt x="180" y="40"/>
                    <a:pt x="143" y="63"/>
                    <a:pt x="117" y="93"/>
                  </a:cubicBezTo>
                  <a:cubicBezTo>
                    <a:pt x="107" y="99"/>
                    <a:pt x="100" y="106"/>
                    <a:pt x="90" y="113"/>
                  </a:cubicBezTo>
                  <a:cubicBezTo>
                    <a:pt x="70" y="129"/>
                    <a:pt x="53" y="153"/>
                    <a:pt x="40" y="176"/>
                  </a:cubicBezTo>
                  <a:cubicBezTo>
                    <a:pt x="14" y="219"/>
                    <a:pt x="0" y="266"/>
                    <a:pt x="0" y="316"/>
                  </a:cubicBezTo>
                  <a:cubicBezTo>
                    <a:pt x="4" y="362"/>
                    <a:pt x="14" y="409"/>
                    <a:pt x="37" y="452"/>
                  </a:cubicBezTo>
                  <a:cubicBezTo>
                    <a:pt x="50" y="475"/>
                    <a:pt x="67" y="499"/>
                    <a:pt x="83" y="515"/>
                  </a:cubicBezTo>
                  <a:cubicBezTo>
                    <a:pt x="93" y="525"/>
                    <a:pt x="103" y="532"/>
                    <a:pt x="113" y="539"/>
                  </a:cubicBezTo>
                  <a:lnTo>
                    <a:pt x="177" y="588"/>
                  </a:lnTo>
                  <a:lnTo>
                    <a:pt x="253" y="622"/>
                  </a:lnTo>
                  <a:cubicBezTo>
                    <a:pt x="276" y="630"/>
                    <a:pt x="301" y="633"/>
                    <a:pt x="325" y="633"/>
                  </a:cubicBezTo>
                  <a:cubicBezTo>
                    <a:pt x="342" y="633"/>
                    <a:pt x="360" y="631"/>
                    <a:pt x="376" y="628"/>
                  </a:cubicBezTo>
                  <a:cubicBezTo>
                    <a:pt x="406" y="628"/>
                    <a:pt x="433" y="622"/>
                    <a:pt x="456" y="605"/>
                  </a:cubicBezTo>
                  <a:cubicBezTo>
                    <a:pt x="483" y="598"/>
                    <a:pt x="506" y="585"/>
                    <a:pt x="526" y="565"/>
                  </a:cubicBezTo>
                  <a:cubicBezTo>
                    <a:pt x="549" y="552"/>
                    <a:pt x="569" y="532"/>
                    <a:pt x="582" y="509"/>
                  </a:cubicBezTo>
                  <a:cubicBezTo>
                    <a:pt x="629" y="455"/>
                    <a:pt x="652" y="389"/>
                    <a:pt x="652" y="319"/>
                  </a:cubicBezTo>
                  <a:cubicBezTo>
                    <a:pt x="652" y="262"/>
                    <a:pt x="636" y="209"/>
                    <a:pt x="612" y="159"/>
                  </a:cubicBezTo>
                  <a:cubicBezTo>
                    <a:pt x="582" y="113"/>
                    <a:pt x="546" y="73"/>
                    <a:pt x="499" y="46"/>
                  </a:cubicBezTo>
                  <a:lnTo>
                    <a:pt x="423" y="13"/>
                  </a:lnTo>
                  <a:cubicBezTo>
                    <a:pt x="399" y="5"/>
                    <a:pt x="373" y="0"/>
                    <a:pt x="34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8" name="Google Shape;6468;p24"/>
            <p:cNvSpPr/>
            <p:nvPr/>
          </p:nvSpPr>
          <p:spPr>
            <a:xfrm>
              <a:off x="6845325" y="2953025"/>
              <a:ext cx="24550" cy="27500"/>
            </a:xfrm>
            <a:custGeom>
              <a:avLst/>
              <a:gdLst/>
              <a:ahLst/>
              <a:cxnLst/>
              <a:rect l="l" t="t" r="r" b="b"/>
              <a:pathLst>
                <a:path w="982" h="1100" extrusionOk="0">
                  <a:moveTo>
                    <a:pt x="622" y="1"/>
                  </a:moveTo>
                  <a:cubicBezTo>
                    <a:pt x="580" y="1"/>
                    <a:pt x="537" y="13"/>
                    <a:pt x="499" y="42"/>
                  </a:cubicBezTo>
                  <a:cubicBezTo>
                    <a:pt x="389" y="121"/>
                    <a:pt x="283" y="211"/>
                    <a:pt x="183" y="308"/>
                  </a:cubicBezTo>
                  <a:cubicBezTo>
                    <a:pt x="0" y="484"/>
                    <a:pt x="0" y="780"/>
                    <a:pt x="180" y="960"/>
                  </a:cubicBezTo>
                  <a:cubicBezTo>
                    <a:pt x="271" y="1052"/>
                    <a:pt x="391" y="1099"/>
                    <a:pt x="511" y="1099"/>
                  </a:cubicBezTo>
                  <a:cubicBezTo>
                    <a:pt x="628" y="1099"/>
                    <a:pt x="745" y="1055"/>
                    <a:pt x="835" y="966"/>
                  </a:cubicBezTo>
                  <a:cubicBezTo>
                    <a:pt x="962" y="843"/>
                    <a:pt x="982" y="687"/>
                    <a:pt x="958" y="517"/>
                  </a:cubicBezTo>
                  <a:cubicBezTo>
                    <a:pt x="942" y="411"/>
                    <a:pt x="918" y="304"/>
                    <a:pt x="885" y="201"/>
                  </a:cubicBezTo>
                  <a:cubicBezTo>
                    <a:pt x="853" y="94"/>
                    <a:pt x="738" y="1"/>
                    <a:pt x="62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9" name="Google Shape;6469;p24"/>
            <p:cNvSpPr/>
            <p:nvPr/>
          </p:nvSpPr>
          <p:spPr>
            <a:xfrm>
              <a:off x="7123700" y="2872175"/>
              <a:ext cx="20325" cy="20600"/>
            </a:xfrm>
            <a:custGeom>
              <a:avLst/>
              <a:gdLst/>
              <a:ahLst/>
              <a:cxnLst/>
              <a:rect l="l" t="t" r="r" b="b"/>
              <a:pathLst>
                <a:path w="813" h="824" extrusionOk="0">
                  <a:moveTo>
                    <a:pt x="405" y="0"/>
                  </a:moveTo>
                  <a:cubicBezTo>
                    <a:pt x="344" y="0"/>
                    <a:pt x="283" y="16"/>
                    <a:pt x="230" y="48"/>
                  </a:cubicBezTo>
                  <a:lnTo>
                    <a:pt x="203" y="65"/>
                  </a:lnTo>
                  <a:cubicBezTo>
                    <a:pt x="157" y="88"/>
                    <a:pt x="120" y="125"/>
                    <a:pt x="90" y="168"/>
                  </a:cubicBezTo>
                  <a:cubicBezTo>
                    <a:pt x="64" y="195"/>
                    <a:pt x="47" y="225"/>
                    <a:pt x="37" y="258"/>
                  </a:cubicBezTo>
                  <a:cubicBezTo>
                    <a:pt x="10" y="305"/>
                    <a:pt x="0" y="361"/>
                    <a:pt x="0" y="414"/>
                  </a:cubicBezTo>
                  <a:lnTo>
                    <a:pt x="14" y="521"/>
                  </a:lnTo>
                  <a:cubicBezTo>
                    <a:pt x="27" y="554"/>
                    <a:pt x="40" y="587"/>
                    <a:pt x="57" y="621"/>
                  </a:cubicBezTo>
                  <a:cubicBezTo>
                    <a:pt x="80" y="664"/>
                    <a:pt x="113" y="704"/>
                    <a:pt x="157" y="734"/>
                  </a:cubicBezTo>
                  <a:cubicBezTo>
                    <a:pt x="180" y="757"/>
                    <a:pt x="210" y="777"/>
                    <a:pt x="247" y="787"/>
                  </a:cubicBezTo>
                  <a:cubicBezTo>
                    <a:pt x="293" y="810"/>
                    <a:pt x="346" y="824"/>
                    <a:pt x="403" y="824"/>
                  </a:cubicBezTo>
                  <a:lnTo>
                    <a:pt x="509" y="807"/>
                  </a:lnTo>
                  <a:lnTo>
                    <a:pt x="606" y="767"/>
                  </a:lnTo>
                  <a:cubicBezTo>
                    <a:pt x="652" y="744"/>
                    <a:pt x="692" y="707"/>
                    <a:pt x="722" y="664"/>
                  </a:cubicBezTo>
                  <a:cubicBezTo>
                    <a:pt x="746" y="637"/>
                    <a:pt x="766" y="607"/>
                    <a:pt x="776" y="574"/>
                  </a:cubicBezTo>
                  <a:cubicBezTo>
                    <a:pt x="799" y="528"/>
                    <a:pt x="812" y="474"/>
                    <a:pt x="809" y="418"/>
                  </a:cubicBezTo>
                  <a:lnTo>
                    <a:pt x="795" y="311"/>
                  </a:lnTo>
                  <a:cubicBezTo>
                    <a:pt x="782" y="278"/>
                    <a:pt x="769" y="245"/>
                    <a:pt x="756" y="215"/>
                  </a:cubicBezTo>
                  <a:cubicBezTo>
                    <a:pt x="722" y="155"/>
                    <a:pt x="672" y="105"/>
                    <a:pt x="612" y="68"/>
                  </a:cubicBezTo>
                  <a:lnTo>
                    <a:pt x="589" y="52"/>
                  </a:lnTo>
                  <a:cubicBezTo>
                    <a:pt x="533" y="18"/>
                    <a:pt x="469" y="0"/>
                    <a:pt x="405"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0" name="Google Shape;6470;p24"/>
            <p:cNvSpPr/>
            <p:nvPr/>
          </p:nvSpPr>
          <p:spPr>
            <a:xfrm>
              <a:off x="6856300" y="2073175"/>
              <a:ext cx="28300" cy="27975"/>
            </a:xfrm>
            <a:custGeom>
              <a:avLst/>
              <a:gdLst/>
              <a:ahLst/>
              <a:cxnLst/>
              <a:rect l="l" t="t" r="r" b="b"/>
              <a:pathLst>
                <a:path w="1132" h="1119" extrusionOk="0">
                  <a:moveTo>
                    <a:pt x="746" y="0"/>
                  </a:moveTo>
                  <a:cubicBezTo>
                    <a:pt x="553" y="0"/>
                    <a:pt x="385" y="170"/>
                    <a:pt x="233" y="277"/>
                  </a:cubicBezTo>
                  <a:cubicBezTo>
                    <a:pt x="107" y="370"/>
                    <a:pt x="0" y="496"/>
                    <a:pt x="7" y="666"/>
                  </a:cubicBezTo>
                  <a:cubicBezTo>
                    <a:pt x="10" y="786"/>
                    <a:pt x="57" y="899"/>
                    <a:pt x="137" y="985"/>
                  </a:cubicBezTo>
                  <a:cubicBezTo>
                    <a:pt x="223" y="1068"/>
                    <a:pt x="336" y="1118"/>
                    <a:pt x="456" y="1118"/>
                  </a:cubicBezTo>
                  <a:cubicBezTo>
                    <a:pt x="623" y="1118"/>
                    <a:pt x="756" y="1032"/>
                    <a:pt x="845" y="899"/>
                  </a:cubicBezTo>
                  <a:cubicBezTo>
                    <a:pt x="952" y="746"/>
                    <a:pt x="1132" y="559"/>
                    <a:pt x="1122" y="363"/>
                  </a:cubicBezTo>
                  <a:cubicBezTo>
                    <a:pt x="1118" y="167"/>
                    <a:pt x="962" y="7"/>
                    <a:pt x="762" y="0"/>
                  </a:cubicBezTo>
                  <a:cubicBezTo>
                    <a:pt x="757" y="0"/>
                    <a:pt x="751" y="0"/>
                    <a:pt x="74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1" name="Google Shape;6471;p24"/>
            <p:cNvSpPr/>
            <p:nvPr/>
          </p:nvSpPr>
          <p:spPr>
            <a:xfrm>
              <a:off x="6909025" y="2078000"/>
              <a:ext cx="21725" cy="23975"/>
            </a:xfrm>
            <a:custGeom>
              <a:avLst/>
              <a:gdLst/>
              <a:ahLst/>
              <a:cxnLst/>
              <a:rect l="l" t="t" r="r" b="b"/>
              <a:pathLst>
                <a:path w="869" h="959" extrusionOk="0">
                  <a:moveTo>
                    <a:pt x="440" y="0"/>
                  </a:moveTo>
                  <a:cubicBezTo>
                    <a:pt x="197" y="0"/>
                    <a:pt x="1" y="240"/>
                    <a:pt x="71" y="479"/>
                  </a:cubicBezTo>
                  <a:cubicBezTo>
                    <a:pt x="127" y="676"/>
                    <a:pt x="174" y="959"/>
                    <a:pt x="433" y="959"/>
                  </a:cubicBezTo>
                  <a:cubicBezTo>
                    <a:pt x="435" y="959"/>
                    <a:pt x="436" y="959"/>
                    <a:pt x="438" y="959"/>
                  </a:cubicBezTo>
                  <a:cubicBezTo>
                    <a:pt x="690" y="959"/>
                    <a:pt x="743" y="678"/>
                    <a:pt x="802" y="486"/>
                  </a:cubicBezTo>
                  <a:cubicBezTo>
                    <a:pt x="869" y="243"/>
                    <a:pt x="689" y="7"/>
                    <a:pt x="440"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2" name="Google Shape;6472;p24"/>
            <p:cNvSpPr/>
            <p:nvPr/>
          </p:nvSpPr>
          <p:spPr>
            <a:xfrm>
              <a:off x="6912700" y="2137675"/>
              <a:ext cx="29125" cy="25025"/>
            </a:xfrm>
            <a:custGeom>
              <a:avLst/>
              <a:gdLst/>
              <a:ahLst/>
              <a:cxnLst/>
              <a:rect l="l" t="t" r="r" b="b"/>
              <a:pathLst>
                <a:path w="1165" h="1001" extrusionOk="0">
                  <a:moveTo>
                    <a:pt x="647" y="0"/>
                  </a:moveTo>
                  <a:cubicBezTo>
                    <a:pt x="533" y="0"/>
                    <a:pt x="418" y="43"/>
                    <a:pt x="329" y="129"/>
                  </a:cubicBezTo>
                  <a:cubicBezTo>
                    <a:pt x="279" y="175"/>
                    <a:pt x="226" y="218"/>
                    <a:pt x="180" y="268"/>
                  </a:cubicBezTo>
                  <a:cubicBezTo>
                    <a:pt x="93" y="351"/>
                    <a:pt x="60" y="455"/>
                    <a:pt x="30" y="564"/>
                  </a:cubicBezTo>
                  <a:cubicBezTo>
                    <a:pt x="0" y="664"/>
                    <a:pt x="23" y="774"/>
                    <a:pt x="87" y="857"/>
                  </a:cubicBezTo>
                  <a:cubicBezTo>
                    <a:pt x="150" y="940"/>
                    <a:pt x="246" y="990"/>
                    <a:pt x="353" y="994"/>
                  </a:cubicBezTo>
                  <a:cubicBezTo>
                    <a:pt x="383" y="997"/>
                    <a:pt x="413" y="1000"/>
                    <a:pt x="442" y="1000"/>
                  </a:cubicBezTo>
                  <a:cubicBezTo>
                    <a:pt x="449" y="1000"/>
                    <a:pt x="455" y="1001"/>
                    <a:pt x="461" y="1001"/>
                  </a:cubicBezTo>
                  <a:cubicBezTo>
                    <a:pt x="541" y="1001"/>
                    <a:pt x="621" y="980"/>
                    <a:pt x="692" y="940"/>
                  </a:cubicBezTo>
                  <a:cubicBezTo>
                    <a:pt x="755" y="914"/>
                    <a:pt x="815" y="880"/>
                    <a:pt x="878" y="850"/>
                  </a:cubicBezTo>
                  <a:cubicBezTo>
                    <a:pt x="1128" y="731"/>
                    <a:pt x="1164" y="385"/>
                    <a:pt x="1011" y="182"/>
                  </a:cubicBezTo>
                  <a:cubicBezTo>
                    <a:pt x="920" y="62"/>
                    <a:pt x="784" y="0"/>
                    <a:pt x="647"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3" name="Google Shape;6473;p24"/>
            <p:cNvSpPr/>
            <p:nvPr/>
          </p:nvSpPr>
          <p:spPr>
            <a:xfrm>
              <a:off x="6878750" y="2173000"/>
              <a:ext cx="32375" cy="23975"/>
            </a:xfrm>
            <a:custGeom>
              <a:avLst/>
              <a:gdLst/>
              <a:ahLst/>
              <a:cxnLst/>
              <a:rect l="l" t="t" r="r" b="b"/>
              <a:pathLst>
                <a:path w="1295" h="959" extrusionOk="0">
                  <a:moveTo>
                    <a:pt x="765" y="0"/>
                  </a:moveTo>
                  <a:cubicBezTo>
                    <a:pt x="724" y="0"/>
                    <a:pt x="682" y="5"/>
                    <a:pt x="639" y="13"/>
                  </a:cubicBezTo>
                  <a:cubicBezTo>
                    <a:pt x="380" y="63"/>
                    <a:pt x="7" y="143"/>
                    <a:pt x="4" y="475"/>
                  </a:cubicBezTo>
                  <a:cubicBezTo>
                    <a:pt x="1" y="805"/>
                    <a:pt x="373" y="891"/>
                    <a:pt x="633" y="945"/>
                  </a:cubicBezTo>
                  <a:cubicBezTo>
                    <a:pt x="677" y="953"/>
                    <a:pt x="722" y="958"/>
                    <a:pt x="766" y="958"/>
                  </a:cubicBezTo>
                  <a:cubicBezTo>
                    <a:pt x="891" y="958"/>
                    <a:pt x="1014" y="920"/>
                    <a:pt x="1102" y="825"/>
                  </a:cubicBezTo>
                  <a:cubicBezTo>
                    <a:pt x="1291" y="635"/>
                    <a:pt x="1295" y="329"/>
                    <a:pt x="1109" y="139"/>
                  </a:cubicBezTo>
                  <a:cubicBezTo>
                    <a:pt x="1011" y="42"/>
                    <a:pt x="892" y="0"/>
                    <a:pt x="765"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4" name="Google Shape;6474;p24"/>
            <p:cNvSpPr/>
            <p:nvPr/>
          </p:nvSpPr>
          <p:spPr>
            <a:xfrm>
              <a:off x="6853800" y="2160300"/>
              <a:ext cx="22475" cy="31425"/>
            </a:xfrm>
            <a:custGeom>
              <a:avLst/>
              <a:gdLst/>
              <a:ahLst/>
              <a:cxnLst/>
              <a:rect l="l" t="t" r="r" b="b"/>
              <a:pathLst>
                <a:path w="899" h="1257" extrusionOk="0">
                  <a:moveTo>
                    <a:pt x="289" y="0"/>
                  </a:moveTo>
                  <a:cubicBezTo>
                    <a:pt x="183" y="0"/>
                    <a:pt x="80" y="55"/>
                    <a:pt x="60" y="175"/>
                  </a:cubicBezTo>
                  <a:cubicBezTo>
                    <a:pt x="44" y="291"/>
                    <a:pt x="17" y="408"/>
                    <a:pt x="11" y="524"/>
                  </a:cubicBezTo>
                  <a:cubicBezTo>
                    <a:pt x="1" y="634"/>
                    <a:pt x="14" y="744"/>
                    <a:pt x="14" y="854"/>
                  </a:cubicBezTo>
                  <a:cubicBezTo>
                    <a:pt x="14" y="1078"/>
                    <a:pt x="198" y="1257"/>
                    <a:pt x="418" y="1257"/>
                  </a:cubicBezTo>
                  <a:cubicBezTo>
                    <a:pt x="436" y="1257"/>
                    <a:pt x="454" y="1255"/>
                    <a:pt x="473" y="1253"/>
                  </a:cubicBezTo>
                  <a:cubicBezTo>
                    <a:pt x="696" y="1226"/>
                    <a:pt x="899" y="983"/>
                    <a:pt x="812" y="751"/>
                  </a:cubicBezTo>
                  <a:cubicBezTo>
                    <a:pt x="772" y="634"/>
                    <a:pt x="729" y="511"/>
                    <a:pt x="679" y="395"/>
                  </a:cubicBezTo>
                  <a:cubicBezTo>
                    <a:pt x="629" y="301"/>
                    <a:pt x="576" y="208"/>
                    <a:pt x="520" y="118"/>
                  </a:cubicBezTo>
                  <a:cubicBezTo>
                    <a:pt x="475" y="41"/>
                    <a:pt x="381" y="0"/>
                    <a:pt x="289"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5" name="Google Shape;6475;p24"/>
            <p:cNvSpPr/>
            <p:nvPr/>
          </p:nvSpPr>
          <p:spPr>
            <a:xfrm>
              <a:off x="6873300" y="2123650"/>
              <a:ext cx="19400" cy="18700"/>
            </a:xfrm>
            <a:custGeom>
              <a:avLst/>
              <a:gdLst/>
              <a:ahLst/>
              <a:cxnLst/>
              <a:rect l="l" t="t" r="r" b="b"/>
              <a:pathLst>
                <a:path w="776" h="748" extrusionOk="0">
                  <a:moveTo>
                    <a:pt x="388" y="0"/>
                  </a:moveTo>
                  <a:cubicBezTo>
                    <a:pt x="196" y="0"/>
                    <a:pt x="4" y="124"/>
                    <a:pt x="2" y="370"/>
                  </a:cubicBezTo>
                  <a:cubicBezTo>
                    <a:pt x="1" y="621"/>
                    <a:pt x="195" y="748"/>
                    <a:pt x="390" y="748"/>
                  </a:cubicBezTo>
                  <a:cubicBezTo>
                    <a:pt x="581" y="748"/>
                    <a:pt x="773" y="625"/>
                    <a:pt x="774" y="377"/>
                  </a:cubicBezTo>
                  <a:cubicBezTo>
                    <a:pt x="776" y="126"/>
                    <a:pt x="582" y="0"/>
                    <a:pt x="38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6" name="Google Shape;6476;p24"/>
            <p:cNvSpPr/>
            <p:nvPr/>
          </p:nvSpPr>
          <p:spPr>
            <a:xfrm>
              <a:off x="7029900" y="1905250"/>
              <a:ext cx="26625" cy="36375"/>
            </a:xfrm>
            <a:custGeom>
              <a:avLst/>
              <a:gdLst/>
              <a:ahLst/>
              <a:cxnLst/>
              <a:rect l="l" t="t" r="r" b="b"/>
              <a:pathLst>
                <a:path w="1065" h="1455" extrusionOk="0">
                  <a:moveTo>
                    <a:pt x="648" y="0"/>
                  </a:moveTo>
                  <a:cubicBezTo>
                    <a:pt x="503" y="10"/>
                    <a:pt x="408" y="61"/>
                    <a:pt x="324" y="146"/>
                  </a:cubicBezTo>
                  <a:lnTo>
                    <a:pt x="324" y="146"/>
                  </a:lnTo>
                  <a:cubicBezTo>
                    <a:pt x="0" y="328"/>
                    <a:pt x="9" y="781"/>
                    <a:pt x="83" y="1098"/>
                  </a:cubicBezTo>
                  <a:cubicBezTo>
                    <a:pt x="130" y="1302"/>
                    <a:pt x="340" y="1455"/>
                    <a:pt x="548" y="1455"/>
                  </a:cubicBezTo>
                  <a:cubicBezTo>
                    <a:pt x="587" y="1455"/>
                    <a:pt x="627" y="1449"/>
                    <a:pt x="665" y="1438"/>
                  </a:cubicBezTo>
                  <a:cubicBezTo>
                    <a:pt x="915" y="1364"/>
                    <a:pt x="1064" y="1108"/>
                    <a:pt x="1001" y="855"/>
                  </a:cubicBezTo>
                  <a:lnTo>
                    <a:pt x="1001" y="852"/>
                  </a:lnTo>
                  <a:cubicBezTo>
                    <a:pt x="998" y="842"/>
                    <a:pt x="992" y="762"/>
                    <a:pt x="989" y="762"/>
                  </a:cubicBezTo>
                  <a:cubicBezTo>
                    <a:pt x="988" y="762"/>
                    <a:pt x="988" y="769"/>
                    <a:pt x="988" y="787"/>
                  </a:cubicBezTo>
                  <a:lnTo>
                    <a:pt x="988" y="787"/>
                  </a:lnTo>
                  <a:cubicBezTo>
                    <a:pt x="988" y="741"/>
                    <a:pt x="991" y="695"/>
                    <a:pt x="988" y="646"/>
                  </a:cubicBezTo>
                  <a:lnTo>
                    <a:pt x="974" y="523"/>
                  </a:lnTo>
                  <a:lnTo>
                    <a:pt x="974" y="523"/>
                  </a:lnTo>
                  <a:cubicBezTo>
                    <a:pt x="976" y="547"/>
                    <a:pt x="976" y="559"/>
                    <a:pt x="975" y="559"/>
                  </a:cubicBezTo>
                  <a:cubicBezTo>
                    <a:pt x="974" y="559"/>
                    <a:pt x="970" y="517"/>
                    <a:pt x="961" y="433"/>
                  </a:cubicBezTo>
                  <a:cubicBezTo>
                    <a:pt x="952" y="402"/>
                    <a:pt x="940" y="370"/>
                    <a:pt x="924" y="339"/>
                  </a:cubicBezTo>
                  <a:lnTo>
                    <a:pt x="924" y="339"/>
                  </a:lnTo>
                  <a:cubicBezTo>
                    <a:pt x="913" y="263"/>
                    <a:pt x="890" y="188"/>
                    <a:pt x="855" y="120"/>
                  </a:cubicBezTo>
                  <a:cubicBezTo>
                    <a:pt x="811" y="47"/>
                    <a:pt x="735" y="0"/>
                    <a:pt x="64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7" name="Google Shape;6477;p24"/>
            <p:cNvSpPr/>
            <p:nvPr/>
          </p:nvSpPr>
          <p:spPr>
            <a:xfrm>
              <a:off x="7102075" y="1927350"/>
              <a:ext cx="28550" cy="24325"/>
            </a:xfrm>
            <a:custGeom>
              <a:avLst/>
              <a:gdLst/>
              <a:ahLst/>
              <a:cxnLst/>
              <a:rect l="l" t="t" r="r" b="b"/>
              <a:pathLst>
                <a:path w="1142" h="973" extrusionOk="0">
                  <a:moveTo>
                    <a:pt x="574" y="0"/>
                  </a:moveTo>
                  <a:cubicBezTo>
                    <a:pt x="447" y="0"/>
                    <a:pt x="325" y="49"/>
                    <a:pt x="233" y="138"/>
                  </a:cubicBezTo>
                  <a:cubicBezTo>
                    <a:pt x="207" y="164"/>
                    <a:pt x="183" y="191"/>
                    <a:pt x="157" y="221"/>
                  </a:cubicBezTo>
                  <a:cubicBezTo>
                    <a:pt x="94" y="291"/>
                    <a:pt x="50" y="374"/>
                    <a:pt x="27" y="464"/>
                  </a:cubicBezTo>
                  <a:cubicBezTo>
                    <a:pt x="0" y="564"/>
                    <a:pt x="14" y="670"/>
                    <a:pt x="64" y="760"/>
                  </a:cubicBezTo>
                  <a:cubicBezTo>
                    <a:pt x="84" y="787"/>
                    <a:pt x="103" y="813"/>
                    <a:pt x="123" y="840"/>
                  </a:cubicBezTo>
                  <a:cubicBezTo>
                    <a:pt x="170" y="886"/>
                    <a:pt x="227" y="923"/>
                    <a:pt x="293" y="940"/>
                  </a:cubicBezTo>
                  <a:cubicBezTo>
                    <a:pt x="352" y="962"/>
                    <a:pt x="416" y="973"/>
                    <a:pt x="480" y="973"/>
                  </a:cubicBezTo>
                  <a:cubicBezTo>
                    <a:pt x="510" y="973"/>
                    <a:pt x="540" y="970"/>
                    <a:pt x="569" y="966"/>
                  </a:cubicBezTo>
                  <a:cubicBezTo>
                    <a:pt x="652" y="966"/>
                    <a:pt x="739" y="946"/>
                    <a:pt x="812" y="903"/>
                  </a:cubicBezTo>
                  <a:cubicBezTo>
                    <a:pt x="885" y="860"/>
                    <a:pt x="945" y="800"/>
                    <a:pt x="988" y="730"/>
                  </a:cubicBezTo>
                  <a:cubicBezTo>
                    <a:pt x="1141" y="457"/>
                    <a:pt x="1005" y="111"/>
                    <a:pt x="706" y="18"/>
                  </a:cubicBezTo>
                  <a:cubicBezTo>
                    <a:pt x="662" y="6"/>
                    <a:pt x="618" y="0"/>
                    <a:pt x="574"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8" name="Google Shape;6478;p24"/>
            <p:cNvSpPr/>
            <p:nvPr/>
          </p:nvSpPr>
          <p:spPr>
            <a:xfrm>
              <a:off x="7076950" y="1978700"/>
              <a:ext cx="30875" cy="23850"/>
            </a:xfrm>
            <a:custGeom>
              <a:avLst/>
              <a:gdLst/>
              <a:ahLst/>
              <a:cxnLst/>
              <a:rect l="l" t="t" r="r" b="b"/>
              <a:pathLst>
                <a:path w="1235" h="954" extrusionOk="0">
                  <a:moveTo>
                    <a:pt x="408" y="1"/>
                  </a:moveTo>
                  <a:cubicBezTo>
                    <a:pt x="305" y="1"/>
                    <a:pt x="205" y="19"/>
                    <a:pt x="110" y="70"/>
                  </a:cubicBezTo>
                  <a:cubicBezTo>
                    <a:pt x="21" y="120"/>
                    <a:pt x="1" y="216"/>
                    <a:pt x="14" y="310"/>
                  </a:cubicBezTo>
                  <a:cubicBezTo>
                    <a:pt x="41" y="519"/>
                    <a:pt x="227" y="685"/>
                    <a:pt x="383" y="819"/>
                  </a:cubicBezTo>
                  <a:cubicBezTo>
                    <a:pt x="477" y="895"/>
                    <a:pt x="588" y="953"/>
                    <a:pt x="708" y="953"/>
                  </a:cubicBezTo>
                  <a:cubicBezTo>
                    <a:pt x="745" y="953"/>
                    <a:pt x="784" y="948"/>
                    <a:pt x="822" y="935"/>
                  </a:cubicBezTo>
                  <a:cubicBezTo>
                    <a:pt x="932" y="905"/>
                    <a:pt x="1029" y="832"/>
                    <a:pt x="1092" y="732"/>
                  </a:cubicBezTo>
                  <a:cubicBezTo>
                    <a:pt x="1235" y="489"/>
                    <a:pt x="1112" y="140"/>
                    <a:pt x="826" y="67"/>
                  </a:cubicBezTo>
                  <a:lnTo>
                    <a:pt x="826" y="70"/>
                  </a:lnTo>
                  <a:cubicBezTo>
                    <a:pt x="691" y="35"/>
                    <a:pt x="548" y="1"/>
                    <a:pt x="408"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9" name="Google Shape;6479;p24"/>
            <p:cNvSpPr/>
            <p:nvPr/>
          </p:nvSpPr>
          <p:spPr>
            <a:xfrm>
              <a:off x="7044850" y="1960425"/>
              <a:ext cx="26450" cy="35750"/>
            </a:xfrm>
            <a:custGeom>
              <a:avLst/>
              <a:gdLst/>
              <a:ahLst/>
              <a:cxnLst/>
              <a:rect l="l" t="t" r="r" b="b"/>
              <a:pathLst>
                <a:path w="1058" h="1430" extrusionOk="0">
                  <a:moveTo>
                    <a:pt x="533" y="0"/>
                  </a:moveTo>
                  <a:cubicBezTo>
                    <a:pt x="434" y="0"/>
                    <a:pt x="335" y="58"/>
                    <a:pt x="300" y="172"/>
                  </a:cubicBezTo>
                  <a:cubicBezTo>
                    <a:pt x="230" y="398"/>
                    <a:pt x="160" y="625"/>
                    <a:pt x="90" y="848"/>
                  </a:cubicBezTo>
                  <a:cubicBezTo>
                    <a:pt x="0" y="1134"/>
                    <a:pt x="237" y="1426"/>
                    <a:pt x="526" y="1430"/>
                  </a:cubicBezTo>
                  <a:cubicBezTo>
                    <a:pt x="528" y="1430"/>
                    <a:pt x="529" y="1430"/>
                    <a:pt x="531" y="1430"/>
                  </a:cubicBezTo>
                  <a:cubicBezTo>
                    <a:pt x="818" y="1430"/>
                    <a:pt x="1058" y="1139"/>
                    <a:pt x="972" y="854"/>
                  </a:cubicBezTo>
                  <a:lnTo>
                    <a:pt x="969" y="854"/>
                  </a:lnTo>
                  <a:cubicBezTo>
                    <a:pt x="902" y="628"/>
                    <a:pt x="836" y="402"/>
                    <a:pt x="769" y="176"/>
                  </a:cubicBezTo>
                  <a:cubicBezTo>
                    <a:pt x="734" y="59"/>
                    <a:pt x="634" y="0"/>
                    <a:pt x="53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0" name="Google Shape;6480;p24"/>
            <p:cNvSpPr/>
            <p:nvPr/>
          </p:nvSpPr>
          <p:spPr>
            <a:xfrm>
              <a:off x="7091925" y="1939350"/>
              <a:ext cx="6175" cy="6025"/>
            </a:xfrm>
            <a:custGeom>
              <a:avLst/>
              <a:gdLst/>
              <a:ahLst/>
              <a:cxnLst/>
              <a:rect l="l" t="t" r="r" b="b"/>
              <a:pathLst>
                <a:path w="247" h="241" extrusionOk="0">
                  <a:moveTo>
                    <a:pt x="124" y="0"/>
                  </a:moveTo>
                  <a:cubicBezTo>
                    <a:pt x="62" y="0"/>
                    <a:pt x="0" y="40"/>
                    <a:pt x="0" y="120"/>
                  </a:cubicBezTo>
                  <a:cubicBezTo>
                    <a:pt x="0" y="200"/>
                    <a:pt x="61" y="240"/>
                    <a:pt x="122" y="240"/>
                  </a:cubicBezTo>
                  <a:cubicBezTo>
                    <a:pt x="183" y="240"/>
                    <a:pt x="245" y="200"/>
                    <a:pt x="247" y="120"/>
                  </a:cubicBezTo>
                  <a:cubicBezTo>
                    <a:pt x="247" y="40"/>
                    <a:pt x="185" y="0"/>
                    <a:pt x="124"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481" name="Google Shape;6481;p24"/>
          <p:cNvGrpSpPr/>
          <p:nvPr/>
        </p:nvGrpSpPr>
        <p:grpSpPr>
          <a:xfrm rot="5400000" flipH="1">
            <a:off x="8131859" y="-1351434"/>
            <a:ext cx="2042571" cy="3457796"/>
            <a:chOff x="6699775" y="1851925"/>
            <a:chExt cx="697250" cy="1180350"/>
          </a:xfrm>
        </p:grpSpPr>
        <p:sp>
          <p:nvSpPr>
            <p:cNvPr id="6482" name="Google Shape;6482;p24"/>
            <p:cNvSpPr/>
            <p:nvPr/>
          </p:nvSpPr>
          <p:spPr>
            <a:xfrm>
              <a:off x="7058750" y="2146825"/>
              <a:ext cx="338275" cy="448000"/>
            </a:xfrm>
            <a:custGeom>
              <a:avLst/>
              <a:gdLst/>
              <a:ahLst/>
              <a:cxnLst/>
              <a:rect l="l" t="t" r="r" b="b"/>
              <a:pathLst>
                <a:path w="13531" h="17920" extrusionOk="0">
                  <a:moveTo>
                    <a:pt x="6705" y="1"/>
                  </a:moveTo>
                  <a:cubicBezTo>
                    <a:pt x="6038" y="1"/>
                    <a:pt x="5353" y="141"/>
                    <a:pt x="4674" y="445"/>
                  </a:cubicBezTo>
                  <a:cubicBezTo>
                    <a:pt x="3400" y="1014"/>
                    <a:pt x="2476" y="1973"/>
                    <a:pt x="1885" y="3129"/>
                  </a:cubicBezTo>
                  <a:lnTo>
                    <a:pt x="1885" y="3129"/>
                  </a:lnTo>
                  <a:cubicBezTo>
                    <a:pt x="1533" y="3558"/>
                    <a:pt x="1237" y="4038"/>
                    <a:pt x="1008" y="4553"/>
                  </a:cubicBezTo>
                  <a:cubicBezTo>
                    <a:pt x="0" y="6832"/>
                    <a:pt x="120" y="9554"/>
                    <a:pt x="659" y="11942"/>
                  </a:cubicBezTo>
                  <a:cubicBezTo>
                    <a:pt x="1204" y="14364"/>
                    <a:pt x="2459" y="16813"/>
                    <a:pt x="4950" y="17661"/>
                  </a:cubicBezTo>
                  <a:cubicBezTo>
                    <a:pt x="5471" y="17838"/>
                    <a:pt x="5987" y="17920"/>
                    <a:pt x="6489" y="17920"/>
                  </a:cubicBezTo>
                  <a:cubicBezTo>
                    <a:pt x="8300" y="17920"/>
                    <a:pt x="9939" y="16855"/>
                    <a:pt x="11012" y="15306"/>
                  </a:cubicBezTo>
                  <a:cubicBezTo>
                    <a:pt x="13384" y="11869"/>
                    <a:pt x="13531" y="5941"/>
                    <a:pt x="11125" y="2484"/>
                  </a:cubicBezTo>
                  <a:cubicBezTo>
                    <a:pt x="10058" y="953"/>
                    <a:pt x="8441" y="1"/>
                    <a:pt x="6705"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3" name="Google Shape;6483;p24"/>
            <p:cNvSpPr/>
            <p:nvPr/>
          </p:nvSpPr>
          <p:spPr>
            <a:xfrm>
              <a:off x="6740200" y="2466975"/>
              <a:ext cx="422700" cy="565300"/>
            </a:xfrm>
            <a:custGeom>
              <a:avLst/>
              <a:gdLst/>
              <a:ahLst/>
              <a:cxnLst/>
              <a:rect l="l" t="t" r="r" b="b"/>
              <a:pathLst>
                <a:path w="16908" h="22612" extrusionOk="0">
                  <a:moveTo>
                    <a:pt x="16593" y="0"/>
                  </a:moveTo>
                  <a:cubicBezTo>
                    <a:pt x="16590" y="0"/>
                    <a:pt x="16588" y="1"/>
                    <a:pt x="16585" y="1"/>
                  </a:cubicBezTo>
                  <a:lnTo>
                    <a:pt x="16585" y="5"/>
                  </a:lnTo>
                  <a:cubicBezTo>
                    <a:pt x="14658" y="301"/>
                    <a:pt x="12935" y="1575"/>
                    <a:pt x="11398" y="2703"/>
                  </a:cubicBezTo>
                  <a:cubicBezTo>
                    <a:pt x="8387" y="4915"/>
                    <a:pt x="5786" y="7633"/>
                    <a:pt x="3706" y="10737"/>
                  </a:cubicBezTo>
                  <a:cubicBezTo>
                    <a:pt x="2638" y="12327"/>
                    <a:pt x="1647" y="14034"/>
                    <a:pt x="958" y="15827"/>
                  </a:cubicBezTo>
                  <a:cubicBezTo>
                    <a:pt x="293" y="17547"/>
                    <a:pt x="0" y="19603"/>
                    <a:pt x="1171" y="21177"/>
                  </a:cubicBezTo>
                  <a:cubicBezTo>
                    <a:pt x="1640" y="21809"/>
                    <a:pt x="2306" y="22331"/>
                    <a:pt x="3077" y="22531"/>
                  </a:cubicBezTo>
                  <a:cubicBezTo>
                    <a:pt x="3290" y="22585"/>
                    <a:pt x="3502" y="22611"/>
                    <a:pt x="3711" y="22611"/>
                  </a:cubicBezTo>
                  <a:cubicBezTo>
                    <a:pt x="4296" y="22611"/>
                    <a:pt x="4863" y="22411"/>
                    <a:pt x="5370" y="22075"/>
                  </a:cubicBezTo>
                  <a:cubicBezTo>
                    <a:pt x="6135" y="21569"/>
                    <a:pt x="6800" y="20884"/>
                    <a:pt x="7449" y="20239"/>
                  </a:cubicBezTo>
                  <a:cubicBezTo>
                    <a:pt x="8118" y="19570"/>
                    <a:pt x="8760" y="18875"/>
                    <a:pt x="9375" y="18153"/>
                  </a:cubicBezTo>
                  <a:cubicBezTo>
                    <a:pt x="10600" y="16712"/>
                    <a:pt x="11701" y="15169"/>
                    <a:pt x="12666" y="13542"/>
                  </a:cubicBezTo>
                  <a:cubicBezTo>
                    <a:pt x="14582" y="10315"/>
                    <a:pt x="16066" y="6695"/>
                    <a:pt x="16741" y="2995"/>
                  </a:cubicBezTo>
                  <a:cubicBezTo>
                    <a:pt x="16824" y="2543"/>
                    <a:pt x="16877" y="2087"/>
                    <a:pt x="16904" y="1628"/>
                  </a:cubicBezTo>
                  <a:cubicBezTo>
                    <a:pt x="16908" y="1567"/>
                    <a:pt x="16857" y="1533"/>
                    <a:pt x="16806" y="1533"/>
                  </a:cubicBezTo>
                  <a:cubicBezTo>
                    <a:pt x="16765" y="1533"/>
                    <a:pt x="16724" y="1554"/>
                    <a:pt x="16711" y="1601"/>
                  </a:cubicBezTo>
                  <a:cubicBezTo>
                    <a:pt x="16222" y="3335"/>
                    <a:pt x="15886" y="5098"/>
                    <a:pt x="15307" y="6811"/>
                  </a:cubicBezTo>
                  <a:cubicBezTo>
                    <a:pt x="14722" y="8535"/>
                    <a:pt x="14003" y="10211"/>
                    <a:pt x="13155" y="11825"/>
                  </a:cubicBezTo>
                  <a:cubicBezTo>
                    <a:pt x="11494" y="14999"/>
                    <a:pt x="9349" y="17940"/>
                    <a:pt x="6790" y="20445"/>
                  </a:cubicBezTo>
                  <a:cubicBezTo>
                    <a:pt x="6135" y="21087"/>
                    <a:pt x="5443" y="21829"/>
                    <a:pt x="4571" y="22172"/>
                  </a:cubicBezTo>
                  <a:cubicBezTo>
                    <a:pt x="4295" y="22279"/>
                    <a:pt x="4012" y="22329"/>
                    <a:pt x="3732" y="22329"/>
                  </a:cubicBezTo>
                  <a:cubicBezTo>
                    <a:pt x="3188" y="22329"/>
                    <a:pt x="2651" y="22141"/>
                    <a:pt x="2186" y="21816"/>
                  </a:cubicBezTo>
                  <a:cubicBezTo>
                    <a:pt x="492" y="20631"/>
                    <a:pt x="366" y="18492"/>
                    <a:pt x="918" y="16666"/>
                  </a:cubicBezTo>
                  <a:cubicBezTo>
                    <a:pt x="1461" y="14876"/>
                    <a:pt x="2439" y="13179"/>
                    <a:pt x="3433" y="11605"/>
                  </a:cubicBezTo>
                  <a:cubicBezTo>
                    <a:pt x="5466" y="8398"/>
                    <a:pt x="8044" y="5570"/>
                    <a:pt x="11055" y="3255"/>
                  </a:cubicBezTo>
                  <a:cubicBezTo>
                    <a:pt x="11864" y="2633"/>
                    <a:pt x="12705" y="2051"/>
                    <a:pt x="13574" y="1508"/>
                  </a:cubicBezTo>
                  <a:cubicBezTo>
                    <a:pt x="14525" y="919"/>
                    <a:pt x="15503" y="334"/>
                    <a:pt x="16608" y="94"/>
                  </a:cubicBezTo>
                  <a:cubicBezTo>
                    <a:pt x="16665" y="82"/>
                    <a:pt x="16644" y="0"/>
                    <a:pt x="1659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4" name="Google Shape;6484;p24"/>
            <p:cNvSpPr/>
            <p:nvPr/>
          </p:nvSpPr>
          <p:spPr>
            <a:xfrm>
              <a:off x="6699775" y="2329000"/>
              <a:ext cx="431150" cy="208625"/>
            </a:xfrm>
            <a:custGeom>
              <a:avLst/>
              <a:gdLst/>
              <a:ahLst/>
              <a:cxnLst/>
              <a:rect l="l" t="t" r="r" b="b"/>
              <a:pathLst>
                <a:path w="17246" h="8345" extrusionOk="0">
                  <a:moveTo>
                    <a:pt x="7358" y="0"/>
                  </a:moveTo>
                  <a:cubicBezTo>
                    <a:pt x="5172" y="0"/>
                    <a:pt x="2879" y="511"/>
                    <a:pt x="1314" y="2114"/>
                  </a:cubicBezTo>
                  <a:cubicBezTo>
                    <a:pt x="556" y="2889"/>
                    <a:pt x="0" y="3967"/>
                    <a:pt x="43" y="5071"/>
                  </a:cubicBezTo>
                  <a:cubicBezTo>
                    <a:pt x="87" y="6142"/>
                    <a:pt x="735" y="7044"/>
                    <a:pt x="1627" y="7593"/>
                  </a:cubicBezTo>
                  <a:cubicBezTo>
                    <a:pt x="2625" y="8210"/>
                    <a:pt x="3823" y="8344"/>
                    <a:pt x="4977" y="8344"/>
                  </a:cubicBezTo>
                  <a:cubicBezTo>
                    <a:pt x="5081" y="8344"/>
                    <a:pt x="5184" y="8343"/>
                    <a:pt x="5287" y="8341"/>
                  </a:cubicBezTo>
                  <a:cubicBezTo>
                    <a:pt x="6544" y="8315"/>
                    <a:pt x="7795" y="8152"/>
                    <a:pt x="9019" y="7852"/>
                  </a:cubicBezTo>
                  <a:cubicBezTo>
                    <a:pt x="11731" y="7197"/>
                    <a:pt x="14369" y="5916"/>
                    <a:pt x="16405" y="3990"/>
                  </a:cubicBezTo>
                  <a:cubicBezTo>
                    <a:pt x="16440" y="3957"/>
                    <a:pt x="16409" y="3896"/>
                    <a:pt x="16370" y="3896"/>
                  </a:cubicBezTo>
                  <a:cubicBezTo>
                    <a:pt x="16361" y="3896"/>
                    <a:pt x="16351" y="3899"/>
                    <a:pt x="16342" y="3907"/>
                  </a:cubicBezTo>
                  <a:lnTo>
                    <a:pt x="16342" y="3903"/>
                  </a:lnTo>
                  <a:cubicBezTo>
                    <a:pt x="14466" y="5334"/>
                    <a:pt x="12406" y="6495"/>
                    <a:pt x="10147" y="7194"/>
                  </a:cubicBezTo>
                  <a:cubicBezTo>
                    <a:pt x="9009" y="7546"/>
                    <a:pt x="7842" y="7783"/>
                    <a:pt x="6661" y="7899"/>
                  </a:cubicBezTo>
                  <a:cubicBezTo>
                    <a:pt x="6100" y="7953"/>
                    <a:pt x="5523" y="7996"/>
                    <a:pt x="4947" y="7996"/>
                  </a:cubicBezTo>
                  <a:cubicBezTo>
                    <a:pt x="4280" y="7996"/>
                    <a:pt x="3615" y="7938"/>
                    <a:pt x="2978" y="7773"/>
                  </a:cubicBezTo>
                  <a:cubicBezTo>
                    <a:pt x="1920" y="7496"/>
                    <a:pt x="865" y="6814"/>
                    <a:pt x="519" y="5727"/>
                  </a:cubicBezTo>
                  <a:cubicBezTo>
                    <a:pt x="170" y="4635"/>
                    <a:pt x="639" y="3438"/>
                    <a:pt x="1351" y="2596"/>
                  </a:cubicBezTo>
                  <a:cubicBezTo>
                    <a:pt x="2808" y="871"/>
                    <a:pt x="5178" y="337"/>
                    <a:pt x="7361" y="337"/>
                  </a:cubicBezTo>
                  <a:cubicBezTo>
                    <a:pt x="7565" y="337"/>
                    <a:pt x="7768" y="341"/>
                    <a:pt x="7968" y="350"/>
                  </a:cubicBezTo>
                  <a:cubicBezTo>
                    <a:pt x="9525" y="420"/>
                    <a:pt x="11069" y="693"/>
                    <a:pt x="12599" y="949"/>
                  </a:cubicBezTo>
                  <a:cubicBezTo>
                    <a:pt x="13361" y="1076"/>
                    <a:pt x="14123" y="1209"/>
                    <a:pt x="14885" y="1348"/>
                  </a:cubicBezTo>
                  <a:cubicBezTo>
                    <a:pt x="15630" y="1485"/>
                    <a:pt x="16382" y="1668"/>
                    <a:pt x="17137" y="1691"/>
                  </a:cubicBezTo>
                  <a:cubicBezTo>
                    <a:pt x="17138" y="1691"/>
                    <a:pt x="17139" y="1691"/>
                    <a:pt x="17141" y="1691"/>
                  </a:cubicBezTo>
                  <a:cubicBezTo>
                    <a:pt x="17237" y="1691"/>
                    <a:pt x="17246" y="1558"/>
                    <a:pt x="17164" y="1528"/>
                  </a:cubicBezTo>
                  <a:cubicBezTo>
                    <a:pt x="16442" y="1255"/>
                    <a:pt x="15667" y="1149"/>
                    <a:pt x="14908" y="1009"/>
                  </a:cubicBezTo>
                  <a:cubicBezTo>
                    <a:pt x="14173" y="876"/>
                    <a:pt x="13434" y="746"/>
                    <a:pt x="12692" y="623"/>
                  </a:cubicBezTo>
                  <a:cubicBezTo>
                    <a:pt x="11238" y="380"/>
                    <a:pt x="9778" y="124"/>
                    <a:pt x="8304" y="31"/>
                  </a:cubicBezTo>
                  <a:cubicBezTo>
                    <a:pt x="7993" y="11"/>
                    <a:pt x="7676" y="0"/>
                    <a:pt x="735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5" name="Google Shape;6485;p24"/>
            <p:cNvSpPr/>
            <p:nvPr/>
          </p:nvSpPr>
          <p:spPr>
            <a:xfrm>
              <a:off x="6772450" y="2037250"/>
              <a:ext cx="409575" cy="325700"/>
            </a:xfrm>
            <a:custGeom>
              <a:avLst/>
              <a:gdLst/>
              <a:ahLst/>
              <a:cxnLst/>
              <a:rect l="l" t="t" r="r" b="b"/>
              <a:pathLst>
                <a:path w="16383" h="13028" extrusionOk="0">
                  <a:moveTo>
                    <a:pt x="4832" y="1"/>
                  </a:moveTo>
                  <a:cubicBezTo>
                    <a:pt x="4410" y="1"/>
                    <a:pt x="3983" y="50"/>
                    <a:pt x="3554" y="157"/>
                  </a:cubicBezTo>
                  <a:cubicBezTo>
                    <a:pt x="1621" y="639"/>
                    <a:pt x="1" y="2668"/>
                    <a:pt x="553" y="4718"/>
                  </a:cubicBezTo>
                  <a:cubicBezTo>
                    <a:pt x="859" y="5856"/>
                    <a:pt x="1841" y="6597"/>
                    <a:pt x="2742" y="7266"/>
                  </a:cubicBezTo>
                  <a:cubicBezTo>
                    <a:pt x="3833" y="8071"/>
                    <a:pt x="4965" y="8820"/>
                    <a:pt x="6136" y="9502"/>
                  </a:cubicBezTo>
                  <a:cubicBezTo>
                    <a:pt x="8771" y="11039"/>
                    <a:pt x="11595" y="12223"/>
                    <a:pt x="14539" y="13025"/>
                  </a:cubicBezTo>
                  <a:cubicBezTo>
                    <a:pt x="14546" y="13027"/>
                    <a:pt x="14553" y="13028"/>
                    <a:pt x="14559" y="13028"/>
                  </a:cubicBezTo>
                  <a:cubicBezTo>
                    <a:pt x="14627" y="13028"/>
                    <a:pt x="14649" y="12920"/>
                    <a:pt x="14573" y="12899"/>
                  </a:cubicBezTo>
                  <a:cubicBezTo>
                    <a:pt x="12147" y="12107"/>
                    <a:pt x="9779" y="11102"/>
                    <a:pt x="7540" y="9868"/>
                  </a:cubicBezTo>
                  <a:cubicBezTo>
                    <a:pt x="6425" y="9252"/>
                    <a:pt x="5331" y="8600"/>
                    <a:pt x="4276" y="7882"/>
                  </a:cubicBezTo>
                  <a:cubicBezTo>
                    <a:pt x="3298" y="7216"/>
                    <a:pt x="2170" y="6531"/>
                    <a:pt x="1435" y="5586"/>
                  </a:cubicBezTo>
                  <a:cubicBezTo>
                    <a:pt x="41" y="3793"/>
                    <a:pt x="1375" y="1278"/>
                    <a:pt x="3334" y="622"/>
                  </a:cubicBezTo>
                  <a:cubicBezTo>
                    <a:pt x="3839" y="454"/>
                    <a:pt x="4345" y="379"/>
                    <a:pt x="4845" y="379"/>
                  </a:cubicBezTo>
                  <a:cubicBezTo>
                    <a:pt x="6789" y="379"/>
                    <a:pt x="8655" y="1519"/>
                    <a:pt x="10081" y="2791"/>
                  </a:cubicBezTo>
                  <a:cubicBezTo>
                    <a:pt x="12061" y="4558"/>
                    <a:pt x="13731" y="7023"/>
                    <a:pt x="16283" y="8005"/>
                  </a:cubicBezTo>
                  <a:cubicBezTo>
                    <a:pt x="16291" y="8008"/>
                    <a:pt x="16298" y="8009"/>
                    <a:pt x="16305" y="8009"/>
                  </a:cubicBezTo>
                  <a:cubicBezTo>
                    <a:pt x="16360" y="8009"/>
                    <a:pt x="16383" y="7924"/>
                    <a:pt x="16333" y="7892"/>
                  </a:cubicBezTo>
                  <a:cubicBezTo>
                    <a:pt x="15181" y="7150"/>
                    <a:pt x="14137" y="6285"/>
                    <a:pt x="13162" y="5327"/>
                  </a:cubicBezTo>
                  <a:cubicBezTo>
                    <a:pt x="12217" y="4398"/>
                    <a:pt x="11332" y="3414"/>
                    <a:pt x="10348" y="2532"/>
                  </a:cubicBezTo>
                  <a:cubicBezTo>
                    <a:pt x="8834" y="1176"/>
                    <a:pt x="6894" y="1"/>
                    <a:pt x="483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6" name="Google Shape;6486;p24"/>
            <p:cNvSpPr/>
            <p:nvPr/>
          </p:nvSpPr>
          <p:spPr>
            <a:xfrm>
              <a:off x="6980725" y="1851925"/>
              <a:ext cx="200800" cy="465525"/>
            </a:xfrm>
            <a:custGeom>
              <a:avLst/>
              <a:gdLst/>
              <a:ahLst/>
              <a:cxnLst/>
              <a:rect l="l" t="t" r="r" b="b"/>
              <a:pathLst>
                <a:path w="8032" h="18621" extrusionOk="0">
                  <a:moveTo>
                    <a:pt x="3742" y="356"/>
                  </a:moveTo>
                  <a:cubicBezTo>
                    <a:pt x="4730" y="356"/>
                    <a:pt x="5598" y="1049"/>
                    <a:pt x="6168" y="1827"/>
                  </a:cubicBezTo>
                  <a:cubicBezTo>
                    <a:pt x="7662" y="3863"/>
                    <a:pt x="7669" y="6708"/>
                    <a:pt x="7672" y="9127"/>
                  </a:cubicBezTo>
                  <a:cubicBezTo>
                    <a:pt x="7675" y="11298"/>
                    <a:pt x="7599" y="13470"/>
                    <a:pt x="7549" y="15643"/>
                  </a:cubicBezTo>
                  <a:lnTo>
                    <a:pt x="7549" y="15643"/>
                  </a:lnTo>
                  <a:cubicBezTo>
                    <a:pt x="7548" y="15631"/>
                    <a:pt x="7543" y="15619"/>
                    <a:pt x="7533" y="15607"/>
                  </a:cubicBezTo>
                  <a:cubicBezTo>
                    <a:pt x="5852" y="13731"/>
                    <a:pt x="4532" y="11559"/>
                    <a:pt x="3361" y="9336"/>
                  </a:cubicBezTo>
                  <a:cubicBezTo>
                    <a:pt x="2772" y="8222"/>
                    <a:pt x="2166" y="7094"/>
                    <a:pt x="1697" y="5926"/>
                  </a:cubicBezTo>
                  <a:cubicBezTo>
                    <a:pt x="1255" y="4822"/>
                    <a:pt x="965" y="3581"/>
                    <a:pt x="1335" y="2416"/>
                  </a:cubicBezTo>
                  <a:cubicBezTo>
                    <a:pt x="1631" y="1481"/>
                    <a:pt x="2336" y="586"/>
                    <a:pt x="3344" y="393"/>
                  </a:cubicBezTo>
                  <a:cubicBezTo>
                    <a:pt x="3478" y="368"/>
                    <a:pt x="3611" y="356"/>
                    <a:pt x="3742" y="356"/>
                  </a:cubicBezTo>
                  <a:close/>
                  <a:moveTo>
                    <a:pt x="3741" y="0"/>
                  </a:moveTo>
                  <a:cubicBezTo>
                    <a:pt x="2794" y="0"/>
                    <a:pt x="1966" y="558"/>
                    <a:pt x="1451" y="1338"/>
                  </a:cubicBezTo>
                  <a:cubicBezTo>
                    <a:pt x="0" y="3521"/>
                    <a:pt x="1335" y="6112"/>
                    <a:pt x="2389" y="8142"/>
                  </a:cubicBezTo>
                  <a:cubicBezTo>
                    <a:pt x="3793" y="10843"/>
                    <a:pt x="5347" y="13468"/>
                    <a:pt x="7436" y="15701"/>
                  </a:cubicBezTo>
                  <a:cubicBezTo>
                    <a:pt x="7450" y="15715"/>
                    <a:pt x="7466" y="15722"/>
                    <a:pt x="7481" y="15722"/>
                  </a:cubicBezTo>
                  <a:cubicBezTo>
                    <a:pt x="7514" y="15722"/>
                    <a:pt x="7543" y="15694"/>
                    <a:pt x="7549" y="15662"/>
                  </a:cubicBezTo>
                  <a:lnTo>
                    <a:pt x="7549" y="15662"/>
                  </a:lnTo>
                  <a:cubicBezTo>
                    <a:pt x="7528" y="16618"/>
                    <a:pt x="7511" y="17575"/>
                    <a:pt x="7509" y="18532"/>
                  </a:cubicBezTo>
                  <a:cubicBezTo>
                    <a:pt x="7509" y="18591"/>
                    <a:pt x="7552" y="18620"/>
                    <a:pt x="7596" y="18620"/>
                  </a:cubicBezTo>
                  <a:cubicBezTo>
                    <a:pt x="7641" y="18620"/>
                    <a:pt x="7687" y="18590"/>
                    <a:pt x="7692" y="18532"/>
                  </a:cubicBezTo>
                  <a:cubicBezTo>
                    <a:pt x="8005" y="15478"/>
                    <a:pt x="8015" y="12387"/>
                    <a:pt x="8015" y="9320"/>
                  </a:cubicBezTo>
                  <a:cubicBezTo>
                    <a:pt x="8015" y="6768"/>
                    <a:pt x="8032" y="3757"/>
                    <a:pt x="6441" y="1608"/>
                  </a:cubicBezTo>
                  <a:cubicBezTo>
                    <a:pt x="5839" y="793"/>
                    <a:pt x="4974" y="87"/>
                    <a:pt x="3929" y="8"/>
                  </a:cubicBezTo>
                  <a:cubicBezTo>
                    <a:pt x="3866" y="3"/>
                    <a:pt x="3803" y="0"/>
                    <a:pt x="3741"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7" name="Google Shape;6487;p24"/>
            <p:cNvSpPr/>
            <p:nvPr/>
          </p:nvSpPr>
          <p:spPr>
            <a:xfrm>
              <a:off x="7074200" y="2519625"/>
              <a:ext cx="165225" cy="466775"/>
            </a:xfrm>
            <a:custGeom>
              <a:avLst/>
              <a:gdLst/>
              <a:ahLst/>
              <a:cxnLst/>
              <a:rect l="l" t="t" r="r" b="b"/>
              <a:pathLst>
                <a:path w="6609" h="18671" extrusionOk="0">
                  <a:moveTo>
                    <a:pt x="5513" y="0"/>
                  </a:moveTo>
                  <a:cubicBezTo>
                    <a:pt x="5445" y="0"/>
                    <a:pt x="5374" y="58"/>
                    <a:pt x="5390" y="148"/>
                  </a:cubicBezTo>
                  <a:cubicBezTo>
                    <a:pt x="5816" y="2543"/>
                    <a:pt x="6036" y="4982"/>
                    <a:pt x="5903" y="7413"/>
                  </a:cubicBezTo>
                  <a:cubicBezTo>
                    <a:pt x="5763" y="9845"/>
                    <a:pt x="5287" y="12241"/>
                    <a:pt x="4485" y="14540"/>
                  </a:cubicBezTo>
                  <a:cubicBezTo>
                    <a:pt x="4279" y="15125"/>
                    <a:pt x="4053" y="15704"/>
                    <a:pt x="3803" y="16273"/>
                  </a:cubicBezTo>
                  <a:cubicBezTo>
                    <a:pt x="3584" y="16775"/>
                    <a:pt x="3374" y="17314"/>
                    <a:pt x="3018" y="17740"/>
                  </a:cubicBezTo>
                  <a:cubicBezTo>
                    <a:pt x="2782" y="18022"/>
                    <a:pt x="2479" y="18220"/>
                    <a:pt x="2166" y="18220"/>
                  </a:cubicBezTo>
                  <a:cubicBezTo>
                    <a:pt x="1976" y="18220"/>
                    <a:pt x="1782" y="18147"/>
                    <a:pt x="1598" y="17976"/>
                  </a:cubicBezTo>
                  <a:cubicBezTo>
                    <a:pt x="1185" y="17600"/>
                    <a:pt x="919" y="17022"/>
                    <a:pt x="756" y="16496"/>
                  </a:cubicBezTo>
                  <a:cubicBezTo>
                    <a:pt x="413" y="15405"/>
                    <a:pt x="447" y="14220"/>
                    <a:pt x="613" y="13099"/>
                  </a:cubicBezTo>
                  <a:cubicBezTo>
                    <a:pt x="799" y="11848"/>
                    <a:pt x="1129" y="10617"/>
                    <a:pt x="1511" y="9416"/>
                  </a:cubicBezTo>
                  <a:cubicBezTo>
                    <a:pt x="2423" y="6545"/>
                    <a:pt x="3564" y="3741"/>
                    <a:pt x="4612" y="919"/>
                  </a:cubicBezTo>
                  <a:cubicBezTo>
                    <a:pt x="4636" y="859"/>
                    <a:pt x="4587" y="820"/>
                    <a:pt x="4536" y="820"/>
                  </a:cubicBezTo>
                  <a:cubicBezTo>
                    <a:pt x="4503" y="820"/>
                    <a:pt x="4468" y="837"/>
                    <a:pt x="4452" y="876"/>
                  </a:cubicBezTo>
                  <a:cubicBezTo>
                    <a:pt x="3371" y="3574"/>
                    <a:pt x="2207" y="6259"/>
                    <a:pt x="1268" y="9014"/>
                  </a:cubicBezTo>
                  <a:cubicBezTo>
                    <a:pt x="823" y="10328"/>
                    <a:pt x="433" y="11675"/>
                    <a:pt x="224" y="13046"/>
                  </a:cubicBezTo>
                  <a:cubicBezTo>
                    <a:pt x="51" y="14187"/>
                    <a:pt x="1" y="15378"/>
                    <a:pt x="320" y="16499"/>
                  </a:cubicBezTo>
                  <a:cubicBezTo>
                    <a:pt x="562" y="17344"/>
                    <a:pt x="1149" y="18671"/>
                    <a:pt x="2188" y="18671"/>
                  </a:cubicBezTo>
                  <a:cubicBezTo>
                    <a:pt x="2238" y="18671"/>
                    <a:pt x="2288" y="18668"/>
                    <a:pt x="2340" y="18662"/>
                  </a:cubicBezTo>
                  <a:cubicBezTo>
                    <a:pt x="3414" y="18529"/>
                    <a:pt x="3930" y="17211"/>
                    <a:pt x="4303" y="16359"/>
                  </a:cubicBezTo>
                  <a:cubicBezTo>
                    <a:pt x="5337" y="13974"/>
                    <a:pt x="6009" y="11446"/>
                    <a:pt x="6289" y="8861"/>
                  </a:cubicBezTo>
                  <a:cubicBezTo>
                    <a:pt x="6608" y="5930"/>
                    <a:pt x="6458" y="2922"/>
                    <a:pt x="5620" y="84"/>
                  </a:cubicBezTo>
                  <a:cubicBezTo>
                    <a:pt x="5603" y="26"/>
                    <a:pt x="5558" y="0"/>
                    <a:pt x="551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8" name="Google Shape;6488;p24"/>
            <p:cNvSpPr/>
            <p:nvPr/>
          </p:nvSpPr>
          <p:spPr>
            <a:xfrm>
              <a:off x="6861950" y="2878175"/>
              <a:ext cx="21900" cy="17125"/>
            </a:xfrm>
            <a:custGeom>
              <a:avLst/>
              <a:gdLst/>
              <a:ahLst/>
              <a:cxnLst/>
              <a:rect l="l" t="t" r="r" b="b"/>
              <a:pathLst>
                <a:path w="876" h="685" extrusionOk="0">
                  <a:moveTo>
                    <a:pt x="356" y="0"/>
                  </a:moveTo>
                  <a:cubicBezTo>
                    <a:pt x="280" y="0"/>
                    <a:pt x="186" y="49"/>
                    <a:pt x="134" y="101"/>
                  </a:cubicBezTo>
                  <a:cubicBezTo>
                    <a:pt x="1" y="234"/>
                    <a:pt x="1" y="451"/>
                    <a:pt x="130" y="584"/>
                  </a:cubicBezTo>
                  <a:cubicBezTo>
                    <a:pt x="188" y="636"/>
                    <a:pt x="269" y="685"/>
                    <a:pt x="351" y="685"/>
                  </a:cubicBezTo>
                  <a:cubicBezTo>
                    <a:pt x="358" y="685"/>
                    <a:pt x="366" y="684"/>
                    <a:pt x="373" y="683"/>
                  </a:cubicBezTo>
                  <a:cubicBezTo>
                    <a:pt x="436" y="677"/>
                    <a:pt x="500" y="670"/>
                    <a:pt x="566" y="663"/>
                  </a:cubicBezTo>
                  <a:cubicBezTo>
                    <a:pt x="716" y="643"/>
                    <a:pt x="876" y="514"/>
                    <a:pt x="869" y="347"/>
                  </a:cubicBezTo>
                  <a:cubicBezTo>
                    <a:pt x="862" y="198"/>
                    <a:pt x="756" y="71"/>
                    <a:pt x="613" y="35"/>
                  </a:cubicBezTo>
                  <a:cubicBezTo>
                    <a:pt x="536" y="18"/>
                    <a:pt x="456" y="8"/>
                    <a:pt x="377" y="1"/>
                  </a:cubicBezTo>
                  <a:cubicBezTo>
                    <a:pt x="370" y="1"/>
                    <a:pt x="363" y="0"/>
                    <a:pt x="35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9" name="Google Shape;6489;p24"/>
            <p:cNvSpPr/>
            <p:nvPr/>
          </p:nvSpPr>
          <p:spPr>
            <a:xfrm>
              <a:off x="6893150" y="2909575"/>
              <a:ext cx="16325" cy="15825"/>
            </a:xfrm>
            <a:custGeom>
              <a:avLst/>
              <a:gdLst/>
              <a:ahLst/>
              <a:cxnLst/>
              <a:rect l="l" t="t" r="r" b="b"/>
              <a:pathLst>
                <a:path w="653" h="633" extrusionOk="0">
                  <a:moveTo>
                    <a:pt x="348" y="0"/>
                  </a:moveTo>
                  <a:cubicBezTo>
                    <a:pt x="332" y="0"/>
                    <a:pt x="315" y="2"/>
                    <a:pt x="300" y="6"/>
                  </a:cubicBezTo>
                  <a:cubicBezTo>
                    <a:pt x="270" y="6"/>
                    <a:pt x="243" y="13"/>
                    <a:pt x="220" y="26"/>
                  </a:cubicBezTo>
                  <a:cubicBezTo>
                    <a:pt x="180" y="40"/>
                    <a:pt x="143" y="63"/>
                    <a:pt x="117" y="93"/>
                  </a:cubicBezTo>
                  <a:cubicBezTo>
                    <a:pt x="107" y="99"/>
                    <a:pt x="100" y="106"/>
                    <a:pt x="90" y="113"/>
                  </a:cubicBezTo>
                  <a:cubicBezTo>
                    <a:pt x="70" y="129"/>
                    <a:pt x="53" y="153"/>
                    <a:pt x="40" y="176"/>
                  </a:cubicBezTo>
                  <a:cubicBezTo>
                    <a:pt x="14" y="219"/>
                    <a:pt x="0" y="266"/>
                    <a:pt x="0" y="316"/>
                  </a:cubicBezTo>
                  <a:cubicBezTo>
                    <a:pt x="4" y="362"/>
                    <a:pt x="14" y="409"/>
                    <a:pt x="37" y="452"/>
                  </a:cubicBezTo>
                  <a:cubicBezTo>
                    <a:pt x="50" y="475"/>
                    <a:pt x="67" y="499"/>
                    <a:pt x="83" y="515"/>
                  </a:cubicBezTo>
                  <a:cubicBezTo>
                    <a:pt x="93" y="525"/>
                    <a:pt x="103" y="532"/>
                    <a:pt x="113" y="539"/>
                  </a:cubicBezTo>
                  <a:lnTo>
                    <a:pt x="177" y="588"/>
                  </a:lnTo>
                  <a:lnTo>
                    <a:pt x="253" y="622"/>
                  </a:lnTo>
                  <a:cubicBezTo>
                    <a:pt x="276" y="630"/>
                    <a:pt x="301" y="633"/>
                    <a:pt x="325" y="633"/>
                  </a:cubicBezTo>
                  <a:cubicBezTo>
                    <a:pt x="342" y="633"/>
                    <a:pt x="360" y="631"/>
                    <a:pt x="376" y="628"/>
                  </a:cubicBezTo>
                  <a:cubicBezTo>
                    <a:pt x="406" y="628"/>
                    <a:pt x="433" y="622"/>
                    <a:pt x="456" y="605"/>
                  </a:cubicBezTo>
                  <a:cubicBezTo>
                    <a:pt x="483" y="598"/>
                    <a:pt x="506" y="585"/>
                    <a:pt x="526" y="565"/>
                  </a:cubicBezTo>
                  <a:cubicBezTo>
                    <a:pt x="549" y="552"/>
                    <a:pt x="569" y="532"/>
                    <a:pt x="582" y="509"/>
                  </a:cubicBezTo>
                  <a:cubicBezTo>
                    <a:pt x="629" y="455"/>
                    <a:pt x="652" y="389"/>
                    <a:pt x="652" y="319"/>
                  </a:cubicBezTo>
                  <a:cubicBezTo>
                    <a:pt x="652" y="262"/>
                    <a:pt x="636" y="209"/>
                    <a:pt x="612" y="159"/>
                  </a:cubicBezTo>
                  <a:cubicBezTo>
                    <a:pt x="582" y="113"/>
                    <a:pt x="546" y="73"/>
                    <a:pt x="499" y="46"/>
                  </a:cubicBezTo>
                  <a:lnTo>
                    <a:pt x="423" y="13"/>
                  </a:lnTo>
                  <a:cubicBezTo>
                    <a:pt x="399" y="5"/>
                    <a:pt x="373" y="0"/>
                    <a:pt x="34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0" name="Google Shape;6490;p24"/>
            <p:cNvSpPr/>
            <p:nvPr/>
          </p:nvSpPr>
          <p:spPr>
            <a:xfrm>
              <a:off x="6845325" y="2953025"/>
              <a:ext cx="24550" cy="27500"/>
            </a:xfrm>
            <a:custGeom>
              <a:avLst/>
              <a:gdLst/>
              <a:ahLst/>
              <a:cxnLst/>
              <a:rect l="l" t="t" r="r" b="b"/>
              <a:pathLst>
                <a:path w="982" h="1100" extrusionOk="0">
                  <a:moveTo>
                    <a:pt x="622" y="1"/>
                  </a:moveTo>
                  <a:cubicBezTo>
                    <a:pt x="580" y="1"/>
                    <a:pt x="537" y="13"/>
                    <a:pt x="499" y="42"/>
                  </a:cubicBezTo>
                  <a:cubicBezTo>
                    <a:pt x="389" y="121"/>
                    <a:pt x="283" y="211"/>
                    <a:pt x="183" y="308"/>
                  </a:cubicBezTo>
                  <a:cubicBezTo>
                    <a:pt x="0" y="484"/>
                    <a:pt x="0" y="780"/>
                    <a:pt x="180" y="960"/>
                  </a:cubicBezTo>
                  <a:cubicBezTo>
                    <a:pt x="271" y="1052"/>
                    <a:pt x="391" y="1099"/>
                    <a:pt x="511" y="1099"/>
                  </a:cubicBezTo>
                  <a:cubicBezTo>
                    <a:pt x="628" y="1099"/>
                    <a:pt x="745" y="1055"/>
                    <a:pt x="835" y="966"/>
                  </a:cubicBezTo>
                  <a:cubicBezTo>
                    <a:pt x="962" y="843"/>
                    <a:pt x="982" y="687"/>
                    <a:pt x="958" y="517"/>
                  </a:cubicBezTo>
                  <a:cubicBezTo>
                    <a:pt x="942" y="411"/>
                    <a:pt x="918" y="304"/>
                    <a:pt x="885" y="201"/>
                  </a:cubicBezTo>
                  <a:cubicBezTo>
                    <a:pt x="853" y="94"/>
                    <a:pt x="738" y="1"/>
                    <a:pt x="62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1" name="Google Shape;6491;p24"/>
            <p:cNvSpPr/>
            <p:nvPr/>
          </p:nvSpPr>
          <p:spPr>
            <a:xfrm>
              <a:off x="7123700" y="2872175"/>
              <a:ext cx="20325" cy="20600"/>
            </a:xfrm>
            <a:custGeom>
              <a:avLst/>
              <a:gdLst/>
              <a:ahLst/>
              <a:cxnLst/>
              <a:rect l="l" t="t" r="r" b="b"/>
              <a:pathLst>
                <a:path w="813" h="824" extrusionOk="0">
                  <a:moveTo>
                    <a:pt x="405" y="0"/>
                  </a:moveTo>
                  <a:cubicBezTo>
                    <a:pt x="344" y="0"/>
                    <a:pt x="283" y="16"/>
                    <a:pt x="230" y="48"/>
                  </a:cubicBezTo>
                  <a:lnTo>
                    <a:pt x="203" y="65"/>
                  </a:lnTo>
                  <a:cubicBezTo>
                    <a:pt x="157" y="88"/>
                    <a:pt x="120" y="125"/>
                    <a:pt x="90" y="168"/>
                  </a:cubicBezTo>
                  <a:cubicBezTo>
                    <a:pt x="64" y="195"/>
                    <a:pt x="47" y="225"/>
                    <a:pt x="37" y="258"/>
                  </a:cubicBezTo>
                  <a:cubicBezTo>
                    <a:pt x="10" y="305"/>
                    <a:pt x="0" y="361"/>
                    <a:pt x="0" y="414"/>
                  </a:cubicBezTo>
                  <a:lnTo>
                    <a:pt x="14" y="521"/>
                  </a:lnTo>
                  <a:cubicBezTo>
                    <a:pt x="27" y="554"/>
                    <a:pt x="40" y="587"/>
                    <a:pt x="57" y="621"/>
                  </a:cubicBezTo>
                  <a:cubicBezTo>
                    <a:pt x="80" y="664"/>
                    <a:pt x="113" y="704"/>
                    <a:pt x="157" y="734"/>
                  </a:cubicBezTo>
                  <a:cubicBezTo>
                    <a:pt x="180" y="757"/>
                    <a:pt x="210" y="777"/>
                    <a:pt x="247" y="787"/>
                  </a:cubicBezTo>
                  <a:cubicBezTo>
                    <a:pt x="293" y="810"/>
                    <a:pt x="346" y="824"/>
                    <a:pt x="403" y="824"/>
                  </a:cubicBezTo>
                  <a:lnTo>
                    <a:pt x="509" y="807"/>
                  </a:lnTo>
                  <a:lnTo>
                    <a:pt x="606" y="767"/>
                  </a:lnTo>
                  <a:cubicBezTo>
                    <a:pt x="652" y="744"/>
                    <a:pt x="692" y="707"/>
                    <a:pt x="722" y="664"/>
                  </a:cubicBezTo>
                  <a:cubicBezTo>
                    <a:pt x="746" y="637"/>
                    <a:pt x="766" y="607"/>
                    <a:pt x="776" y="574"/>
                  </a:cubicBezTo>
                  <a:cubicBezTo>
                    <a:pt x="799" y="528"/>
                    <a:pt x="812" y="474"/>
                    <a:pt x="809" y="418"/>
                  </a:cubicBezTo>
                  <a:lnTo>
                    <a:pt x="795" y="311"/>
                  </a:lnTo>
                  <a:cubicBezTo>
                    <a:pt x="782" y="278"/>
                    <a:pt x="769" y="245"/>
                    <a:pt x="756" y="215"/>
                  </a:cubicBezTo>
                  <a:cubicBezTo>
                    <a:pt x="722" y="155"/>
                    <a:pt x="672" y="105"/>
                    <a:pt x="612" y="68"/>
                  </a:cubicBezTo>
                  <a:lnTo>
                    <a:pt x="589" y="52"/>
                  </a:lnTo>
                  <a:cubicBezTo>
                    <a:pt x="533" y="18"/>
                    <a:pt x="469" y="0"/>
                    <a:pt x="405"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2" name="Google Shape;6492;p24"/>
            <p:cNvSpPr/>
            <p:nvPr/>
          </p:nvSpPr>
          <p:spPr>
            <a:xfrm>
              <a:off x="6856300" y="2073175"/>
              <a:ext cx="28300" cy="27975"/>
            </a:xfrm>
            <a:custGeom>
              <a:avLst/>
              <a:gdLst/>
              <a:ahLst/>
              <a:cxnLst/>
              <a:rect l="l" t="t" r="r" b="b"/>
              <a:pathLst>
                <a:path w="1132" h="1119" extrusionOk="0">
                  <a:moveTo>
                    <a:pt x="746" y="0"/>
                  </a:moveTo>
                  <a:cubicBezTo>
                    <a:pt x="553" y="0"/>
                    <a:pt x="385" y="170"/>
                    <a:pt x="233" y="277"/>
                  </a:cubicBezTo>
                  <a:cubicBezTo>
                    <a:pt x="107" y="370"/>
                    <a:pt x="0" y="496"/>
                    <a:pt x="7" y="666"/>
                  </a:cubicBezTo>
                  <a:cubicBezTo>
                    <a:pt x="10" y="786"/>
                    <a:pt x="57" y="899"/>
                    <a:pt x="137" y="985"/>
                  </a:cubicBezTo>
                  <a:cubicBezTo>
                    <a:pt x="223" y="1068"/>
                    <a:pt x="336" y="1118"/>
                    <a:pt x="456" y="1118"/>
                  </a:cubicBezTo>
                  <a:cubicBezTo>
                    <a:pt x="623" y="1118"/>
                    <a:pt x="756" y="1032"/>
                    <a:pt x="845" y="899"/>
                  </a:cubicBezTo>
                  <a:cubicBezTo>
                    <a:pt x="952" y="746"/>
                    <a:pt x="1132" y="559"/>
                    <a:pt x="1122" y="363"/>
                  </a:cubicBezTo>
                  <a:cubicBezTo>
                    <a:pt x="1118" y="167"/>
                    <a:pt x="962" y="7"/>
                    <a:pt x="762" y="0"/>
                  </a:cubicBezTo>
                  <a:cubicBezTo>
                    <a:pt x="757" y="0"/>
                    <a:pt x="751" y="0"/>
                    <a:pt x="74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3" name="Google Shape;6493;p24"/>
            <p:cNvSpPr/>
            <p:nvPr/>
          </p:nvSpPr>
          <p:spPr>
            <a:xfrm>
              <a:off x="6909025" y="2078000"/>
              <a:ext cx="21725" cy="23975"/>
            </a:xfrm>
            <a:custGeom>
              <a:avLst/>
              <a:gdLst/>
              <a:ahLst/>
              <a:cxnLst/>
              <a:rect l="l" t="t" r="r" b="b"/>
              <a:pathLst>
                <a:path w="869" h="959" extrusionOk="0">
                  <a:moveTo>
                    <a:pt x="440" y="0"/>
                  </a:moveTo>
                  <a:cubicBezTo>
                    <a:pt x="197" y="0"/>
                    <a:pt x="1" y="240"/>
                    <a:pt x="71" y="479"/>
                  </a:cubicBezTo>
                  <a:cubicBezTo>
                    <a:pt x="127" y="676"/>
                    <a:pt x="174" y="959"/>
                    <a:pt x="433" y="959"/>
                  </a:cubicBezTo>
                  <a:cubicBezTo>
                    <a:pt x="435" y="959"/>
                    <a:pt x="436" y="959"/>
                    <a:pt x="438" y="959"/>
                  </a:cubicBezTo>
                  <a:cubicBezTo>
                    <a:pt x="690" y="959"/>
                    <a:pt x="743" y="678"/>
                    <a:pt x="802" y="486"/>
                  </a:cubicBezTo>
                  <a:cubicBezTo>
                    <a:pt x="869" y="243"/>
                    <a:pt x="689" y="7"/>
                    <a:pt x="440"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4" name="Google Shape;6494;p24"/>
            <p:cNvSpPr/>
            <p:nvPr/>
          </p:nvSpPr>
          <p:spPr>
            <a:xfrm>
              <a:off x="6912700" y="2137675"/>
              <a:ext cx="29125" cy="25025"/>
            </a:xfrm>
            <a:custGeom>
              <a:avLst/>
              <a:gdLst/>
              <a:ahLst/>
              <a:cxnLst/>
              <a:rect l="l" t="t" r="r" b="b"/>
              <a:pathLst>
                <a:path w="1165" h="1001" extrusionOk="0">
                  <a:moveTo>
                    <a:pt x="647" y="0"/>
                  </a:moveTo>
                  <a:cubicBezTo>
                    <a:pt x="533" y="0"/>
                    <a:pt x="418" y="43"/>
                    <a:pt x="329" y="129"/>
                  </a:cubicBezTo>
                  <a:cubicBezTo>
                    <a:pt x="279" y="175"/>
                    <a:pt x="226" y="218"/>
                    <a:pt x="180" y="268"/>
                  </a:cubicBezTo>
                  <a:cubicBezTo>
                    <a:pt x="93" y="351"/>
                    <a:pt x="60" y="455"/>
                    <a:pt x="30" y="564"/>
                  </a:cubicBezTo>
                  <a:cubicBezTo>
                    <a:pt x="0" y="664"/>
                    <a:pt x="23" y="774"/>
                    <a:pt x="87" y="857"/>
                  </a:cubicBezTo>
                  <a:cubicBezTo>
                    <a:pt x="150" y="940"/>
                    <a:pt x="246" y="990"/>
                    <a:pt x="353" y="994"/>
                  </a:cubicBezTo>
                  <a:cubicBezTo>
                    <a:pt x="383" y="997"/>
                    <a:pt x="413" y="1000"/>
                    <a:pt x="442" y="1000"/>
                  </a:cubicBezTo>
                  <a:cubicBezTo>
                    <a:pt x="449" y="1000"/>
                    <a:pt x="455" y="1001"/>
                    <a:pt x="461" y="1001"/>
                  </a:cubicBezTo>
                  <a:cubicBezTo>
                    <a:pt x="541" y="1001"/>
                    <a:pt x="621" y="980"/>
                    <a:pt x="692" y="940"/>
                  </a:cubicBezTo>
                  <a:cubicBezTo>
                    <a:pt x="755" y="914"/>
                    <a:pt x="815" y="880"/>
                    <a:pt x="878" y="850"/>
                  </a:cubicBezTo>
                  <a:cubicBezTo>
                    <a:pt x="1128" y="731"/>
                    <a:pt x="1164" y="385"/>
                    <a:pt x="1011" y="182"/>
                  </a:cubicBezTo>
                  <a:cubicBezTo>
                    <a:pt x="920" y="62"/>
                    <a:pt x="784" y="0"/>
                    <a:pt x="647"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5" name="Google Shape;6495;p24"/>
            <p:cNvSpPr/>
            <p:nvPr/>
          </p:nvSpPr>
          <p:spPr>
            <a:xfrm>
              <a:off x="6878750" y="2173000"/>
              <a:ext cx="32375" cy="23975"/>
            </a:xfrm>
            <a:custGeom>
              <a:avLst/>
              <a:gdLst/>
              <a:ahLst/>
              <a:cxnLst/>
              <a:rect l="l" t="t" r="r" b="b"/>
              <a:pathLst>
                <a:path w="1295" h="959" extrusionOk="0">
                  <a:moveTo>
                    <a:pt x="765" y="0"/>
                  </a:moveTo>
                  <a:cubicBezTo>
                    <a:pt x="724" y="0"/>
                    <a:pt x="682" y="5"/>
                    <a:pt x="639" y="13"/>
                  </a:cubicBezTo>
                  <a:cubicBezTo>
                    <a:pt x="380" y="63"/>
                    <a:pt x="7" y="143"/>
                    <a:pt x="4" y="475"/>
                  </a:cubicBezTo>
                  <a:cubicBezTo>
                    <a:pt x="1" y="805"/>
                    <a:pt x="373" y="891"/>
                    <a:pt x="633" y="945"/>
                  </a:cubicBezTo>
                  <a:cubicBezTo>
                    <a:pt x="677" y="953"/>
                    <a:pt x="722" y="958"/>
                    <a:pt x="766" y="958"/>
                  </a:cubicBezTo>
                  <a:cubicBezTo>
                    <a:pt x="891" y="958"/>
                    <a:pt x="1014" y="920"/>
                    <a:pt x="1102" y="825"/>
                  </a:cubicBezTo>
                  <a:cubicBezTo>
                    <a:pt x="1291" y="635"/>
                    <a:pt x="1295" y="329"/>
                    <a:pt x="1109" y="139"/>
                  </a:cubicBezTo>
                  <a:cubicBezTo>
                    <a:pt x="1011" y="42"/>
                    <a:pt x="892" y="0"/>
                    <a:pt x="765"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6" name="Google Shape;6496;p24"/>
            <p:cNvSpPr/>
            <p:nvPr/>
          </p:nvSpPr>
          <p:spPr>
            <a:xfrm>
              <a:off x="6853800" y="2160300"/>
              <a:ext cx="22475" cy="31425"/>
            </a:xfrm>
            <a:custGeom>
              <a:avLst/>
              <a:gdLst/>
              <a:ahLst/>
              <a:cxnLst/>
              <a:rect l="l" t="t" r="r" b="b"/>
              <a:pathLst>
                <a:path w="899" h="1257" extrusionOk="0">
                  <a:moveTo>
                    <a:pt x="289" y="0"/>
                  </a:moveTo>
                  <a:cubicBezTo>
                    <a:pt x="183" y="0"/>
                    <a:pt x="80" y="55"/>
                    <a:pt x="60" y="175"/>
                  </a:cubicBezTo>
                  <a:cubicBezTo>
                    <a:pt x="44" y="291"/>
                    <a:pt x="17" y="408"/>
                    <a:pt x="11" y="524"/>
                  </a:cubicBezTo>
                  <a:cubicBezTo>
                    <a:pt x="1" y="634"/>
                    <a:pt x="14" y="744"/>
                    <a:pt x="14" y="854"/>
                  </a:cubicBezTo>
                  <a:cubicBezTo>
                    <a:pt x="14" y="1078"/>
                    <a:pt x="198" y="1257"/>
                    <a:pt x="418" y="1257"/>
                  </a:cubicBezTo>
                  <a:cubicBezTo>
                    <a:pt x="436" y="1257"/>
                    <a:pt x="454" y="1255"/>
                    <a:pt x="473" y="1253"/>
                  </a:cubicBezTo>
                  <a:cubicBezTo>
                    <a:pt x="696" y="1226"/>
                    <a:pt x="899" y="983"/>
                    <a:pt x="812" y="751"/>
                  </a:cubicBezTo>
                  <a:cubicBezTo>
                    <a:pt x="772" y="634"/>
                    <a:pt x="729" y="511"/>
                    <a:pt x="679" y="395"/>
                  </a:cubicBezTo>
                  <a:cubicBezTo>
                    <a:pt x="629" y="301"/>
                    <a:pt x="576" y="208"/>
                    <a:pt x="520" y="118"/>
                  </a:cubicBezTo>
                  <a:cubicBezTo>
                    <a:pt x="475" y="41"/>
                    <a:pt x="381" y="0"/>
                    <a:pt x="289"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7" name="Google Shape;6497;p24"/>
            <p:cNvSpPr/>
            <p:nvPr/>
          </p:nvSpPr>
          <p:spPr>
            <a:xfrm>
              <a:off x="6873300" y="2123650"/>
              <a:ext cx="19400" cy="18700"/>
            </a:xfrm>
            <a:custGeom>
              <a:avLst/>
              <a:gdLst/>
              <a:ahLst/>
              <a:cxnLst/>
              <a:rect l="l" t="t" r="r" b="b"/>
              <a:pathLst>
                <a:path w="776" h="748" extrusionOk="0">
                  <a:moveTo>
                    <a:pt x="388" y="0"/>
                  </a:moveTo>
                  <a:cubicBezTo>
                    <a:pt x="196" y="0"/>
                    <a:pt x="4" y="124"/>
                    <a:pt x="2" y="370"/>
                  </a:cubicBezTo>
                  <a:cubicBezTo>
                    <a:pt x="1" y="621"/>
                    <a:pt x="195" y="748"/>
                    <a:pt x="390" y="748"/>
                  </a:cubicBezTo>
                  <a:cubicBezTo>
                    <a:pt x="581" y="748"/>
                    <a:pt x="773" y="625"/>
                    <a:pt x="774" y="377"/>
                  </a:cubicBezTo>
                  <a:cubicBezTo>
                    <a:pt x="776" y="126"/>
                    <a:pt x="582" y="0"/>
                    <a:pt x="38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8" name="Google Shape;6498;p24"/>
            <p:cNvSpPr/>
            <p:nvPr/>
          </p:nvSpPr>
          <p:spPr>
            <a:xfrm>
              <a:off x="7029900" y="1905250"/>
              <a:ext cx="26625" cy="36375"/>
            </a:xfrm>
            <a:custGeom>
              <a:avLst/>
              <a:gdLst/>
              <a:ahLst/>
              <a:cxnLst/>
              <a:rect l="l" t="t" r="r" b="b"/>
              <a:pathLst>
                <a:path w="1065" h="1455" extrusionOk="0">
                  <a:moveTo>
                    <a:pt x="648" y="0"/>
                  </a:moveTo>
                  <a:cubicBezTo>
                    <a:pt x="503" y="10"/>
                    <a:pt x="408" y="61"/>
                    <a:pt x="324" y="146"/>
                  </a:cubicBezTo>
                  <a:lnTo>
                    <a:pt x="324" y="146"/>
                  </a:lnTo>
                  <a:cubicBezTo>
                    <a:pt x="0" y="328"/>
                    <a:pt x="9" y="781"/>
                    <a:pt x="83" y="1098"/>
                  </a:cubicBezTo>
                  <a:cubicBezTo>
                    <a:pt x="130" y="1302"/>
                    <a:pt x="340" y="1455"/>
                    <a:pt x="548" y="1455"/>
                  </a:cubicBezTo>
                  <a:cubicBezTo>
                    <a:pt x="587" y="1455"/>
                    <a:pt x="627" y="1449"/>
                    <a:pt x="665" y="1438"/>
                  </a:cubicBezTo>
                  <a:cubicBezTo>
                    <a:pt x="915" y="1364"/>
                    <a:pt x="1064" y="1108"/>
                    <a:pt x="1001" y="855"/>
                  </a:cubicBezTo>
                  <a:lnTo>
                    <a:pt x="1001" y="852"/>
                  </a:lnTo>
                  <a:cubicBezTo>
                    <a:pt x="998" y="842"/>
                    <a:pt x="992" y="762"/>
                    <a:pt x="989" y="762"/>
                  </a:cubicBezTo>
                  <a:cubicBezTo>
                    <a:pt x="988" y="762"/>
                    <a:pt x="988" y="769"/>
                    <a:pt x="988" y="787"/>
                  </a:cubicBezTo>
                  <a:lnTo>
                    <a:pt x="988" y="787"/>
                  </a:lnTo>
                  <a:cubicBezTo>
                    <a:pt x="988" y="741"/>
                    <a:pt x="991" y="695"/>
                    <a:pt x="988" y="646"/>
                  </a:cubicBezTo>
                  <a:lnTo>
                    <a:pt x="974" y="523"/>
                  </a:lnTo>
                  <a:lnTo>
                    <a:pt x="974" y="523"/>
                  </a:lnTo>
                  <a:cubicBezTo>
                    <a:pt x="976" y="547"/>
                    <a:pt x="976" y="559"/>
                    <a:pt x="975" y="559"/>
                  </a:cubicBezTo>
                  <a:cubicBezTo>
                    <a:pt x="974" y="559"/>
                    <a:pt x="970" y="517"/>
                    <a:pt x="961" y="433"/>
                  </a:cubicBezTo>
                  <a:cubicBezTo>
                    <a:pt x="952" y="402"/>
                    <a:pt x="940" y="370"/>
                    <a:pt x="924" y="339"/>
                  </a:cubicBezTo>
                  <a:lnTo>
                    <a:pt x="924" y="339"/>
                  </a:lnTo>
                  <a:cubicBezTo>
                    <a:pt x="913" y="263"/>
                    <a:pt x="890" y="188"/>
                    <a:pt x="855" y="120"/>
                  </a:cubicBezTo>
                  <a:cubicBezTo>
                    <a:pt x="811" y="47"/>
                    <a:pt x="735" y="0"/>
                    <a:pt x="64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9" name="Google Shape;6499;p24"/>
            <p:cNvSpPr/>
            <p:nvPr/>
          </p:nvSpPr>
          <p:spPr>
            <a:xfrm>
              <a:off x="7102075" y="1927350"/>
              <a:ext cx="28550" cy="24325"/>
            </a:xfrm>
            <a:custGeom>
              <a:avLst/>
              <a:gdLst/>
              <a:ahLst/>
              <a:cxnLst/>
              <a:rect l="l" t="t" r="r" b="b"/>
              <a:pathLst>
                <a:path w="1142" h="973" extrusionOk="0">
                  <a:moveTo>
                    <a:pt x="574" y="0"/>
                  </a:moveTo>
                  <a:cubicBezTo>
                    <a:pt x="447" y="0"/>
                    <a:pt x="325" y="49"/>
                    <a:pt x="233" y="138"/>
                  </a:cubicBezTo>
                  <a:cubicBezTo>
                    <a:pt x="207" y="164"/>
                    <a:pt x="183" y="191"/>
                    <a:pt x="157" y="221"/>
                  </a:cubicBezTo>
                  <a:cubicBezTo>
                    <a:pt x="94" y="291"/>
                    <a:pt x="50" y="374"/>
                    <a:pt x="27" y="464"/>
                  </a:cubicBezTo>
                  <a:cubicBezTo>
                    <a:pt x="0" y="564"/>
                    <a:pt x="14" y="670"/>
                    <a:pt x="64" y="760"/>
                  </a:cubicBezTo>
                  <a:cubicBezTo>
                    <a:pt x="84" y="787"/>
                    <a:pt x="103" y="813"/>
                    <a:pt x="123" y="840"/>
                  </a:cubicBezTo>
                  <a:cubicBezTo>
                    <a:pt x="170" y="886"/>
                    <a:pt x="227" y="923"/>
                    <a:pt x="293" y="940"/>
                  </a:cubicBezTo>
                  <a:cubicBezTo>
                    <a:pt x="352" y="962"/>
                    <a:pt x="416" y="973"/>
                    <a:pt x="480" y="973"/>
                  </a:cubicBezTo>
                  <a:cubicBezTo>
                    <a:pt x="510" y="973"/>
                    <a:pt x="540" y="970"/>
                    <a:pt x="569" y="966"/>
                  </a:cubicBezTo>
                  <a:cubicBezTo>
                    <a:pt x="652" y="966"/>
                    <a:pt x="739" y="946"/>
                    <a:pt x="812" y="903"/>
                  </a:cubicBezTo>
                  <a:cubicBezTo>
                    <a:pt x="885" y="860"/>
                    <a:pt x="945" y="800"/>
                    <a:pt x="988" y="730"/>
                  </a:cubicBezTo>
                  <a:cubicBezTo>
                    <a:pt x="1141" y="457"/>
                    <a:pt x="1005" y="111"/>
                    <a:pt x="706" y="18"/>
                  </a:cubicBezTo>
                  <a:cubicBezTo>
                    <a:pt x="662" y="6"/>
                    <a:pt x="618" y="0"/>
                    <a:pt x="574"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0" name="Google Shape;6500;p24"/>
            <p:cNvSpPr/>
            <p:nvPr/>
          </p:nvSpPr>
          <p:spPr>
            <a:xfrm>
              <a:off x="7076950" y="1978700"/>
              <a:ext cx="30875" cy="23850"/>
            </a:xfrm>
            <a:custGeom>
              <a:avLst/>
              <a:gdLst/>
              <a:ahLst/>
              <a:cxnLst/>
              <a:rect l="l" t="t" r="r" b="b"/>
              <a:pathLst>
                <a:path w="1235" h="954" extrusionOk="0">
                  <a:moveTo>
                    <a:pt x="408" y="1"/>
                  </a:moveTo>
                  <a:cubicBezTo>
                    <a:pt x="305" y="1"/>
                    <a:pt x="205" y="19"/>
                    <a:pt x="110" y="70"/>
                  </a:cubicBezTo>
                  <a:cubicBezTo>
                    <a:pt x="21" y="120"/>
                    <a:pt x="1" y="216"/>
                    <a:pt x="14" y="310"/>
                  </a:cubicBezTo>
                  <a:cubicBezTo>
                    <a:pt x="41" y="519"/>
                    <a:pt x="227" y="685"/>
                    <a:pt x="383" y="819"/>
                  </a:cubicBezTo>
                  <a:cubicBezTo>
                    <a:pt x="477" y="895"/>
                    <a:pt x="588" y="953"/>
                    <a:pt x="708" y="953"/>
                  </a:cubicBezTo>
                  <a:cubicBezTo>
                    <a:pt x="745" y="953"/>
                    <a:pt x="784" y="948"/>
                    <a:pt x="822" y="935"/>
                  </a:cubicBezTo>
                  <a:cubicBezTo>
                    <a:pt x="932" y="905"/>
                    <a:pt x="1029" y="832"/>
                    <a:pt x="1092" y="732"/>
                  </a:cubicBezTo>
                  <a:cubicBezTo>
                    <a:pt x="1235" y="489"/>
                    <a:pt x="1112" y="140"/>
                    <a:pt x="826" y="67"/>
                  </a:cubicBezTo>
                  <a:lnTo>
                    <a:pt x="826" y="70"/>
                  </a:lnTo>
                  <a:cubicBezTo>
                    <a:pt x="691" y="35"/>
                    <a:pt x="548" y="1"/>
                    <a:pt x="408"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1" name="Google Shape;6501;p24"/>
            <p:cNvSpPr/>
            <p:nvPr/>
          </p:nvSpPr>
          <p:spPr>
            <a:xfrm>
              <a:off x="7044850" y="1960425"/>
              <a:ext cx="26450" cy="35750"/>
            </a:xfrm>
            <a:custGeom>
              <a:avLst/>
              <a:gdLst/>
              <a:ahLst/>
              <a:cxnLst/>
              <a:rect l="l" t="t" r="r" b="b"/>
              <a:pathLst>
                <a:path w="1058" h="1430" extrusionOk="0">
                  <a:moveTo>
                    <a:pt x="533" y="0"/>
                  </a:moveTo>
                  <a:cubicBezTo>
                    <a:pt x="434" y="0"/>
                    <a:pt x="335" y="58"/>
                    <a:pt x="300" y="172"/>
                  </a:cubicBezTo>
                  <a:cubicBezTo>
                    <a:pt x="230" y="398"/>
                    <a:pt x="160" y="625"/>
                    <a:pt x="90" y="848"/>
                  </a:cubicBezTo>
                  <a:cubicBezTo>
                    <a:pt x="0" y="1134"/>
                    <a:pt x="237" y="1426"/>
                    <a:pt x="526" y="1430"/>
                  </a:cubicBezTo>
                  <a:cubicBezTo>
                    <a:pt x="528" y="1430"/>
                    <a:pt x="529" y="1430"/>
                    <a:pt x="531" y="1430"/>
                  </a:cubicBezTo>
                  <a:cubicBezTo>
                    <a:pt x="818" y="1430"/>
                    <a:pt x="1058" y="1139"/>
                    <a:pt x="972" y="854"/>
                  </a:cubicBezTo>
                  <a:lnTo>
                    <a:pt x="969" y="854"/>
                  </a:lnTo>
                  <a:cubicBezTo>
                    <a:pt x="902" y="628"/>
                    <a:pt x="836" y="402"/>
                    <a:pt x="769" y="176"/>
                  </a:cubicBezTo>
                  <a:cubicBezTo>
                    <a:pt x="734" y="59"/>
                    <a:pt x="634" y="0"/>
                    <a:pt x="53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2" name="Google Shape;6502;p24"/>
            <p:cNvSpPr/>
            <p:nvPr/>
          </p:nvSpPr>
          <p:spPr>
            <a:xfrm>
              <a:off x="7091925" y="1939350"/>
              <a:ext cx="6175" cy="6025"/>
            </a:xfrm>
            <a:custGeom>
              <a:avLst/>
              <a:gdLst/>
              <a:ahLst/>
              <a:cxnLst/>
              <a:rect l="l" t="t" r="r" b="b"/>
              <a:pathLst>
                <a:path w="247" h="241" extrusionOk="0">
                  <a:moveTo>
                    <a:pt x="124" y="0"/>
                  </a:moveTo>
                  <a:cubicBezTo>
                    <a:pt x="62" y="0"/>
                    <a:pt x="0" y="40"/>
                    <a:pt x="0" y="120"/>
                  </a:cubicBezTo>
                  <a:cubicBezTo>
                    <a:pt x="0" y="200"/>
                    <a:pt x="61" y="240"/>
                    <a:pt x="122" y="240"/>
                  </a:cubicBezTo>
                  <a:cubicBezTo>
                    <a:pt x="183" y="240"/>
                    <a:pt x="245" y="200"/>
                    <a:pt x="247" y="120"/>
                  </a:cubicBezTo>
                  <a:cubicBezTo>
                    <a:pt x="247" y="40"/>
                    <a:pt x="185" y="0"/>
                    <a:pt x="124"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05441917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and two columns 1" preserve="1">
  <p:cSld name="Title and two columns 1">
    <p:spTree>
      <p:nvGrpSpPr>
        <p:cNvPr id="1" name="Shape 6503"/>
        <p:cNvGrpSpPr/>
        <p:nvPr/>
      </p:nvGrpSpPr>
      <p:grpSpPr>
        <a:xfrm>
          <a:off x="0" y="0"/>
          <a:ext cx="0" cy="0"/>
          <a:chOff x="0" y="0"/>
          <a:chExt cx="0" cy="0"/>
        </a:xfrm>
      </p:grpSpPr>
      <p:grpSp>
        <p:nvGrpSpPr>
          <p:cNvPr id="6504" name="Google Shape;6504;p25"/>
          <p:cNvGrpSpPr/>
          <p:nvPr/>
        </p:nvGrpSpPr>
        <p:grpSpPr>
          <a:xfrm rot="-9930935">
            <a:off x="1340364" y="-584781"/>
            <a:ext cx="2360880" cy="1878604"/>
            <a:chOff x="2173200" y="3006475"/>
            <a:chExt cx="883975" cy="703075"/>
          </a:xfrm>
        </p:grpSpPr>
        <p:sp>
          <p:nvSpPr>
            <p:cNvPr id="6505" name="Google Shape;6505;p25"/>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6" name="Google Shape;6506;p25"/>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7" name="Google Shape;6507;p25"/>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8" name="Google Shape;6508;p25"/>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09" name="Google Shape;6509;p25"/>
          <p:cNvGrpSpPr/>
          <p:nvPr/>
        </p:nvGrpSpPr>
        <p:grpSpPr>
          <a:xfrm rot="-1177319">
            <a:off x="8558947" y="5843694"/>
            <a:ext cx="2624972" cy="2087788"/>
            <a:chOff x="2173200" y="3006475"/>
            <a:chExt cx="883975" cy="703075"/>
          </a:xfrm>
        </p:grpSpPr>
        <p:sp>
          <p:nvSpPr>
            <p:cNvPr id="6510" name="Google Shape;6510;p25"/>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1" name="Google Shape;6511;p25"/>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2" name="Google Shape;6512;p25"/>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3" name="Google Shape;6513;p25"/>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14" name="Google Shape;6514;p25"/>
          <p:cNvSpPr txBox="1">
            <a:spLocks noGrp="1"/>
          </p:cNvSpPr>
          <p:nvPr>
            <p:ph type="subTitle" idx="1"/>
          </p:nvPr>
        </p:nvSpPr>
        <p:spPr>
          <a:xfrm>
            <a:off x="1453463" y="2855533"/>
            <a:ext cx="3876800" cy="56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6515" name="Google Shape;6515;p25"/>
          <p:cNvSpPr txBox="1">
            <a:spLocks noGrp="1"/>
          </p:cNvSpPr>
          <p:nvPr>
            <p:ph type="subTitle" idx="2"/>
          </p:nvPr>
        </p:nvSpPr>
        <p:spPr>
          <a:xfrm>
            <a:off x="5886967" y="2855533"/>
            <a:ext cx="3876800" cy="56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6516" name="Google Shape;6516;p25"/>
          <p:cNvSpPr txBox="1">
            <a:spLocks noGrp="1"/>
          </p:cNvSpPr>
          <p:nvPr>
            <p:ph type="subTitle" idx="3"/>
          </p:nvPr>
        </p:nvSpPr>
        <p:spPr>
          <a:xfrm>
            <a:off x="1453463" y="3422933"/>
            <a:ext cx="3876800" cy="268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6517" name="Google Shape;6517;p25"/>
          <p:cNvSpPr txBox="1">
            <a:spLocks noGrp="1"/>
          </p:cNvSpPr>
          <p:nvPr>
            <p:ph type="subTitle" idx="4"/>
          </p:nvPr>
        </p:nvSpPr>
        <p:spPr>
          <a:xfrm>
            <a:off x="5886967" y="3422933"/>
            <a:ext cx="3876800" cy="268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grpSp>
        <p:nvGrpSpPr>
          <p:cNvPr id="6518" name="Google Shape;6518;p25"/>
          <p:cNvGrpSpPr/>
          <p:nvPr/>
        </p:nvGrpSpPr>
        <p:grpSpPr>
          <a:xfrm flipH="1">
            <a:off x="11613166" y="-222468"/>
            <a:ext cx="578831" cy="7314599"/>
            <a:chOff x="13274" y="-166851"/>
            <a:chExt cx="434123" cy="5485949"/>
          </a:xfrm>
        </p:grpSpPr>
        <p:sp>
          <p:nvSpPr>
            <p:cNvPr id="6519" name="Google Shape;6519;p25"/>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0" name="Google Shape;6520;p25"/>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1" name="Google Shape;6521;p25"/>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2" name="Google Shape;6522;p25"/>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3" name="Google Shape;6523;p25"/>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4" name="Google Shape;6524;p25"/>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5" name="Google Shape;6525;p25"/>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6" name="Google Shape;6526;p25"/>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7" name="Google Shape;6527;p25"/>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8" name="Google Shape;6528;p25"/>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9" name="Google Shape;6529;p25"/>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0" name="Google Shape;6530;p25"/>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1" name="Google Shape;6531;p25"/>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2" name="Google Shape;6532;p25"/>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3" name="Google Shape;6533;p25"/>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4" name="Google Shape;6534;p25"/>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5" name="Google Shape;6535;p25"/>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6" name="Google Shape;6536;p25"/>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7" name="Google Shape;6537;p25"/>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8" name="Google Shape;6538;p25"/>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9" name="Google Shape;6539;p25"/>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0" name="Google Shape;6540;p25"/>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1" name="Google Shape;6541;p25"/>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2" name="Google Shape;6542;p25"/>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3" name="Google Shape;6543;p25"/>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4" name="Google Shape;6544;p25"/>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5" name="Google Shape;6545;p25"/>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6" name="Google Shape;6546;p25"/>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7" name="Google Shape;6547;p25"/>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8" name="Google Shape;6548;p25"/>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9" name="Google Shape;6549;p25"/>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0" name="Google Shape;6550;p25"/>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1" name="Google Shape;6551;p25"/>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2" name="Google Shape;6552;p25"/>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3" name="Google Shape;6553;p25"/>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4" name="Google Shape;6554;p25"/>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5" name="Google Shape;6555;p25"/>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6" name="Google Shape;6556;p25"/>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7" name="Google Shape;6557;p25"/>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8" name="Google Shape;6558;p25"/>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9" name="Google Shape;6559;p25"/>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0" name="Google Shape;6560;p25"/>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1" name="Google Shape;6561;p25"/>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2" name="Google Shape;6562;p25"/>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3" name="Google Shape;6563;p25"/>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4" name="Google Shape;6564;p25"/>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5" name="Google Shape;6565;p25"/>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6" name="Google Shape;6566;p25"/>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7" name="Google Shape;6567;p25"/>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8" name="Google Shape;6568;p25"/>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9" name="Google Shape;6569;p25"/>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0" name="Google Shape;6570;p25"/>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1" name="Google Shape;6571;p25"/>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2" name="Google Shape;6572;p25"/>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3" name="Google Shape;6573;p25"/>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4" name="Google Shape;6574;p25"/>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5" name="Google Shape;6575;p25"/>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6" name="Google Shape;6576;p25"/>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7" name="Google Shape;6577;p25"/>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8" name="Google Shape;6578;p25"/>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9" name="Google Shape;6579;p25"/>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0" name="Google Shape;6580;p25"/>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1" name="Google Shape;6581;p25"/>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2" name="Google Shape;6582;p25"/>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3" name="Google Shape;6583;p25"/>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4" name="Google Shape;6584;p25"/>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5" name="Google Shape;6585;p25"/>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6" name="Google Shape;6586;p25"/>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7" name="Google Shape;6587;p25"/>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8" name="Google Shape;6588;p25"/>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9" name="Google Shape;6589;p25"/>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0" name="Google Shape;6590;p25"/>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1" name="Google Shape;6591;p25"/>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2" name="Google Shape;6592;p25"/>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3" name="Google Shape;6593;p25"/>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4" name="Google Shape;6594;p25"/>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5" name="Google Shape;6595;p25"/>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6" name="Google Shape;6596;p25"/>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7" name="Google Shape;6597;p25"/>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8" name="Google Shape;6598;p25"/>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9" name="Google Shape;6599;p25"/>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0" name="Google Shape;6600;p25"/>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1" name="Google Shape;6601;p25"/>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2" name="Google Shape;6602;p25"/>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3" name="Google Shape;6603;p25"/>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4" name="Google Shape;6604;p25"/>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5" name="Google Shape;6605;p25"/>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6" name="Google Shape;6606;p25"/>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7" name="Google Shape;6607;p25"/>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8" name="Google Shape;6608;p25"/>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9" name="Google Shape;6609;p25"/>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0" name="Google Shape;6610;p25"/>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1" name="Google Shape;6611;p25"/>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2" name="Google Shape;6612;p25"/>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3" name="Google Shape;6613;p25"/>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4" name="Google Shape;6614;p25"/>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5" name="Google Shape;6615;p25"/>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6" name="Google Shape;6616;p25"/>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7" name="Google Shape;6617;p25"/>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8" name="Google Shape;6618;p25"/>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9" name="Google Shape;6619;p25"/>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0" name="Google Shape;6620;p25"/>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1" name="Google Shape;6621;p25"/>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2" name="Google Shape;6622;p25"/>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3" name="Google Shape;6623;p25"/>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4" name="Google Shape;6624;p25"/>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5" name="Google Shape;6625;p25"/>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6" name="Google Shape;6626;p25"/>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7" name="Google Shape;6627;p25"/>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8" name="Google Shape;6628;p25"/>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9" name="Google Shape;6629;p25"/>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0" name="Google Shape;6630;p25"/>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1" name="Google Shape;6631;p25"/>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2" name="Google Shape;6632;p25"/>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3" name="Google Shape;6633;p25"/>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4" name="Google Shape;6634;p25"/>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5" name="Google Shape;6635;p25"/>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6" name="Google Shape;6636;p25"/>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7" name="Google Shape;6637;p25"/>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8" name="Google Shape;6638;p25"/>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9" name="Google Shape;6639;p25"/>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0" name="Google Shape;6640;p25"/>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1" name="Google Shape;6641;p25"/>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2" name="Google Shape;6642;p25"/>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5"/>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5"/>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5"/>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5"/>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5"/>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5"/>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5"/>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5"/>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5"/>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5"/>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5"/>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5"/>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655" name="Google Shape;6655;p25"/>
          <p:cNvGrpSpPr/>
          <p:nvPr/>
        </p:nvGrpSpPr>
        <p:grpSpPr>
          <a:xfrm>
            <a:off x="66" y="-222468"/>
            <a:ext cx="578831" cy="7314599"/>
            <a:chOff x="13274" y="-166851"/>
            <a:chExt cx="434123" cy="5485949"/>
          </a:xfrm>
        </p:grpSpPr>
        <p:sp>
          <p:nvSpPr>
            <p:cNvPr id="6656" name="Google Shape;6656;p25"/>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5"/>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5"/>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5"/>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5"/>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5"/>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5"/>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5"/>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5"/>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5"/>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5"/>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5"/>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5"/>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9" name="Google Shape;6669;p25"/>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0" name="Google Shape;6670;p25"/>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5"/>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2" name="Google Shape;6672;p25"/>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3" name="Google Shape;6673;p25"/>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4" name="Google Shape;6674;p25"/>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5" name="Google Shape;6675;p25"/>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6" name="Google Shape;6676;p25"/>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7" name="Google Shape;6677;p25"/>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8" name="Google Shape;6678;p25"/>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9" name="Google Shape;6679;p25"/>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5"/>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5"/>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5"/>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5"/>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5"/>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5"/>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5"/>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7" name="Google Shape;6687;p25"/>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8" name="Google Shape;6688;p25"/>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9" name="Google Shape;6689;p25"/>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0" name="Google Shape;6690;p25"/>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1" name="Google Shape;6691;p25"/>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2" name="Google Shape;6692;p25"/>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3" name="Google Shape;6693;p25"/>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4" name="Google Shape;6694;p25"/>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5" name="Google Shape;6695;p25"/>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6" name="Google Shape;6696;p25"/>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7" name="Google Shape;6697;p25"/>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8" name="Google Shape;6698;p25"/>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9" name="Google Shape;6699;p25"/>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0" name="Google Shape;6700;p25"/>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1" name="Google Shape;6701;p25"/>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2" name="Google Shape;6702;p25"/>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3" name="Google Shape;6703;p25"/>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4" name="Google Shape;6704;p25"/>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5" name="Google Shape;6705;p25"/>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6" name="Google Shape;6706;p25"/>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7" name="Google Shape;6707;p25"/>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8" name="Google Shape;6708;p25"/>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9" name="Google Shape;6709;p25"/>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0" name="Google Shape;6710;p25"/>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1" name="Google Shape;6711;p25"/>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2" name="Google Shape;6712;p25"/>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3" name="Google Shape;6713;p25"/>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4" name="Google Shape;6714;p25"/>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5" name="Google Shape;6715;p25"/>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6" name="Google Shape;6716;p25"/>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7" name="Google Shape;6717;p25"/>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8" name="Google Shape;6718;p25"/>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9" name="Google Shape;6719;p25"/>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0" name="Google Shape;6720;p25"/>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1" name="Google Shape;6721;p25"/>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2" name="Google Shape;6722;p25"/>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3" name="Google Shape;6723;p25"/>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4" name="Google Shape;6724;p25"/>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5" name="Google Shape;6725;p25"/>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6" name="Google Shape;6726;p25"/>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7" name="Google Shape;6727;p25"/>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8" name="Google Shape;6728;p25"/>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9" name="Google Shape;6729;p25"/>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0" name="Google Shape;6730;p25"/>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1" name="Google Shape;6731;p25"/>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2" name="Google Shape;6732;p25"/>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3" name="Google Shape;6733;p25"/>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4" name="Google Shape;6734;p25"/>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5" name="Google Shape;6735;p25"/>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6" name="Google Shape;6736;p25"/>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7" name="Google Shape;6737;p25"/>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8" name="Google Shape;6738;p25"/>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9" name="Google Shape;6739;p25"/>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0" name="Google Shape;6740;p25"/>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1" name="Google Shape;6741;p25"/>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2" name="Google Shape;6742;p25"/>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3" name="Google Shape;6743;p25"/>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4" name="Google Shape;6744;p25"/>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5" name="Google Shape;6745;p25"/>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6" name="Google Shape;6746;p25"/>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7" name="Google Shape;6747;p25"/>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8" name="Google Shape;6748;p25"/>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9" name="Google Shape;6749;p25"/>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0" name="Google Shape;6750;p25"/>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1" name="Google Shape;6751;p25"/>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2" name="Google Shape;6752;p25"/>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3" name="Google Shape;6753;p25"/>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4" name="Google Shape;6754;p25"/>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5" name="Google Shape;6755;p25"/>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6" name="Google Shape;6756;p25"/>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7" name="Google Shape;6757;p25"/>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8" name="Google Shape;6758;p25"/>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9" name="Google Shape;6759;p25"/>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0" name="Google Shape;6760;p25"/>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1" name="Google Shape;6761;p25"/>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2" name="Google Shape;6762;p25"/>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3" name="Google Shape;6763;p25"/>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4" name="Google Shape;6764;p25"/>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5" name="Google Shape;6765;p25"/>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6" name="Google Shape;6766;p25"/>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7" name="Google Shape;6767;p25"/>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8" name="Google Shape;6768;p25"/>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9" name="Google Shape;6769;p25"/>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0" name="Google Shape;6770;p25"/>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1" name="Google Shape;6771;p25"/>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2" name="Google Shape;6772;p25"/>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3" name="Google Shape;6773;p25"/>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4" name="Google Shape;6774;p25"/>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5" name="Google Shape;6775;p25"/>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6" name="Google Shape;6776;p25"/>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7" name="Google Shape;6777;p25"/>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8" name="Google Shape;6778;p25"/>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9" name="Google Shape;6779;p25"/>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0" name="Google Shape;6780;p25"/>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1" name="Google Shape;6781;p25"/>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2" name="Google Shape;6782;p25"/>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3" name="Google Shape;6783;p25"/>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4" name="Google Shape;6784;p25"/>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5" name="Google Shape;6785;p25"/>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6" name="Google Shape;6786;p25"/>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7" name="Google Shape;6787;p25"/>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8" name="Google Shape;6788;p25"/>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9" name="Google Shape;6789;p25"/>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0" name="Google Shape;6790;p25"/>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1" name="Google Shape;6791;p25"/>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59459304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and two columns 2" preserve="1">
  <p:cSld name="Title and two columns 2">
    <p:spTree>
      <p:nvGrpSpPr>
        <p:cNvPr id="1" name="Shape 6792"/>
        <p:cNvGrpSpPr/>
        <p:nvPr/>
      </p:nvGrpSpPr>
      <p:grpSpPr>
        <a:xfrm>
          <a:off x="0" y="0"/>
          <a:ext cx="0" cy="0"/>
          <a:chOff x="0" y="0"/>
          <a:chExt cx="0" cy="0"/>
        </a:xfrm>
      </p:grpSpPr>
      <p:grpSp>
        <p:nvGrpSpPr>
          <p:cNvPr id="6793" name="Google Shape;6793;p26"/>
          <p:cNvGrpSpPr/>
          <p:nvPr/>
        </p:nvGrpSpPr>
        <p:grpSpPr>
          <a:xfrm rot="9514276">
            <a:off x="5849712" y="-61353"/>
            <a:ext cx="2737819" cy="1640973"/>
            <a:chOff x="3911500" y="3122300"/>
            <a:chExt cx="597375" cy="358050"/>
          </a:xfrm>
        </p:grpSpPr>
        <p:sp>
          <p:nvSpPr>
            <p:cNvPr id="6794" name="Google Shape;6794;p26"/>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5" name="Google Shape;6795;p26"/>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6" name="Google Shape;6796;p26"/>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7" name="Google Shape;6797;p26"/>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8" name="Google Shape;6798;p26"/>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9" name="Google Shape;6799;p26"/>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0" name="Google Shape;6800;p26"/>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1" name="Google Shape;6801;p26"/>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2" name="Google Shape;6802;p26"/>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3" name="Google Shape;6803;p26"/>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4" name="Google Shape;6804;p26"/>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5" name="Google Shape;6805;p26"/>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6" name="Google Shape;6806;p26"/>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7" name="Google Shape;6807;p26"/>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8" name="Google Shape;6808;p26"/>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9" name="Google Shape;6809;p26"/>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0" name="Google Shape;6810;p26"/>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1" name="Google Shape;6811;p26"/>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2" name="Google Shape;6812;p26"/>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3" name="Google Shape;6813;p26"/>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4" name="Google Shape;6814;p26"/>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5" name="Google Shape;6815;p26"/>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6" name="Google Shape;6816;p26"/>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7" name="Google Shape;6817;p26"/>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8" name="Google Shape;6818;p26"/>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9" name="Google Shape;6819;p26"/>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0" name="Google Shape;6820;p26"/>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1" name="Google Shape;6821;p26"/>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2" name="Google Shape;6822;p26"/>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3" name="Google Shape;6823;p26"/>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4" name="Google Shape;6824;p26"/>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25" name="Google Shape;6825;p26"/>
          <p:cNvSpPr txBox="1">
            <a:spLocks noGrp="1"/>
          </p:cNvSpPr>
          <p:nvPr>
            <p:ph type="subTitle" idx="1"/>
          </p:nvPr>
        </p:nvSpPr>
        <p:spPr>
          <a:xfrm>
            <a:off x="4092533" y="2191289"/>
            <a:ext cx="2788400" cy="58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6826" name="Google Shape;6826;p26"/>
          <p:cNvSpPr txBox="1">
            <a:spLocks noGrp="1"/>
          </p:cNvSpPr>
          <p:nvPr>
            <p:ph type="subTitle" idx="2"/>
          </p:nvPr>
        </p:nvSpPr>
        <p:spPr>
          <a:xfrm>
            <a:off x="4092533" y="2773189"/>
            <a:ext cx="2788400" cy="838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grpSp>
        <p:nvGrpSpPr>
          <p:cNvPr id="6827" name="Google Shape;6827;p26"/>
          <p:cNvGrpSpPr/>
          <p:nvPr/>
        </p:nvGrpSpPr>
        <p:grpSpPr>
          <a:xfrm flipH="1">
            <a:off x="11613166" y="-222468"/>
            <a:ext cx="578831" cy="7314599"/>
            <a:chOff x="13274" y="-166851"/>
            <a:chExt cx="434123" cy="5485949"/>
          </a:xfrm>
        </p:grpSpPr>
        <p:sp>
          <p:nvSpPr>
            <p:cNvPr id="6828" name="Google Shape;6828;p26"/>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9" name="Google Shape;6829;p26"/>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0" name="Google Shape;6830;p26"/>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1" name="Google Shape;6831;p26"/>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2" name="Google Shape;6832;p26"/>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3" name="Google Shape;6833;p26"/>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4" name="Google Shape;6834;p26"/>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5" name="Google Shape;6835;p26"/>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6" name="Google Shape;6836;p26"/>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7" name="Google Shape;6837;p26"/>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8" name="Google Shape;6838;p26"/>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9" name="Google Shape;6839;p26"/>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0" name="Google Shape;6840;p26"/>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1" name="Google Shape;6841;p26"/>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2" name="Google Shape;6842;p26"/>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3" name="Google Shape;6843;p26"/>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4" name="Google Shape;6844;p26"/>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5" name="Google Shape;6845;p26"/>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6" name="Google Shape;6846;p26"/>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7" name="Google Shape;6847;p26"/>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8" name="Google Shape;6848;p26"/>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9" name="Google Shape;6849;p26"/>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0" name="Google Shape;6850;p26"/>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1" name="Google Shape;6851;p26"/>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2" name="Google Shape;6852;p26"/>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3" name="Google Shape;6853;p26"/>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4" name="Google Shape;6854;p26"/>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5" name="Google Shape;6855;p26"/>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6" name="Google Shape;6856;p26"/>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7" name="Google Shape;6857;p26"/>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8" name="Google Shape;6858;p26"/>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9" name="Google Shape;6859;p26"/>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0" name="Google Shape;6860;p26"/>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1" name="Google Shape;6861;p26"/>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2" name="Google Shape;6862;p26"/>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3" name="Google Shape;6863;p26"/>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4" name="Google Shape;6864;p26"/>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5" name="Google Shape;6865;p26"/>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6" name="Google Shape;6866;p26"/>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7" name="Google Shape;6867;p26"/>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8" name="Google Shape;6868;p26"/>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9" name="Google Shape;6869;p26"/>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0" name="Google Shape;6870;p26"/>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1" name="Google Shape;6871;p26"/>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2" name="Google Shape;6872;p26"/>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3" name="Google Shape;6873;p26"/>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4" name="Google Shape;6874;p26"/>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5" name="Google Shape;6875;p26"/>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6" name="Google Shape;6876;p26"/>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7" name="Google Shape;6877;p26"/>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8" name="Google Shape;6878;p26"/>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9" name="Google Shape;6879;p26"/>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0" name="Google Shape;6880;p26"/>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1" name="Google Shape;6881;p26"/>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2" name="Google Shape;6882;p26"/>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3" name="Google Shape;6883;p26"/>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4" name="Google Shape;6884;p26"/>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5" name="Google Shape;6885;p26"/>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6" name="Google Shape;6886;p26"/>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7" name="Google Shape;6887;p26"/>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8" name="Google Shape;6888;p26"/>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9" name="Google Shape;6889;p26"/>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0" name="Google Shape;6890;p26"/>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1" name="Google Shape;6891;p26"/>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2" name="Google Shape;6892;p26"/>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3" name="Google Shape;6893;p26"/>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4" name="Google Shape;6894;p26"/>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5" name="Google Shape;6895;p26"/>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6" name="Google Shape;6896;p26"/>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7" name="Google Shape;6897;p26"/>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8" name="Google Shape;6898;p26"/>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9" name="Google Shape;6899;p26"/>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0" name="Google Shape;6900;p26"/>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1" name="Google Shape;6901;p26"/>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2" name="Google Shape;6902;p26"/>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3" name="Google Shape;6903;p26"/>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4" name="Google Shape;6904;p26"/>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5" name="Google Shape;6905;p26"/>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6" name="Google Shape;6906;p26"/>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7" name="Google Shape;6907;p26"/>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8" name="Google Shape;6908;p26"/>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9" name="Google Shape;6909;p26"/>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0" name="Google Shape;6910;p26"/>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1" name="Google Shape;6911;p26"/>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2" name="Google Shape;6912;p26"/>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3" name="Google Shape;6913;p26"/>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4" name="Google Shape;6914;p26"/>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5" name="Google Shape;6915;p26"/>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6" name="Google Shape;6916;p26"/>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7" name="Google Shape;6917;p26"/>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8" name="Google Shape;6918;p26"/>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9" name="Google Shape;6919;p26"/>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0" name="Google Shape;6920;p26"/>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1" name="Google Shape;6921;p26"/>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2" name="Google Shape;6922;p26"/>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3" name="Google Shape;6923;p26"/>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4" name="Google Shape;6924;p26"/>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5" name="Google Shape;6925;p26"/>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6" name="Google Shape;6926;p26"/>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7" name="Google Shape;6927;p26"/>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8" name="Google Shape;6928;p26"/>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9" name="Google Shape;6929;p26"/>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0" name="Google Shape;6930;p26"/>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1" name="Google Shape;6931;p26"/>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2" name="Google Shape;6932;p26"/>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3" name="Google Shape;6933;p26"/>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4" name="Google Shape;6934;p26"/>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5" name="Google Shape;6935;p26"/>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6" name="Google Shape;6936;p26"/>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7" name="Google Shape;6937;p26"/>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8" name="Google Shape;6938;p26"/>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9" name="Google Shape;6939;p26"/>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0" name="Google Shape;6940;p26"/>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1" name="Google Shape;6941;p26"/>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2" name="Google Shape;6942;p26"/>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3" name="Google Shape;6943;p26"/>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4" name="Google Shape;6944;p26"/>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5" name="Google Shape;6945;p26"/>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6" name="Google Shape;6946;p26"/>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7" name="Google Shape;6947;p26"/>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8" name="Google Shape;6948;p26"/>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9" name="Google Shape;6949;p26"/>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0" name="Google Shape;6950;p26"/>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1" name="Google Shape;6951;p26"/>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2" name="Google Shape;6952;p26"/>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3" name="Google Shape;6953;p26"/>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4" name="Google Shape;6954;p26"/>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5" name="Google Shape;6955;p26"/>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6" name="Google Shape;6956;p26"/>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7" name="Google Shape;6957;p26"/>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8" name="Google Shape;6958;p26"/>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9" name="Google Shape;6959;p26"/>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0" name="Google Shape;6960;p26"/>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1" name="Google Shape;6961;p26"/>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2" name="Google Shape;6962;p26"/>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3" name="Google Shape;6963;p26"/>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964" name="Google Shape;6964;p26"/>
          <p:cNvGrpSpPr/>
          <p:nvPr/>
        </p:nvGrpSpPr>
        <p:grpSpPr>
          <a:xfrm>
            <a:off x="66" y="-222468"/>
            <a:ext cx="578831" cy="7314599"/>
            <a:chOff x="13274" y="-166851"/>
            <a:chExt cx="434123" cy="5485949"/>
          </a:xfrm>
        </p:grpSpPr>
        <p:sp>
          <p:nvSpPr>
            <p:cNvPr id="6965" name="Google Shape;6965;p26"/>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6" name="Google Shape;6966;p26"/>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7" name="Google Shape;6967;p26"/>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8" name="Google Shape;6968;p26"/>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9" name="Google Shape;6969;p26"/>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0" name="Google Shape;6970;p26"/>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1" name="Google Shape;6971;p26"/>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2" name="Google Shape;6972;p26"/>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3" name="Google Shape;6973;p26"/>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4" name="Google Shape;6974;p26"/>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5" name="Google Shape;6975;p26"/>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6" name="Google Shape;6976;p26"/>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7" name="Google Shape;6977;p26"/>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8" name="Google Shape;6978;p26"/>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9" name="Google Shape;6979;p26"/>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0" name="Google Shape;6980;p26"/>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1" name="Google Shape;6981;p26"/>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2" name="Google Shape;6982;p26"/>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3" name="Google Shape;6983;p26"/>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4" name="Google Shape;6984;p26"/>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5" name="Google Shape;6985;p26"/>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6" name="Google Shape;6986;p26"/>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7" name="Google Shape;6987;p26"/>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8" name="Google Shape;6988;p26"/>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9" name="Google Shape;6989;p26"/>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0" name="Google Shape;6990;p26"/>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1" name="Google Shape;6991;p26"/>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2" name="Google Shape;6992;p26"/>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3" name="Google Shape;6993;p26"/>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4" name="Google Shape;6994;p26"/>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5" name="Google Shape;6995;p26"/>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6" name="Google Shape;6996;p26"/>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7" name="Google Shape;6997;p26"/>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8" name="Google Shape;6998;p26"/>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9" name="Google Shape;6999;p26"/>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0" name="Google Shape;7000;p26"/>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1" name="Google Shape;7001;p26"/>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2" name="Google Shape;7002;p26"/>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3" name="Google Shape;7003;p26"/>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4" name="Google Shape;7004;p26"/>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5" name="Google Shape;7005;p26"/>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6" name="Google Shape;7006;p26"/>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7" name="Google Shape;7007;p26"/>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8" name="Google Shape;7008;p26"/>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9" name="Google Shape;7009;p26"/>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0" name="Google Shape;7010;p26"/>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1" name="Google Shape;7011;p26"/>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2" name="Google Shape;7012;p26"/>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3" name="Google Shape;7013;p26"/>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4" name="Google Shape;7014;p26"/>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5" name="Google Shape;7015;p26"/>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6" name="Google Shape;7016;p26"/>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7" name="Google Shape;7017;p26"/>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8" name="Google Shape;7018;p26"/>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9" name="Google Shape;7019;p26"/>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0" name="Google Shape;7020;p26"/>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1" name="Google Shape;7021;p26"/>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2" name="Google Shape;7022;p26"/>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3" name="Google Shape;7023;p26"/>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4" name="Google Shape;7024;p26"/>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5" name="Google Shape;7025;p26"/>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6" name="Google Shape;7026;p26"/>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7" name="Google Shape;7027;p26"/>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8" name="Google Shape;7028;p26"/>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9" name="Google Shape;7029;p26"/>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0" name="Google Shape;7030;p26"/>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1" name="Google Shape;7031;p26"/>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2" name="Google Shape;7032;p26"/>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3" name="Google Shape;7033;p26"/>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4" name="Google Shape;7034;p26"/>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5" name="Google Shape;7035;p26"/>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6" name="Google Shape;7036;p26"/>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7" name="Google Shape;7037;p26"/>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8" name="Google Shape;7038;p26"/>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9" name="Google Shape;7039;p26"/>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0" name="Google Shape;7040;p26"/>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1" name="Google Shape;7041;p26"/>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2" name="Google Shape;7042;p26"/>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3" name="Google Shape;7043;p26"/>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4" name="Google Shape;7044;p26"/>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5" name="Google Shape;7045;p26"/>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6" name="Google Shape;7046;p26"/>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7" name="Google Shape;7047;p26"/>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8" name="Google Shape;7048;p26"/>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9" name="Google Shape;7049;p26"/>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0" name="Google Shape;7050;p26"/>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1" name="Google Shape;7051;p26"/>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2" name="Google Shape;7052;p26"/>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3" name="Google Shape;7053;p26"/>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4" name="Google Shape;7054;p26"/>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5" name="Google Shape;7055;p26"/>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6" name="Google Shape;7056;p26"/>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7" name="Google Shape;7057;p26"/>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8" name="Google Shape;7058;p26"/>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9" name="Google Shape;7059;p26"/>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0" name="Google Shape;7060;p26"/>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1" name="Google Shape;7061;p26"/>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2" name="Google Shape;7062;p26"/>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3" name="Google Shape;7063;p26"/>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4" name="Google Shape;7064;p26"/>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5" name="Google Shape;7065;p26"/>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6" name="Google Shape;7066;p26"/>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7" name="Google Shape;7067;p26"/>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8" name="Google Shape;7068;p26"/>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9" name="Google Shape;7069;p26"/>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0" name="Google Shape;7070;p26"/>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1" name="Google Shape;7071;p26"/>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2" name="Google Shape;7072;p26"/>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3" name="Google Shape;7073;p26"/>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4" name="Google Shape;7074;p26"/>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5" name="Google Shape;7075;p26"/>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6" name="Google Shape;7076;p26"/>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7" name="Google Shape;7077;p26"/>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8" name="Google Shape;7078;p26"/>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9" name="Google Shape;7079;p26"/>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0" name="Google Shape;7080;p26"/>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1" name="Google Shape;7081;p26"/>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2" name="Google Shape;7082;p26"/>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3" name="Google Shape;7083;p26"/>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4" name="Google Shape;7084;p26"/>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5" name="Google Shape;7085;p26"/>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6" name="Google Shape;7086;p26"/>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7" name="Google Shape;7087;p26"/>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8" name="Google Shape;7088;p26"/>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9" name="Google Shape;7089;p26"/>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0" name="Google Shape;7090;p26"/>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1" name="Google Shape;7091;p26"/>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2" name="Google Shape;7092;p26"/>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3" name="Google Shape;7093;p26"/>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4" name="Google Shape;7094;p26"/>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5" name="Google Shape;7095;p26"/>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6" name="Google Shape;7096;p26"/>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7" name="Google Shape;7097;p26"/>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8" name="Google Shape;7098;p26"/>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9" name="Google Shape;7099;p26"/>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0" name="Google Shape;7100;p26"/>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101" name="Google Shape;7101;p2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7102" name="Google Shape;7102;p26"/>
          <p:cNvSpPr txBox="1">
            <a:spLocks noGrp="1"/>
          </p:cNvSpPr>
          <p:nvPr>
            <p:ph type="subTitle" idx="3"/>
          </p:nvPr>
        </p:nvSpPr>
        <p:spPr>
          <a:xfrm>
            <a:off x="5066133" y="4031584"/>
            <a:ext cx="2788400" cy="58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7103" name="Google Shape;7103;p26"/>
          <p:cNvSpPr txBox="1">
            <a:spLocks noGrp="1"/>
          </p:cNvSpPr>
          <p:nvPr>
            <p:ph type="subTitle" idx="4"/>
          </p:nvPr>
        </p:nvSpPr>
        <p:spPr>
          <a:xfrm>
            <a:off x="5066133" y="4613484"/>
            <a:ext cx="2788400" cy="838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Tree>
    <p:extLst>
      <p:ext uri="{BB962C8B-B14F-4D97-AF65-F5344CB8AC3E}">
        <p14:creationId xmlns:p14="http://schemas.microsoft.com/office/powerpoint/2010/main" val="331713277"/>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two columns 3" preserve="1">
  <p:cSld name="Title and two columns 3">
    <p:spTree>
      <p:nvGrpSpPr>
        <p:cNvPr id="1" name="Shape 7104"/>
        <p:cNvGrpSpPr/>
        <p:nvPr/>
      </p:nvGrpSpPr>
      <p:grpSpPr>
        <a:xfrm>
          <a:off x="0" y="0"/>
          <a:ext cx="0" cy="0"/>
          <a:chOff x="0" y="0"/>
          <a:chExt cx="0" cy="0"/>
        </a:xfrm>
      </p:grpSpPr>
      <p:grpSp>
        <p:nvGrpSpPr>
          <p:cNvPr id="7105" name="Google Shape;7105;p27"/>
          <p:cNvGrpSpPr/>
          <p:nvPr/>
        </p:nvGrpSpPr>
        <p:grpSpPr>
          <a:xfrm rot="3586291" flipH="1">
            <a:off x="10130931" y="5324201"/>
            <a:ext cx="2737799" cy="1640960"/>
            <a:chOff x="3911500" y="3122300"/>
            <a:chExt cx="597375" cy="358050"/>
          </a:xfrm>
        </p:grpSpPr>
        <p:sp>
          <p:nvSpPr>
            <p:cNvPr id="7106" name="Google Shape;7106;p27"/>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7" name="Google Shape;7107;p27"/>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8" name="Google Shape;7108;p27"/>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9" name="Google Shape;7109;p27"/>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0" name="Google Shape;7110;p27"/>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1" name="Google Shape;7111;p27"/>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2" name="Google Shape;7112;p27"/>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3" name="Google Shape;7113;p27"/>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4" name="Google Shape;7114;p27"/>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5" name="Google Shape;7115;p27"/>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6" name="Google Shape;7116;p27"/>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7" name="Google Shape;7117;p27"/>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8" name="Google Shape;7118;p27"/>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9" name="Google Shape;7119;p27"/>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0" name="Google Shape;7120;p27"/>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1" name="Google Shape;7121;p27"/>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2" name="Google Shape;7122;p27"/>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3" name="Google Shape;7123;p27"/>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4" name="Google Shape;7124;p27"/>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5" name="Google Shape;7125;p27"/>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6" name="Google Shape;7126;p27"/>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7" name="Google Shape;7127;p27"/>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8" name="Google Shape;7128;p27"/>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9" name="Google Shape;7129;p27"/>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0" name="Google Shape;7130;p27"/>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1" name="Google Shape;7131;p27"/>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2" name="Google Shape;7132;p27"/>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3" name="Google Shape;7133;p27"/>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4" name="Google Shape;7134;p27"/>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5" name="Google Shape;7135;p27"/>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6" name="Google Shape;7136;p27"/>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137" name="Google Shape;7137;p27"/>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7138" name="Google Shape;7138;p27"/>
          <p:cNvSpPr txBox="1">
            <a:spLocks noGrp="1"/>
          </p:cNvSpPr>
          <p:nvPr>
            <p:ph type="body" idx="1"/>
          </p:nvPr>
        </p:nvSpPr>
        <p:spPr>
          <a:xfrm>
            <a:off x="960000" y="1356967"/>
            <a:ext cx="5100000" cy="4788000"/>
          </a:xfrm>
          <a:prstGeom prst="rect">
            <a:avLst/>
          </a:prstGeom>
        </p:spPr>
        <p:txBody>
          <a:bodyPr spcFirstLastPara="1" wrap="square" lIns="91425" tIns="91425" rIns="91425" bIns="91425" anchor="t" anchorCtr="0">
            <a:noAutofit/>
          </a:bodyPr>
          <a:lstStyle>
            <a:lvl1pPr marL="609585" lvl="0" indent="-423323" rtl="0">
              <a:spcBef>
                <a:spcPts val="0"/>
              </a:spcBef>
              <a:spcAft>
                <a:spcPts val="0"/>
              </a:spcAft>
              <a:buClr>
                <a:schemeClr val="lt2"/>
              </a:buClr>
              <a:buSzPts val="1400"/>
              <a:buChar char="●"/>
              <a:defRPr sz="1600">
                <a:solidFill>
                  <a:srgbClr val="434343"/>
                </a:solidFill>
              </a:defRPr>
            </a:lvl1pPr>
            <a:lvl2pPr marL="1219170" lvl="1" indent="-423323" rtl="0">
              <a:lnSpc>
                <a:spcPct val="115000"/>
              </a:lnSpc>
              <a:spcBef>
                <a:spcPts val="0"/>
              </a:spcBef>
              <a:spcAft>
                <a:spcPts val="0"/>
              </a:spcAft>
              <a:buClr>
                <a:schemeClr val="dk1"/>
              </a:buClr>
              <a:buSzPts val="1400"/>
              <a:buFont typeface="Overpass"/>
              <a:buChar char="○"/>
              <a:defRPr>
                <a:solidFill>
                  <a:srgbClr val="434343"/>
                </a:solidFill>
              </a:defRPr>
            </a:lvl2pPr>
            <a:lvl3pPr marL="1828754" lvl="2" indent="-423323" rtl="0">
              <a:lnSpc>
                <a:spcPct val="115000"/>
              </a:lnSpc>
              <a:spcBef>
                <a:spcPts val="0"/>
              </a:spcBef>
              <a:spcAft>
                <a:spcPts val="0"/>
              </a:spcAft>
              <a:buClr>
                <a:schemeClr val="dk1"/>
              </a:buClr>
              <a:buSzPts val="1400"/>
              <a:buFont typeface="Overpass"/>
              <a:buChar char="■"/>
              <a:defRPr>
                <a:solidFill>
                  <a:srgbClr val="434343"/>
                </a:solidFill>
              </a:defRPr>
            </a:lvl3pPr>
            <a:lvl4pPr marL="2438339" lvl="3" indent="-423323" rtl="0">
              <a:lnSpc>
                <a:spcPct val="115000"/>
              </a:lnSpc>
              <a:spcBef>
                <a:spcPts val="0"/>
              </a:spcBef>
              <a:spcAft>
                <a:spcPts val="0"/>
              </a:spcAft>
              <a:buClr>
                <a:schemeClr val="dk1"/>
              </a:buClr>
              <a:buSzPts val="1400"/>
              <a:buFont typeface="Overpass"/>
              <a:buChar char="●"/>
              <a:defRPr>
                <a:solidFill>
                  <a:srgbClr val="434343"/>
                </a:solidFill>
              </a:defRPr>
            </a:lvl4pPr>
            <a:lvl5pPr marL="3047924" lvl="4" indent="-423323" rtl="0">
              <a:lnSpc>
                <a:spcPct val="115000"/>
              </a:lnSpc>
              <a:spcBef>
                <a:spcPts val="0"/>
              </a:spcBef>
              <a:spcAft>
                <a:spcPts val="0"/>
              </a:spcAft>
              <a:buClr>
                <a:schemeClr val="dk1"/>
              </a:buClr>
              <a:buSzPts val="1400"/>
              <a:buFont typeface="Overpass"/>
              <a:buChar char="○"/>
              <a:defRPr>
                <a:solidFill>
                  <a:srgbClr val="434343"/>
                </a:solidFill>
              </a:defRPr>
            </a:lvl5pPr>
            <a:lvl6pPr marL="3657509" lvl="5" indent="-423323" rtl="0">
              <a:lnSpc>
                <a:spcPct val="115000"/>
              </a:lnSpc>
              <a:spcBef>
                <a:spcPts val="0"/>
              </a:spcBef>
              <a:spcAft>
                <a:spcPts val="0"/>
              </a:spcAft>
              <a:buClr>
                <a:schemeClr val="dk1"/>
              </a:buClr>
              <a:buSzPts val="1400"/>
              <a:buFont typeface="Overpass"/>
              <a:buChar char="■"/>
              <a:defRPr>
                <a:solidFill>
                  <a:srgbClr val="434343"/>
                </a:solidFill>
              </a:defRPr>
            </a:lvl6pPr>
            <a:lvl7pPr marL="4267093" lvl="6" indent="-423323" rtl="0">
              <a:lnSpc>
                <a:spcPct val="115000"/>
              </a:lnSpc>
              <a:spcBef>
                <a:spcPts val="0"/>
              </a:spcBef>
              <a:spcAft>
                <a:spcPts val="0"/>
              </a:spcAft>
              <a:buClr>
                <a:schemeClr val="dk1"/>
              </a:buClr>
              <a:buSzPts val="1400"/>
              <a:buFont typeface="Overpass"/>
              <a:buChar char="●"/>
              <a:defRPr>
                <a:solidFill>
                  <a:srgbClr val="434343"/>
                </a:solidFill>
              </a:defRPr>
            </a:lvl7pPr>
            <a:lvl8pPr marL="4876678" lvl="7" indent="-423323" rtl="0">
              <a:lnSpc>
                <a:spcPct val="115000"/>
              </a:lnSpc>
              <a:spcBef>
                <a:spcPts val="0"/>
              </a:spcBef>
              <a:spcAft>
                <a:spcPts val="0"/>
              </a:spcAft>
              <a:buClr>
                <a:schemeClr val="dk1"/>
              </a:buClr>
              <a:buSzPts val="1400"/>
              <a:buFont typeface="Overpass"/>
              <a:buChar char="○"/>
              <a:defRPr>
                <a:solidFill>
                  <a:srgbClr val="434343"/>
                </a:solidFill>
              </a:defRPr>
            </a:lvl8pPr>
            <a:lvl9pPr marL="5486263" lvl="8" indent="-423323" rtl="0">
              <a:lnSpc>
                <a:spcPct val="115000"/>
              </a:lnSpc>
              <a:spcBef>
                <a:spcPts val="0"/>
              </a:spcBef>
              <a:spcAft>
                <a:spcPts val="0"/>
              </a:spcAft>
              <a:buClr>
                <a:schemeClr val="dk1"/>
              </a:buClr>
              <a:buSzPts val="1400"/>
              <a:buFont typeface="Overpass"/>
              <a:buChar char="■"/>
              <a:defRPr>
                <a:solidFill>
                  <a:srgbClr val="434343"/>
                </a:solidFill>
              </a:defRPr>
            </a:lvl9pPr>
          </a:lstStyle>
          <a:p>
            <a:pPr lvl="0"/>
            <a:r>
              <a:rPr lang="en-US"/>
              <a:t>Click to edit Master text styles</a:t>
            </a:r>
          </a:p>
        </p:txBody>
      </p:sp>
      <p:sp>
        <p:nvSpPr>
          <p:cNvPr id="7139" name="Google Shape;7139;p27"/>
          <p:cNvSpPr txBox="1">
            <a:spLocks noGrp="1"/>
          </p:cNvSpPr>
          <p:nvPr>
            <p:ph type="body" idx="2"/>
          </p:nvPr>
        </p:nvSpPr>
        <p:spPr>
          <a:xfrm>
            <a:off x="6131867" y="1356967"/>
            <a:ext cx="5100000" cy="4788000"/>
          </a:xfrm>
          <a:prstGeom prst="rect">
            <a:avLst/>
          </a:prstGeom>
        </p:spPr>
        <p:txBody>
          <a:bodyPr spcFirstLastPara="1" wrap="square" lIns="91425" tIns="91425" rIns="91425" bIns="91425" anchor="t" anchorCtr="0">
            <a:noAutofit/>
          </a:bodyPr>
          <a:lstStyle>
            <a:lvl1pPr marL="609585" lvl="0" indent="-423323" rtl="0">
              <a:spcBef>
                <a:spcPts val="0"/>
              </a:spcBef>
              <a:spcAft>
                <a:spcPts val="0"/>
              </a:spcAft>
              <a:buClr>
                <a:schemeClr val="lt2"/>
              </a:buClr>
              <a:buSzPts val="1400"/>
              <a:buChar char="●"/>
              <a:defRPr sz="1600">
                <a:solidFill>
                  <a:srgbClr val="434343"/>
                </a:solidFill>
              </a:defRPr>
            </a:lvl1pPr>
            <a:lvl2pPr marL="1219170" lvl="1" indent="-423323" rtl="0">
              <a:lnSpc>
                <a:spcPct val="115000"/>
              </a:lnSpc>
              <a:spcBef>
                <a:spcPts val="0"/>
              </a:spcBef>
              <a:spcAft>
                <a:spcPts val="0"/>
              </a:spcAft>
              <a:buSzPts val="1400"/>
              <a:buFont typeface="Overpass"/>
              <a:buChar char="○"/>
              <a:defRPr>
                <a:solidFill>
                  <a:srgbClr val="434343"/>
                </a:solidFill>
              </a:defRPr>
            </a:lvl2pPr>
            <a:lvl3pPr marL="1828754" lvl="2" indent="-423323" rtl="0">
              <a:lnSpc>
                <a:spcPct val="115000"/>
              </a:lnSpc>
              <a:spcBef>
                <a:spcPts val="0"/>
              </a:spcBef>
              <a:spcAft>
                <a:spcPts val="0"/>
              </a:spcAft>
              <a:buSzPts val="1400"/>
              <a:buFont typeface="Overpass"/>
              <a:buChar char="■"/>
              <a:defRPr>
                <a:solidFill>
                  <a:srgbClr val="434343"/>
                </a:solidFill>
              </a:defRPr>
            </a:lvl3pPr>
            <a:lvl4pPr marL="2438339" lvl="3" indent="-423323" rtl="0">
              <a:lnSpc>
                <a:spcPct val="115000"/>
              </a:lnSpc>
              <a:spcBef>
                <a:spcPts val="0"/>
              </a:spcBef>
              <a:spcAft>
                <a:spcPts val="0"/>
              </a:spcAft>
              <a:buSzPts val="1400"/>
              <a:buFont typeface="Overpass"/>
              <a:buChar char="●"/>
              <a:defRPr>
                <a:solidFill>
                  <a:srgbClr val="434343"/>
                </a:solidFill>
              </a:defRPr>
            </a:lvl4pPr>
            <a:lvl5pPr marL="3047924" lvl="4" indent="-423323" rtl="0">
              <a:lnSpc>
                <a:spcPct val="115000"/>
              </a:lnSpc>
              <a:spcBef>
                <a:spcPts val="0"/>
              </a:spcBef>
              <a:spcAft>
                <a:spcPts val="0"/>
              </a:spcAft>
              <a:buSzPts val="1400"/>
              <a:buFont typeface="Overpass"/>
              <a:buChar char="○"/>
              <a:defRPr>
                <a:solidFill>
                  <a:srgbClr val="434343"/>
                </a:solidFill>
              </a:defRPr>
            </a:lvl5pPr>
            <a:lvl6pPr marL="3657509" lvl="5" indent="-423323" rtl="0">
              <a:lnSpc>
                <a:spcPct val="115000"/>
              </a:lnSpc>
              <a:spcBef>
                <a:spcPts val="0"/>
              </a:spcBef>
              <a:spcAft>
                <a:spcPts val="0"/>
              </a:spcAft>
              <a:buSzPts val="1400"/>
              <a:buFont typeface="Overpass"/>
              <a:buChar char="■"/>
              <a:defRPr>
                <a:solidFill>
                  <a:srgbClr val="434343"/>
                </a:solidFill>
              </a:defRPr>
            </a:lvl6pPr>
            <a:lvl7pPr marL="4267093" lvl="6" indent="-423323" rtl="0">
              <a:lnSpc>
                <a:spcPct val="115000"/>
              </a:lnSpc>
              <a:spcBef>
                <a:spcPts val="0"/>
              </a:spcBef>
              <a:spcAft>
                <a:spcPts val="0"/>
              </a:spcAft>
              <a:buSzPts val="1400"/>
              <a:buFont typeface="Overpass"/>
              <a:buChar char="●"/>
              <a:defRPr>
                <a:solidFill>
                  <a:srgbClr val="434343"/>
                </a:solidFill>
              </a:defRPr>
            </a:lvl7pPr>
            <a:lvl8pPr marL="4876678" lvl="7" indent="-423323" rtl="0">
              <a:lnSpc>
                <a:spcPct val="115000"/>
              </a:lnSpc>
              <a:spcBef>
                <a:spcPts val="0"/>
              </a:spcBef>
              <a:spcAft>
                <a:spcPts val="0"/>
              </a:spcAft>
              <a:buSzPts val="1400"/>
              <a:buFont typeface="Overpass"/>
              <a:buChar char="○"/>
              <a:defRPr>
                <a:solidFill>
                  <a:srgbClr val="434343"/>
                </a:solidFill>
              </a:defRPr>
            </a:lvl8pPr>
            <a:lvl9pPr marL="5486263" lvl="8" indent="-423323" rtl="0">
              <a:lnSpc>
                <a:spcPct val="115000"/>
              </a:lnSpc>
              <a:spcBef>
                <a:spcPts val="0"/>
              </a:spcBef>
              <a:spcAft>
                <a:spcPts val="0"/>
              </a:spcAft>
              <a:buSzPts val="1400"/>
              <a:buFont typeface="Overpass"/>
              <a:buChar char="■"/>
              <a:defRPr>
                <a:solidFill>
                  <a:srgbClr val="434343"/>
                </a:solidFill>
              </a:defRPr>
            </a:lvl9pPr>
          </a:lstStyle>
          <a:p>
            <a:pPr lvl="0"/>
            <a:r>
              <a:rPr lang="en-US"/>
              <a:t>Click to edit Master text styles</a:t>
            </a:r>
          </a:p>
        </p:txBody>
      </p:sp>
    </p:spTree>
    <p:extLst>
      <p:ext uri="{BB962C8B-B14F-4D97-AF65-F5344CB8AC3E}">
        <p14:creationId xmlns:p14="http://schemas.microsoft.com/office/powerpoint/2010/main" val="20301295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three columns" preserve="1">
  <p:cSld name="Title and three columns">
    <p:spTree>
      <p:nvGrpSpPr>
        <p:cNvPr id="1" name="Shape 7140"/>
        <p:cNvGrpSpPr/>
        <p:nvPr/>
      </p:nvGrpSpPr>
      <p:grpSpPr>
        <a:xfrm>
          <a:off x="0" y="0"/>
          <a:ext cx="0" cy="0"/>
          <a:chOff x="0" y="0"/>
          <a:chExt cx="0" cy="0"/>
        </a:xfrm>
      </p:grpSpPr>
      <p:grpSp>
        <p:nvGrpSpPr>
          <p:cNvPr id="7141" name="Google Shape;7141;p28"/>
          <p:cNvGrpSpPr/>
          <p:nvPr/>
        </p:nvGrpSpPr>
        <p:grpSpPr>
          <a:xfrm rot="7213709">
            <a:off x="9170831" y="403768"/>
            <a:ext cx="2737799" cy="1640960"/>
            <a:chOff x="3911500" y="3122300"/>
            <a:chExt cx="597375" cy="358050"/>
          </a:xfrm>
        </p:grpSpPr>
        <p:sp>
          <p:nvSpPr>
            <p:cNvPr id="7142" name="Google Shape;7142;p28"/>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3" name="Google Shape;7143;p28"/>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4" name="Google Shape;7144;p28"/>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5" name="Google Shape;7145;p28"/>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6" name="Google Shape;7146;p28"/>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7" name="Google Shape;7147;p28"/>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8" name="Google Shape;7148;p28"/>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9" name="Google Shape;7149;p28"/>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0" name="Google Shape;7150;p28"/>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1" name="Google Shape;7151;p28"/>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2" name="Google Shape;7152;p28"/>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3" name="Google Shape;7153;p28"/>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4" name="Google Shape;7154;p28"/>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5" name="Google Shape;7155;p28"/>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6" name="Google Shape;7156;p28"/>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7" name="Google Shape;7157;p28"/>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8" name="Google Shape;7158;p28"/>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9" name="Google Shape;7159;p28"/>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0" name="Google Shape;7160;p28"/>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1" name="Google Shape;7161;p28"/>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2" name="Google Shape;7162;p28"/>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3" name="Google Shape;7163;p28"/>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4" name="Google Shape;7164;p28"/>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5" name="Google Shape;7165;p28"/>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6" name="Google Shape;7166;p28"/>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7" name="Google Shape;7167;p28"/>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8" name="Google Shape;7168;p28"/>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9" name="Google Shape;7169;p28"/>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0" name="Google Shape;7170;p28"/>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1" name="Google Shape;7171;p28"/>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2" name="Google Shape;7172;p28"/>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173" name="Google Shape;7173;p28"/>
          <p:cNvSpPr txBox="1">
            <a:spLocks noGrp="1"/>
          </p:cNvSpPr>
          <p:nvPr>
            <p:ph type="subTitle" idx="1"/>
          </p:nvPr>
        </p:nvSpPr>
        <p:spPr>
          <a:xfrm>
            <a:off x="960000" y="3414567"/>
            <a:ext cx="3115200" cy="588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7174" name="Google Shape;7174;p28"/>
          <p:cNvSpPr txBox="1">
            <a:spLocks noGrp="1"/>
          </p:cNvSpPr>
          <p:nvPr>
            <p:ph type="subTitle" idx="2"/>
          </p:nvPr>
        </p:nvSpPr>
        <p:spPr>
          <a:xfrm>
            <a:off x="960000" y="4003145"/>
            <a:ext cx="3115200" cy="109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7175" name="Google Shape;7175;p28"/>
          <p:cNvSpPr txBox="1">
            <a:spLocks noGrp="1"/>
          </p:cNvSpPr>
          <p:nvPr>
            <p:ph type="subTitle" idx="3"/>
          </p:nvPr>
        </p:nvSpPr>
        <p:spPr>
          <a:xfrm>
            <a:off x="4538400" y="4003145"/>
            <a:ext cx="3115200" cy="109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7176" name="Google Shape;7176;p28"/>
          <p:cNvSpPr txBox="1">
            <a:spLocks noGrp="1"/>
          </p:cNvSpPr>
          <p:nvPr>
            <p:ph type="subTitle" idx="4"/>
          </p:nvPr>
        </p:nvSpPr>
        <p:spPr>
          <a:xfrm>
            <a:off x="8116800" y="4003145"/>
            <a:ext cx="3115200" cy="109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7177" name="Google Shape;7177;p28"/>
          <p:cNvSpPr txBox="1">
            <a:spLocks noGrp="1"/>
          </p:cNvSpPr>
          <p:nvPr>
            <p:ph type="subTitle" idx="5"/>
          </p:nvPr>
        </p:nvSpPr>
        <p:spPr>
          <a:xfrm>
            <a:off x="4538400" y="3414567"/>
            <a:ext cx="3115200" cy="588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7178" name="Google Shape;7178;p28"/>
          <p:cNvSpPr txBox="1">
            <a:spLocks noGrp="1"/>
          </p:cNvSpPr>
          <p:nvPr>
            <p:ph type="subTitle" idx="6"/>
          </p:nvPr>
        </p:nvSpPr>
        <p:spPr>
          <a:xfrm>
            <a:off x="8116800" y="3414567"/>
            <a:ext cx="3115200" cy="588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7179" name="Google Shape;7179;p28"/>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7180" name="Google Shape;7180;p28"/>
          <p:cNvGrpSpPr/>
          <p:nvPr/>
        </p:nvGrpSpPr>
        <p:grpSpPr>
          <a:xfrm flipH="1">
            <a:off x="11613166" y="-222468"/>
            <a:ext cx="578831" cy="7314599"/>
            <a:chOff x="13274" y="-166851"/>
            <a:chExt cx="434123" cy="5485949"/>
          </a:xfrm>
        </p:grpSpPr>
        <p:sp>
          <p:nvSpPr>
            <p:cNvPr id="7181" name="Google Shape;7181;p28"/>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2" name="Google Shape;7182;p28"/>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3" name="Google Shape;7183;p28"/>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4" name="Google Shape;7184;p28"/>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5" name="Google Shape;7185;p28"/>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6" name="Google Shape;7186;p28"/>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7" name="Google Shape;7187;p28"/>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8" name="Google Shape;7188;p28"/>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9" name="Google Shape;7189;p28"/>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0" name="Google Shape;7190;p28"/>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1" name="Google Shape;7191;p28"/>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2" name="Google Shape;7192;p28"/>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3" name="Google Shape;7193;p28"/>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4" name="Google Shape;7194;p28"/>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5" name="Google Shape;7195;p28"/>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6" name="Google Shape;7196;p28"/>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7" name="Google Shape;7197;p28"/>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8" name="Google Shape;7198;p28"/>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9" name="Google Shape;7199;p28"/>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0" name="Google Shape;7200;p28"/>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1" name="Google Shape;7201;p28"/>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2" name="Google Shape;7202;p28"/>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3" name="Google Shape;7203;p28"/>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4" name="Google Shape;7204;p28"/>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5" name="Google Shape;7205;p28"/>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6" name="Google Shape;7206;p28"/>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7" name="Google Shape;7207;p28"/>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8" name="Google Shape;7208;p28"/>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9" name="Google Shape;7209;p28"/>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0" name="Google Shape;7210;p28"/>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1" name="Google Shape;7211;p28"/>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2" name="Google Shape;7212;p28"/>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3" name="Google Shape;7213;p28"/>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4" name="Google Shape;7214;p28"/>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5" name="Google Shape;7215;p28"/>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6" name="Google Shape;7216;p28"/>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7" name="Google Shape;7217;p28"/>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8" name="Google Shape;7218;p28"/>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9" name="Google Shape;7219;p28"/>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0" name="Google Shape;7220;p28"/>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1" name="Google Shape;7221;p28"/>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2" name="Google Shape;7222;p28"/>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3" name="Google Shape;7223;p28"/>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4" name="Google Shape;7224;p28"/>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5" name="Google Shape;7225;p28"/>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6" name="Google Shape;7226;p28"/>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7" name="Google Shape;7227;p28"/>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8" name="Google Shape;7228;p28"/>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9" name="Google Shape;7229;p28"/>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0" name="Google Shape;7230;p28"/>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1" name="Google Shape;7231;p28"/>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2" name="Google Shape;7232;p28"/>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3" name="Google Shape;7233;p28"/>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4" name="Google Shape;7234;p28"/>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5" name="Google Shape;7235;p28"/>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6" name="Google Shape;7236;p28"/>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7" name="Google Shape;7237;p28"/>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8" name="Google Shape;7238;p28"/>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9" name="Google Shape;7239;p28"/>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0" name="Google Shape;7240;p28"/>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1" name="Google Shape;7241;p28"/>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2" name="Google Shape;7242;p28"/>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3" name="Google Shape;7243;p28"/>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4" name="Google Shape;7244;p28"/>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5" name="Google Shape;7245;p28"/>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6" name="Google Shape;7246;p28"/>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7" name="Google Shape;7247;p28"/>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8" name="Google Shape;7248;p28"/>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9" name="Google Shape;7249;p28"/>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0" name="Google Shape;7250;p28"/>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1" name="Google Shape;7251;p28"/>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2" name="Google Shape;7252;p28"/>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3" name="Google Shape;7253;p28"/>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4" name="Google Shape;7254;p28"/>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5" name="Google Shape;7255;p28"/>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6" name="Google Shape;7256;p28"/>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7" name="Google Shape;7257;p28"/>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8" name="Google Shape;7258;p28"/>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9" name="Google Shape;7259;p28"/>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0" name="Google Shape;7260;p28"/>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1" name="Google Shape;7261;p28"/>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2" name="Google Shape;7262;p28"/>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3" name="Google Shape;7263;p28"/>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4" name="Google Shape;7264;p28"/>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5" name="Google Shape;7265;p28"/>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6" name="Google Shape;7266;p28"/>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7" name="Google Shape;7267;p28"/>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8" name="Google Shape;7268;p28"/>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9" name="Google Shape;7269;p28"/>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0" name="Google Shape;7270;p28"/>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1" name="Google Shape;7271;p28"/>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2" name="Google Shape;7272;p28"/>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3" name="Google Shape;7273;p28"/>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4" name="Google Shape;7274;p28"/>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5" name="Google Shape;7275;p28"/>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6" name="Google Shape;7276;p28"/>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7" name="Google Shape;7277;p28"/>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8" name="Google Shape;7278;p28"/>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9" name="Google Shape;7279;p28"/>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0" name="Google Shape;7280;p28"/>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1" name="Google Shape;7281;p28"/>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2" name="Google Shape;7282;p28"/>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3" name="Google Shape;7283;p28"/>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4" name="Google Shape;7284;p28"/>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5" name="Google Shape;7285;p28"/>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6" name="Google Shape;7286;p28"/>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7" name="Google Shape;7287;p28"/>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8" name="Google Shape;7288;p28"/>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9" name="Google Shape;7289;p28"/>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0" name="Google Shape;7290;p28"/>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1" name="Google Shape;7291;p28"/>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2" name="Google Shape;7292;p28"/>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3" name="Google Shape;7293;p28"/>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4" name="Google Shape;7294;p28"/>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5" name="Google Shape;7295;p28"/>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6" name="Google Shape;7296;p28"/>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7" name="Google Shape;7297;p28"/>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8" name="Google Shape;7298;p28"/>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9" name="Google Shape;7299;p28"/>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0" name="Google Shape;7300;p28"/>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1" name="Google Shape;7301;p28"/>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2" name="Google Shape;7302;p28"/>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3" name="Google Shape;7303;p28"/>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4" name="Google Shape;7304;p28"/>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5" name="Google Shape;7305;p28"/>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6" name="Google Shape;7306;p28"/>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7" name="Google Shape;7307;p28"/>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8" name="Google Shape;7308;p28"/>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9" name="Google Shape;7309;p28"/>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0" name="Google Shape;7310;p28"/>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1" name="Google Shape;7311;p28"/>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2" name="Google Shape;7312;p28"/>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3" name="Google Shape;7313;p28"/>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4" name="Google Shape;7314;p28"/>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5" name="Google Shape;7315;p28"/>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6" name="Google Shape;7316;p28"/>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317" name="Google Shape;7317;p28"/>
          <p:cNvGrpSpPr/>
          <p:nvPr/>
        </p:nvGrpSpPr>
        <p:grpSpPr>
          <a:xfrm>
            <a:off x="66" y="-222468"/>
            <a:ext cx="578831" cy="7314599"/>
            <a:chOff x="13274" y="-166851"/>
            <a:chExt cx="434123" cy="5485949"/>
          </a:xfrm>
        </p:grpSpPr>
        <p:sp>
          <p:nvSpPr>
            <p:cNvPr id="7318" name="Google Shape;7318;p28"/>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9" name="Google Shape;7319;p28"/>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0" name="Google Shape;7320;p28"/>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1" name="Google Shape;7321;p28"/>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2" name="Google Shape;7322;p28"/>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3" name="Google Shape;7323;p28"/>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4" name="Google Shape;7324;p28"/>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5" name="Google Shape;7325;p28"/>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6" name="Google Shape;7326;p28"/>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7" name="Google Shape;7327;p28"/>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8" name="Google Shape;7328;p28"/>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9" name="Google Shape;7329;p28"/>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0" name="Google Shape;7330;p28"/>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1" name="Google Shape;7331;p28"/>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2" name="Google Shape;7332;p28"/>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3" name="Google Shape;7333;p28"/>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4" name="Google Shape;7334;p28"/>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5" name="Google Shape;7335;p28"/>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6" name="Google Shape;7336;p28"/>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7" name="Google Shape;7337;p28"/>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8" name="Google Shape;7338;p28"/>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9" name="Google Shape;7339;p28"/>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0" name="Google Shape;7340;p28"/>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1" name="Google Shape;7341;p28"/>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2" name="Google Shape;7342;p28"/>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3" name="Google Shape;7343;p28"/>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4" name="Google Shape;7344;p28"/>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5" name="Google Shape;7345;p28"/>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6" name="Google Shape;7346;p28"/>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7" name="Google Shape;7347;p28"/>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8" name="Google Shape;7348;p28"/>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9" name="Google Shape;7349;p28"/>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0" name="Google Shape;7350;p28"/>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1" name="Google Shape;7351;p28"/>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2" name="Google Shape;7352;p28"/>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3" name="Google Shape;7353;p28"/>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4" name="Google Shape;7354;p28"/>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5" name="Google Shape;7355;p28"/>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6" name="Google Shape;7356;p28"/>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7" name="Google Shape;7357;p28"/>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8" name="Google Shape;7358;p28"/>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9" name="Google Shape;7359;p28"/>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0" name="Google Shape;7360;p28"/>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1" name="Google Shape;7361;p28"/>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2" name="Google Shape;7362;p28"/>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3" name="Google Shape;7363;p28"/>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4" name="Google Shape;7364;p28"/>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5" name="Google Shape;7365;p28"/>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6" name="Google Shape;7366;p28"/>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7" name="Google Shape;7367;p28"/>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8" name="Google Shape;7368;p28"/>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9" name="Google Shape;7369;p28"/>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0" name="Google Shape;7370;p28"/>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1" name="Google Shape;7371;p28"/>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2" name="Google Shape;7372;p28"/>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3" name="Google Shape;7373;p28"/>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4" name="Google Shape;7374;p28"/>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5" name="Google Shape;7375;p28"/>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6" name="Google Shape;7376;p28"/>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7" name="Google Shape;7377;p28"/>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8" name="Google Shape;7378;p28"/>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9" name="Google Shape;7379;p28"/>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0" name="Google Shape;7380;p28"/>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1" name="Google Shape;7381;p28"/>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2" name="Google Shape;7382;p28"/>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3" name="Google Shape;7383;p28"/>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4" name="Google Shape;7384;p28"/>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5" name="Google Shape;7385;p28"/>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6" name="Google Shape;7386;p28"/>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7" name="Google Shape;7387;p28"/>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8" name="Google Shape;7388;p28"/>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9" name="Google Shape;7389;p28"/>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0" name="Google Shape;7390;p28"/>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1" name="Google Shape;7391;p28"/>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2" name="Google Shape;7392;p28"/>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3" name="Google Shape;7393;p28"/>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4" name="Google Shape;7394;p28"/>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5" name="Google Shape;7395;p28"/>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6" name="Google Shape;7396;p28"/>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7" name="Google Shape;7397;p28"/>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8" name="Google Shape;7398;p28"/>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9" name="Google Shape;7399;p28"/>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0" name="Google Shape;7400;p28"/>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1" name="Google Shape;7401;p28"/>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2" name="Google Shape;7402;p28"/>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3" name="Google Shape;7403;p28"/>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4" name="Google Shape;7404;p28"/>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5" name="Google Shape;7405;p28"/>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6" name="Google Shape;7406;p28"/>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7" name="Google Shape;7407;p28"/>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8" name="Google Shape;7408;p28"/>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9" name="Google Shape;7409;p28"/>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0" name="Google Shape;7410;p28"/>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1" name="Google Shape;7411;p28"/>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2" name="Google Shape;7412;p28"/>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3" name="Google Shape;7413;p28"/>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4" name="Google Shape;7414;p28"/>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5" name="Google Shape;7415;p28"/>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6" name="Google Shape;7416;p28"/>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7" name="Google Shape;7417;p28"/>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8" name="Google Shape;7418;p28"/>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9" name="Google Shape;7419;p28"/>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0" name="Google Shape;7420;p28"/>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1" name="Google Shape;7421;p28"/>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2" name="Google Shape;7422;p28"/>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3" name="Google Shape;7423;p28"/>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4" name="Google Shape;7424;p28"/>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5" name="Google Shape;7425;p28"/>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6" name="Google Shape;7426;p28"/>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7" name="Google Shape;7427;p28"/>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8" name="Google Shape;7428;p28"/>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9" name="Google Shape;7429;p28"/>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0" name="Google Shape;7430;p28"/>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1" name="Google Shape;7431;p28"/>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2" name="Google Shape;7432;p28"/>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3" name="Google Shape;7433;p28"/>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4" name="Google Shape;7434;p28"/>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5" name="Google Shape;7435;p28"/>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6" name="Google Shape;7436;p28"/>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7" name="Google Shape;7437;p28"/>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8" name="Google Shape;7438;p28"/>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9" name="Google Shape;7439;p28"/>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0" name="Google Shape;7440;p28"/>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1" name="Google Shape;7441;p28"/>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2" name="Google Shape;7442;p28"/>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3" name="Google Shape;7443;p28"/>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4" name="Google Shape;7444;p28"/>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5" name="Google Shape;7445;p28"/>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6" name="Google Shape;7446;p28"/>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7" name="Google Shape;7447;p28"/>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8" name="Google Shape;7448;p28"/>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9" name="Google Shape;7449;p28"/>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0" name="Google Shape;7450;p28"/>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1" name="Google Shape;7451;p28"/>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2" name="Google Shape;7452;p28"/>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3" name="Google Shape;7453;p28"/>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83577593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three columns 1" preserve="1">
  <p:cSld name="Title and three columns 1">
    <p:spTree>
      <p:nvGrpSpPr>
        <p:cNvPr id="1" name="Shape 7454"/>
        <p:cNvGrpSpPr/>
        <p:nvPr/>
      </p:nvGrpSpPr>
      <p:grpSpPr>
        <a:xfrm>
          <a:off x="0" y="0"/>
          <a:ext cx="0" cy="0"/>
          <a:chOff x="0" y="0"/>
          <a:chExt cx="0" cy="0"/>
        </a:xfrm>
      </p:grpSpPr>
      <p:grpSp>
        <p:nvGrpSpPr>
          <p:cNvPr id="7455" name="Google Shape;7455;p29"/>
          <p:cNvGrpSpPr/>
          <p:nvPr/>
        </p:nvGrpSpPr>
        <p:grpSpPr>
          <a:xfrm rot="-5661100" flipH="1">
            <a:off x="6382792" y="5569983"/>
            <a:ext cx="1158707" cy="2256236"/>
            <a:chOff x="4928950" y="2923850"/>
            <a:chExt cx="434675" cy="846400"/>
          </a:xfrm>
        </p:grpSpPr>
        <p:sp>
          <p:nvSpPr>
            <p:cNvPr id="7456" name="Google Shape;7456;p29"/>
            <p:cNvSpPr/>
            <p:nvPr/>
          </p:nvSpPr>
          <p:spPr>
            <a:xfrm>
              <a:off x="5082575" y="2939475"/>
              <a:ext cx="264375" cy="819350"/>
            </a:xfrm>
            <a:custGeom>
              <a:avLst/>
              <a:gdLst/>
              <a:ahLst/>
              <a:cxnLst/>
              <a:rect l="l" t="t" r="r" b="b"/>
              <a:pathLst>
                <a:path w="10575" h="32774" extrusionOk="0">
                  <a:moveTo>
                    <a:pt x="9954" y="1"/>
                  </a:moveTo>
                  <a:cubicBezTo>
                    <a:pt x="9951" y="1"/>
                    <a:pt x="9948" y="1"/>
                    <a:pt x="9944" y="1"/>
                  </a:cubicBezTo>
                  <a:cubicBezTo>
                    <a:pt x="8514" y="134"/>
                    <a:pt x="7216" y="1379"/>
                    <a:pt x="6215" y="2317"/>
                  </a:cubicBezTo>
                  <a:cubicBezTo>
                    <a:pt x="5024" y="3431"/>
                    <a:pt x="3982" y="4689"/>
                    <a:pt x="3111" y="6066"/>
                  </a:cubicBezTo>
                  <a:cubicBezTo>
                    <a:pt x="1361" y="8838"/>
                    <a:pt x="306" y="12041"/>
                    <a:pt x="117" y="15315"/>
                  </a:cubicBezTo>
                  <a:cubicBezTo>
                    <a:pt x="0" y="17331"/>
                    <a:pt x="200" y="19354"/>
                    <a:pt x="552" y="21337"/>
                  </a:cubicBezTo>
                  <a:cubicBezTo>
                    <a:pt x="878" y="23170"/>
                    <a:pt x="1314" y="24926"/>
                    <a:pt x="2352" y="26497"/>
                  </a:cubicBezTo>
                  <a:cubicBezTo>
                    <a:pt x="4162" y="29235"/>
                    <a:pt x="6933" y="31949"/>
                    <a:pt x="10194" y="32765"/>
                  </a:cubicBezTo>
                  <a:cubicBezTo>
                    <a:pt x="10218" y="32771"/>
                    <a:pt x="10241" y="32773"/>
                    <a:pt x="10263" y="32773"/>
                  </a:cubicBezTo>
                  <a:cubicBezTo>
                    <a:pt x="10494" y="32773"/>
                    <a:pt x="10574" y="32458"/>
                    <a:pt x="10340" y="32342"/>
                  </a:cubicBezTo>
                  <a:cubicBezTo>
                    <a:pt x="7369" y="30862"/>
                    <a:pt x="4505" y="28742"/>
                    <a:pt x="2675" y="25924"/>
                  </a:cubicBezTo>
                  <a:cubicBezTo>
                    <a:pt x="1677" y="24387"/>
                    <a:pt x="1294" y="22624"/>
                    <a:pt x="992" y="20841"/>
                  </a:cubicBezTo>
                  <a:cubicBezTo>
                    <a:pt x="669" y="18965"/>
                    <a:pt x="502" y="17055"/>
                    <a:pt x="622" y="15152"/>
                  </a:cubicBezTo>
                  <a:cubicBezTo>
                    <a:pt x="822" y="12035"/>
                    <a:pt x="1870" y="8994"/>
                    <a:pt x="3557" y="6369"/>
                  </a:cubicBezTo>
                  <a:cubicBezTo>
                    <a:pt x="4348" y="5125"/>
                    <a:pt x="5283" y="3980"/>
                    <a:pt x="6341" y="2949"/>
                  </a:cubicBezTo>
                  <a:cubicBezTo>
                    <a:pt x="7386" y="1934"/>
                    <a:pt x="8657" y="757"/>
                    <a:pt x="10011" y="194"/>
                  </a:cubicBezTo>
                  <a:cubicBezTo>
                    <a:pt x="10124" y="146"/>
                    <a:pt x="10055" y="1"/>
                    <a:pt x="99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7" name="Google Shape;7457;p29"/>
            <p:cNvSpPr/>
            <p:nvPr/>
          </p:nvSpPr>
          <p:spPr>
            <a:xfrm>
              <a:off x="5139625" y="2978525"/>
              <a:ext cx="201700" cy="684825"/>
            </a:xfrm>
            <a:custGeom>
              <a:avLst/>
              <a:gdLst/>
              <a:ahLst/>
              <a:cxnLst/>
              <a:rect l="l" t="t" r="r" b="b"/>
              <a:pathLst>
                <a:path w="8068" h="27393" extrusionOk="0">
                  <a:moveTo>
                    <a:pt x="7821" y="0"/>
                  </a:moveTo>
                  <a:cubicBezTo>
                    <a:pt x="7784" y="0"/>
                    <a:pt x="7746" y="13"/>
                    <a:pt x="7709" y="43"/>
                  </a:cubicBezTo>
                  <a:cubicBezTo>
                    <a:pt x="3567" y="3393"/>
                    <a:pt x="672" y="8427"/>
                    <a:pt x="320" y="13796"/>
                  </a:cubicBezTo>
                  <a:cubicBezTo>
                    <a:pt x="0" y="18624"/>
                    <a:pt x="2006" y="24765"/>
                    <a:pt x="6361" y="27357"/>
                  </a:cubicBezTo>
                  <a:cubicBezTo>
                    <a:pt x="6403" y="27382"/>
                    <a:pt x="6446" y="27393"/>
                    <a:pt x="6488" y="27393"/>
                  </a:cubicBezTo>
                  <a:cubicBezTo>
                    <a:pt x="6672" y="27393"/>
                    <a:pt x="6827" y="27175"/>
                    <a:pt x="6677" y="27004"/>
                  </a:cubicBezTo>
                  <a:cubicBezTo>
                    <a:pt x="5004" y="25118"/>
                    <a:pt x="3334" y="23314"/>
                    <a:pt x="2273" y="20989"/>
                  </a:cubicBezTo>
                  <a:cubicBezTo>
                    <a:pt x="1235" y="18713"/>
                    <a:pt x="829" y="16175"/>
                    <a:pt x="1018" y="13683"/>
                  </a:cubicBezTo>
                  <a:cubicBezTo>
                    <a:pt x="1414" y="8506"/>
                    <a:pt x="4229" y="3822"/>
                    <a:pt x="7938" y="306"/>
                  </a:cubicBezTo>
                  <a:cubicBezTo>
                    <a:pt x="8067" y="182"/>
                    <a:pt x="7959" y="0"/>
                    <a:pt x="78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8" name="Google Shape;7458;p29"/>
            <p:cNvSpPr/>
            <p:nvPr/>
          </p:nvSpPr>
          <p:spPr>
            <a:xfrm>
              <a:off x="4928950" y="2923850"/>
              <a:ext cx="434675" cy="846400"/>
            </a:xfrm>
            <a:custGeom>
              <a:avLst/>
              <a:gdLst/>
              <a:ahLst/>
              <a:cxnLst/>
              <a:rect l="l" t="t" r="r" b="b"/>
              <a:pathLst>
                <a:path w="17387" h="33856" extrusionOk="0">
                  <a:moveTo>
                    <a:pt x="16328" y="0"/>
                  </a:moveTo>
                  <a:cubicBezTo>
                    <a:pt x="16299" y="0"/>
                    <a:pt x="16268" y="7"/>
                    <a:pt x="16236" y="24"/>
                  </a:cubicBezTo>
                  <a:cubicBezTo>
                    <a:pt x="12672" y="1847"/>
                    <a:pt x="9522" y="4326"/>
                    <a:pt x="6744" y="7200"/>
                  </a:cubicBezTo>
                  <a:cubicBezTo>
                    <a:pt x="4462" y="9559"/>
                    <a:pt x="2349" y="12360"/>
                    <a:pt x="1494" y="15581"/>
                  </a:cubicBezTo>
                  <a:cubicBezTo>
                    <a:pt x="672" y="18675"/>
                    <a:pt x="1368" y="21922"/>
                    <a:pt x="2845" y="24710"/>
                  </a:cubicBezTo>
                  <a:cubicBezTo>
                    <a:pt x="4232" y="27325"/>
                    <a:pt x="6195" y="29597"/>
                    <a:pt x="8690" y="31204"/>
                  </a:cubicBezTo>
                  <a:cubicBezTo>
                    <a:pt x="9918" y="31996"/>
                    <a:pt x="11239" y="32631"/>
                    <a:pt x="12626" y="33093"/>
                  </a:cubicBezTo>
                  <a:cubicBezTo>
                    <a:pt x="13602" y="33413"/>
                    <a:pt x="14869" y="33855"/>
                    <a:pt x="15989" y="33855"/>
                  </a:cubicBezTo>
                  <a:cubicBezTo>
                    <a:pt x="16267" y="33855"/>
                    <a:pt x="16535" y="33828"/>
                    <a:pt x="16788" y="33765"/>
                  </a:cubicBezTo>
                  <a:cubicBezTo>
                    <a:pt x="17317" y="33636"/>
                    <a:pt x="17387" y="32897"/>
                    <a:pt x="16864" y="32701"/>
                  </a:cubicBezTo>
                  <a:cubicBezTo>
                    <a:pt x="16142" y="32428"/>
                    <a:pt x="15381" y="32475"/>
                    <a:pt x="14625" y="32345"/>
                  </a:cubicBezTo>
                  <a:cubicBezTo>
                    <a:pt x="13887" y="32215"/>
                    <a:pt x="13158" y="32022"/>
                    <a:pt x="12453" y="31776"/>
                  </a:cubicBezTo>
                  <a:cubicBezTo>
                    <a:pt x="10969" y="31267"/>
                    <a:pt x="9568" y="30548"/>
                    <a:pt x="8294" y="29640"/>
                  </a:cubicBezTo>
                  <a:cubicBezTo>
                    <a:pt x="3314" y="26110"/>
                    <a:pt x="0" y="19836"/>
                    <a:pt x="2698" y="13857"/>
                  </a:cubicBezTo>
                  <a:cubicBezTo>
                    <a:pt x="4013" y="10940"/>
                    <a:pt x="6301" y="8498"/>
                    <a:pt x="8610" y="6335"/>
                  </a:cubicBezTo>
                  <a:cubicBezTo>
                    <a:pt x="10999" y="4100"/>
                    <a:pt x="13664" y="2150"/>
                    <a:pt x="16409" y="373"/>
                  </a:cubicBezTo>
                  <a:lnTo>
                    <a:pt x="16405" y="373"/>
                  </a:lnTo>
                  <a:cubicBezTo>
                    <a:pt x="16582" y="262"/>
                    <a:pt x="16497" y="0"/>
                    <a:pt x="163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459" name="Google Shape;7459;p29"/>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7460" name="Google Shape;7460;p29"/>
          <p:cNvSpPr txBox="1">
            <a:spLocks noGrp="1"/>
          </p:cNvSpPr>
          <p:nvPr>
            <p:ph type="subTitle" idx="1"/>
          </p:nvPr>
        </p:nvSpPr>
        <p:spPr>
          <a:xfrm>
            <a:off x="2255176" y="1526700"/>
            <a:ext cx="4860800" cy="594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33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7461" name="Google Shape;7461;p29"/>
          <p:cNvSpPr txBox="1">
            <a:spLocks noGrp="1"/>
          </p:cNvSpPr>
          <p:nvPr>
            <p:ph type="subTitle" idx="2"/>
          </p:nvPr>
        </p:nvSpPr>
        <p:spPr>
          <a:xfrm>
            <a:off x="2255176" y="2121497"/>
            <a:ext cx="4860800" cy="84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7462" name="Google Shape;7462;p29"/>
          <p:cNvSpPr txBox="1">
            <a:spLocks noGrp="1"/>
          </p:cNvSpPr>
          <p:nvPr>
            <p:ph type="subTitle" idx="3"/>
          </p:nvPr>
        </p:nvSpPr>
        <p:spPr>
          <a:xfrm>
            <a:off x="2255196" y="3679148"/>
            <a:ext cx="4860800" cy="84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7463" name="Google Shape;7463;p29"/>
          <p:cNvSpPr txBox="1">
            <a:spLocks noGrp="1"/>
          </p:cNvSpPr>
          <p:nvPr>
            <p:ph type="subTitle" idx="4"/>
          </p:nvPr>
        </p:nvSpPr>
        <p:spPr>
          <a:xfrm>
            <a:off x="2255099" y="5236799"/>
            <a:ext cx="4860800" cy="84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7464" name="Google Shape;7464;p29"/>
          <p:cNvSpPr txBox="1">
            <a:spLocks noGrp="1"/>
          </p:cNvSpPr>
          <p:nvPr>
            <p:ph type="subTitle" idx="5"/>
          </p:nvPr>
        </p:nvSpPr>
        <p:spPr>
          <a:xfrm>
            <a:off x="2255176" y="3084368"/>
            <a:ext cx="4860800" cy="594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33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7465" name="Google Shape;7465;p29"/>
          <p:cNvSpPr txBox="1">
            <a:spLocks noGrp="1"/>
          </p:cNvSpPr>
          <p:nvPr>
            <p:ph type="subTitle" idx="6"/>
          </p:nvPr>
        </p:nvSpPr>
        <p:spPr>
          <a:xfrm>
            <a:off x="2255099" y="4642203"/>
            <a:ext cx="4860800" cy="594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33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grpSp>
        <p:nvGrpSpPr>
          <p:cNvPr id="7466" name="Google Shape;7466;p29"/>
          <p:cNvGrpSpPr/>
          <p:nvPr/>
        </p:nvGrpSpPr>
        <p:grpSpPr>
          <a:xfrm flipH="1">
            <a:off x="11613166" y="-222468"/>
            <a:ext cx="578831" cy="7314599"/>
            <a:chOff x="13274" y="-166851"/>
            <a:chExt cx="434123" cy="5485949"/>
          </a:xfrm>
        </p:grpSpPr>
        <p:sp>
          <p:nvSpPr>
            <p:cNvPr id="7467" name="Google Shape;7467;p29"/>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8" name="Google Shape;7468;p29"/>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9" name="Google Shape;7469;p29"/>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0" name="Google Shape;7470;p29"/>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1" name="Google Shape;7471;p29"/>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2" name="Google Shape;7472;p29"/>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3" name="Google Shape;7473;p29"/>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4" name="Google Shape;7474;p29"/>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5" name="Google Shape;7475;p29"/>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6" name="Google Shape;7476;p29"/>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7" name="Google Shape;7477;p29"/>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8" name="Google Shape;7478;p29"/>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9" name="Google Shape;7479;p29"/>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0" name="Google Shape;7480;p29"/>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1" name="Google Shape;7481;p29"/>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2" name="Google Shape;7482;p29"/>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3" name="Google Shape;7483;p29"/>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4" name="Google Shape;7484;p29"/>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5" name="Google Shape;7485;p29"/>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6" name="Google Shape;7486;p29"/>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7" name="Google Shape;7487;p29"/>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8" name="Google Shape;7488;p29"/>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9" name="Google Shape;7489;p29"/>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0" name="Google Shape;7490;p29"/>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1" name="Google Shape;7491;p29"/>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2" name="Google Shape;7492;p29"/>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3" name="Google Shape;7493;p29"/>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4" name="Google Shape;7494;p29"/>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5" name="Google Shape;7495;p29"/>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6" name="Google Shape;7496;p29"/>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7" name="Google Shape;7497;p29"/>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8" name="Google Shape;7498;p29"/>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9" name="Google Shape;7499;p29"/>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0" name="Google Shape;7500;p29"/>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1" name="Google Shape;7501;p29"/>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2" name="Google Shape;7502;p29"/>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3" name="Google Shape;7503;p29"/>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4" name="Google Shape;7504;p29"/>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5" name="Google Shape;7505;p29"/>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6" name="Google Shape;7506;p29"/>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7" name="Google Shape;7507;p29"/>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8" name="Google Shape;7508;p29"/>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9" name="Google Shape;7509;p29"/>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0" name="Google Shape;7510;p29"/>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1" name="Google Shape;7511;p29"/>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2" name="Google Shape;7512;p29"/>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3" name="Google Shape;7513;p29"/>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4" name="Google Shape;7514;p29"/>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5" name="Google Shape;7515;p29"/>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6" name="Google Shape;7516;p29"/>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7" name="Google Shape;7517;p29"/>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8" name="Google Shape;7518;p29"/>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9" name="Google Shape;7519;p29"/>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0" name="Google Shape;7520;p29"/>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1" name="Google Shape;7521;p29"/>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2" name="Google Shape;7522;p29"/>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3" name="Google Shape;7523;p29"/>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4" name="Google Shape;7524;p29"/>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5" name="Google Shape;7525;p29"/>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6" name="Google Shape;7526;p29"/>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7" name="Google Shape;7527;p29"/>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8" name="Google Shape;7528;p29"/>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9" name="Google Shape;7529;p29"/>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0" name="Google Shape;7530;p29"/>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1" name="Google Shape;7531;p29"/>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2" name="Google Shape;7532;p29"/>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3" name="Google Shape;7533;p29"/>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4" name="Google Shape;7534;p29"/>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5" name="Google Shape;7535;p29"/>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6" name="Google Shape;7536;p29"/>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7" name="Google Shape;7537;p29"/>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8" name="Google Shape;7538;p29"/>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9" name="Google Shape;7539;p29"/>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0" name="Google Shape;7540;p29"/>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1" name="Google Shape;7541;p29"/>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2" name="Google Shape;7542;p29"/>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3" name="Google Shape;7543;p29"/>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4" name="Google Shape;7544;p29"/>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5" name="Google Shape;7545;p29"/>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6" name="Google Shape;7546;p29"/>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7" name="Google Shape;7547;p29"/>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8" name="Google Shape;7548;p29"/>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9" name="Google Shape;7549;p29"/>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0" name="Google Shape;7550;p29"/>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1" name="Google Shape;7551;p29"/>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2" name="Google Shape;7552;p29"/>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3" name="Google Shape;7553;p29"/>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4" name="Google Shape;7554;p29"/>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5" name="Google Shape;7555;p29"/>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6" name="Google Shape;7556;p29"/>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7" name="Google Shape;7557;p29"/>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8" name="Google Shape;7558;p29"/>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9" name="Google Shape;7559;p29"/>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0" name="Google Shape;7560;p29"/>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1" name="Google Shape;7561;p29"/>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2" name="Google Shape;7562;p29"/>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3" name="Google Shape;7563;p29"/>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4" name="Google Shape;7564;p29"/>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5" name="Google Shape;7565;p29"/>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6" name="Google Shape;7566;p29"/>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7" name="Google Shape;7567;p29"/>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8" name="Google Shape;7568;p29"/>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9" name="Google Shape;7569;p29"/>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0" name="Google Shape;7570;p29"/>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1" name="Google Shape;7571;p29"/>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2" name="Google Shape;7572;p29"/>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3" name="Google Shape;7573;p29"/>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4" name="Google Shape;7574;p29"/>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5" name="Google Shape;7575;p29"/>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6" name="Google Shape;7576;p29"/>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7" name="Google Shape;7577;p29"/>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8" name="Google Shape;7578;p29"/>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9" name="Google Shape;7579;p29"/>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0" name="Google Shape;7580;p29"/>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1" name="Google Shape;7581;p29"/>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2" name="Google Shape;7582;p29"/>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3" name="Google Shape;7583;p29"/>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4" name="Google Shape;7584;p29"/>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5" name="Google Shape;7585;p29"/>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6" name="Google Shape;7586;p29"/>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7" name="Google Shape;7587;p29"/>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8" name="Google Shape;7588;p29"/>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9" name="Google Shape;7589;p29"/>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0" name="Google Shape;7590;p29"/>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1" name="Google Shape;7591;p29"/>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2" name="Google Shape;7592;p29"/>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3" name="Google Shape;7593;p29"/>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4" name="Google Shape;7594;p29"/>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5" name="Google Shape;7595;p29"/>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6" name="Google Shape;7596;p29"/>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7" name="Google Shape;7597;p29"/>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8" name="Google Shape;7598;p29"/>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9" name="Google Shape;7599;p29"/>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0" name="Google Shape;7600;p29"/>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1" name="Google Shape;7601;p29"/>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2" name="Google Shape;7602;p29"/>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603" name="Google Shape;7603;p29"/>
          <p:cNvGrpSpPr/>
          <p:nvPr/>
        </p:nvGrpSpPr>
        <p:grpSpPr>
          <a:xfrm>
            <a:off x="66" y="-222468"/>
            <a:ext cx="578831" cy="7314599"/>
            <a:chOff x="13274" y="-166851"/>
            <a:chExt cx="434123" cy="5485949"/>
          </a:xfrm>
        </p:grpSpPr>
        <p:sp>
          <p:nvSpPr>
            <p:cNvPr id="7604" name="Google Shape;7604;p29"/>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5" name="Google Shape;7605;p29"/>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6" name="Google Shape;7606;p29"/>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7" name="Google Shape;7607;p29"/>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8" name="Google Shape;7608;p29"/>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9" name="Google Shape;7609;p29"/>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0" name="Google Shape;7610;p29"/>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1" name="Google Shape;7611;p29"/>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2" name="Google Shape;7612;p29"/>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3" name="Google Shape;7613;p29"/>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4" name="Google Shape;7614;p29"/>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5" name="Google Shape;7615;p29"/>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6" name="Google Shape;7616;p29"/>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7" name="Google Shape;7617;p29"/>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8" name="Google Shape;7618;p29"/>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9" name="Google Shape;7619;p29"/>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0" name="Google Shape;7620;p29"/>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1" name="Google Shape;7621;p29"/>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2" name="Google Shape;7622;p29"/>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3" name="Google Shape;7623;p29"/>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4" name="Google Shape;7624;p29"/>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5" name="Google Shape;7625;p29"/>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6" name="Google Shape;7626;p29"/>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7" name="Google Shape;7627;p29"/>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8" name="Google Shape;7628;p29"/>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9" name="Google Shape;7629;p29"/>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0" name="Google Shape;7630;p29"/>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1" name="Google Shape;7631;p29"/>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2" name="Google Shape;7632;p29"/>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3" name="Google Shape;7633;p29"/>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4" name="Google Shape;7634;p29"/>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5" name="Google Shape;7635;p29"/>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6" name="Google Shape;7636;p29"/>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7" name="Google Shape;7637;p29"/>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8" name="Google Shape;7638;p29"/>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9" name="Google Shape;7639;p29"/>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0" name="Google Shape;7640;p29"/>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1" name="Google Shape;7641;p29"/>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2" name="Google Shape;7642;p29"/>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3" name="Google Shape;7643;p29"/>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4" name="Google Shape;7644;p29"/>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5" name="Google Shape;7645;p29"/>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6" name="Google Shape;7646;p29"/>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7" name="Google Shape;7647;p29"/>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8" name="Google Shape;7648;p29"/>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9" name="Google Shape;7649;p29"/>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0" name="Google Shape;7650;p29"/>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1" name="Google Shape;7651;p29"/>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2" name="Google Shape;7652;p29"/>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3" name="Google Shape;7653;p29"/>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4" name="Google Shape;7654;p29"/>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5" name="Google Shape;7655;p29"/>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6" name="Google Shape;7656;p29"/>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7" name="Google Shape;7657;p29"/>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8" name="Google Shape;7658;p29"/>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9" name="Google Shape;7659;p29"/>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0" name="Google Shape;7660;p29"/>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1" name="Google Shape;7661;p29"/>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2" name="Google Shape;7662;p29"/>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3" name="Google Shape;7663;p29"/>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4" name="Google Shape;7664;p29"/>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5" name="Google Shape;7665;p29"/>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6" name="Google Shape;7666;p29"/>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7" name="Google Shape;7667;p29"/>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8" name="Google Shape;7668;p29"/>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9" name="Google Shape;7669;p29"/>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0" name="Google Shape;7670;p29"/>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1" name="Google Shape;7671;p29"/>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2" name="Google Shape;7672;p29"/>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3" name="Google Shape;7673;p29"/>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4" name="Google Shape;7674;p29"/>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5" name="Google Shape;7675;p29"/>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6" name="Google Shape;7676;p29"/>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7" name="Google Shape;7677;p29"/>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8" name="Google Shape;7678;p29"/>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9" name="Google Shape;7679;p29"/>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0" name="Google Shape;7680;p29"/>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1" name="Google Shape;7681;p29"/>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2" name="Google Shape;7682;p29"/>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3" name="Google Shape;7683;p29"/>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4" name="Google Shape;7684;p29"/>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5" name="Google Shape;7685;p29"/>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6" name="Google Shape;7686;p29"/>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7" name="Google Shape;7687;p29"/>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8" name="Google Shape;7688;p29"/>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9" name="Google Shape;7689;p29"/>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0" name="Google Shape;7690;p29"/>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1" name="Google Shape;7691;p29"/>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2" name="Google Shape;7692;p29"/>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3" name="Google Shape;7693;p29"/>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4" name="Google Shape;7694;p29"/>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5" name="Google Shape;7695;p29"/>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6" name="Google Shape;7696;p29"/>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7" name="Google Shape;7697;p29"/>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8" name="Google Shape;7698;p29"/>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9" name="Google Shape;7699;p29"/>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0" name="Google Shape;7700;p29"/>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1" name="Google Shape;7701;p29"/>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2" name="Google Shape;7702;p29"/>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3" name="Google Shape;7703;p29"/>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4" name="Google Shape;7704;p29"/>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5" name="Google Shape;7705;p29"/>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6" name="Google Shape;7706;p29"/>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7" name="Google Shape;7707;p29"/>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8" name="Google Shape;7708;p29"/>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9" name="Google Shape;7709;p29"/>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0" name="Google Shape;7710;p29"/>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1" name="Google Shape;7711;p29"/>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2" name="Google Shape;7712;p29"/>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3" name="Google Shape;7713;p29"/>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4" name="Google Shape;7714;p29"/>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5" name="Google Shape;7715;p29"/>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6" name="Google Shape;7716;p29"/>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7" name="Google Shape;7717;p29"/>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8" name="Google Shape;7718;p29"/>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9" name="Google Shape;7719;p29"/>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0" name="Google Shape;7720;p29"/>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1" name="Google Shape;7721;p29"/>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2" name="Google Shape;7722;p29"/>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3" name="Google Shape;7723;p29"/>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4" name="Google Shape;7724;p29"/>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5" name="Google Shape;7725;p29"/>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6" name="Google Shape;7726;p29"/>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7" name="Google Shape;7727;p29"/>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8" name="Google Shape;7728;p29"/>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9" name="Google Shape;7729;p29"/>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0" name="Google Shape;7730;p29"/>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1" name="Google Shape;7731;p29"/>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2" name="Google Shape;7732;p29"/>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3" name="Google Shape;7733;p29"/>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4" name="Google Shape;7734;p29"/>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5" name="Google Shape;7735;p29"/>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6" name="Google Shape;7736;p29"/>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7" name="Google Shape;7737;p29"/>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8" name="Google Shape;7738;p29"/>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9" name="Google Shape;7739;p29"/>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69893696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three columns 2" preserve="1">
  <p:cSld name="Title and three columns 2">
    <p:spTree>
      <p:nvGrpSpPr>
        <p:cNvPr id="1" name="Shape 7740"/>
        <p:cNvGrpSpPr/>
        <p:nvPr/>
      </p:nvGrpSpPr>
      <p:grpSpPr>
        <a:xfrm>
          <a:off x="0" y="0"/>
          <a:ext cx="0" cy="0"/>
          <a:chOff x="0" y="0"/>
          <a:chExt cx="0" cy="0"/>
        </a:xfrm>
      </p:grpSpPr>
      <p:grpSp>
        <p:nvGrpSpPr>
          <p:cNvPr id="7741" name="Google Shape;7741;p30"/>
          <p:cNvGrpSpPr/>
          <p:nvPr/>
        </p:nvGrpSpPr>
        <p:grpSpPr>
          <a:xfrm>
            <a:off x="6266502" y="-2052940"/>
            <a:ext cx="3965943" cy="4037832"/>
            <a:chOff x="6443636" y="-651126"/>
            <a:chExt cx="1857643" cy="1891315"/>
          </a:xfrm>
        </p:grpSpPr>
        <p:sp>
          <p:nvSpPr>
            <p:cNvPr id="7742" name="Google Shape;7742;p30"/>
            <p:cNvSpPr/>
            <p:nvPr/>
          </p:nvSpPr>
          <p:spPr>
            <a:xfrm rot="2918932">
              <a:off x="6614851" y="-276011"/>
              <a:ext cx="1515213" cy="1141085"/>
            </a:xfrm>
            <a:custGeom>
              <a:avLst/>
              <a:gdLst/>
              <a:ahLst/>
              <a:cxnLst/>
              <a:rect l="l" t="t" r="r" b="b"/>
              <a:pathLst>
                <a:path w="47393" h="35691" extrusionOk="0">
                  <a:moveTo>
                    <a:pt x="33712" y="1"/>
                  </a:moveTo>
                  <a:cubicBezTo>
                    <a:pt x="33522" y="1"/>
                    <a:pt x="33430" y="292"/>
                    <a:pt x="33639" y="350"/>
                  </a:cubicBezTo>
                  <a:cubicBezTo>
                    <a:pt x="36952" y="1305"/>
                    <a:pt x="40130" y="2815"/>
                    <a:pt x="42944" y="4805"/>
                  </a:cubicBezTo>
                  <a:cubicBezTo>
                    <a:pt x="44371" y="5816"/>
                    <a:pt x="46135" y="7060"/>
                    <a:pt x="46561" y="8870"/>
                  </a:cubicBezTo>
                  <a:cubicBezTo>
                    <a:pt x="46737" y="9612"/>
                    <a:pt x="46670" y="10447"/>
                    <a:pt x="46291" y="11119"/>
                  </a:cubicBezTo>
                  <a:cubicBezTo>
                    <a:pt x="45875" y="11854"/>
                    <a:pt x="45167" y="12150"/>
                    <a:pt x="44371" y="12300"/>
                  </a:cubicBezTo>
                  <a:cubicBezTo>
                    <a:pt x="43620" y="12447"/>
                    <a:pt x="42798" y="12516"/>
                    <a:pt x="42172" y="13009"/>
                  </a:cubicBezTo>
                  <a:cubicBezTo>
                    <a:pt x="41800" y="13302"/>
                    <a:pt x="41547" y="13724"/>
                    <a:pt x="41420" y="14180"/>
                  </a:cubicBezTo>
                  <a:cubicBezTo>
                    <a:pt x="41151" y="15158"/>
                    <a:pt x="41347" y="16219"/>
                    <a:pt x="41397" y="17214"/>
                  </a:cubicBezTo>
                  <a:cubicBezTo>
                    <a:pt x="41450" y="18272"/>
                    <a:pt x="41374" y="19523"/>
                    <a:pt x="40286" y="20048"/>
                  </a:cubicBezTo>
                  <a:cubicBezTo>
                    <a:pt x="39761" y="20301"/>
                    <a:pt x="39191" y="20334"/>
                    <a:pt x="38615" y="20334"/>
                  </a:cubicBezTo>
                  <a:cubicBezTo>
                    <a:pt x="38408" y="20334"/>
                    <a:pt x="38200" y="20330"/>
                    <a:pt x="37993" y="20330"/>
                  </a:cubicBezTo>
                  <a:cubicBezTo>
                    <a:pt x="37414" y="20330"/>
                    <a:pt x="36842" y="20363"/>
                    <a:pt x="36314" y="20617"/>
                  </a:cubicBezTo>
                  <a:cubicBezTo>
                    <a:pt x="35010" y="21239"/>
                    <a:pt x="34976" y="22846"/>
                    <a:pt x="35209" y="24081"/>
                  </a:cubicBezTo>
                  <a:cubicBezTo>
                    <a:pt x="35369" y="24942"/>
                    <a:pt x="35642" y="25834"/>
                    <a:pt x="35499" y="26719"/>
                  </a:cubicBezTo>
                  <a:cubicBezTo>
                    <a:pt x="35379" y="27461"/>
                    <a:pt x="34847" y="28279"/>
                    <a:pt x="34051" y="28392"/>
                  </a:cubicBezTo>
                  <a:cubicBezTo>
                    <a:pt x="33992" y="28401"/>
                    <a:pt x="33934" y="28404"/>
                    <a:pt x="33877" y="28404"/>
                  </a:cubicBezTo>
                  <a:cubicBezTo>
                    <a:pt x="33180" y="28404"/>
                    <a:pt x="32676" y="27810"/>
                    <a:pt x="32252" y="27318"/>
                  </a:cubicBezTo>
                  <a:cubicBezTo>
                    <a:pt x="31829" y="26832"/>
                    <a:pt x="31407" y="26343"/>
                    <a:pt x="30788" y="26110"/>
                  </a:cubicBezTo>
                  <a:cubicBezTo>
                    <a:pt x="30467" y="25990"/>
                    <a:pt x="30136" y="25935"/>
                    <a:pt x="29805" y="25935"/>
                  </a:cubicBezTo>
                  <a:cubicBezTo>
                    <a:pt x="28836" y="25935"/>
                    <a:pt x="27875" y="26409"/>
                    <a:pt x="27215" y="27111"/>
                  </a:cubicBezTo>
                  <a:cubicBezTo>
                    <a:pt x="26110" y="28286"/>
                    <a:pt x="25718" y="29903"/>
                    <a:pt x="25415" y="31436"/>
                  </a:cubicBezTo>
                  <a:cubicBezTo>
                    <a:pt x="25219" y="32440"/>
                    <a:pt x="24868" y="35515"/>
                    <a:pt x="23426" y="35515"/>
                  </a:cubicBezTo>
                  <a:cubicBezTo>
                    <a:pt x="23229" y="35515"/>
                    <a:pt x="23011" y="35458"/>
                    <a:pt x="22770" y="35329"/>
                  </a:cubicBezTo>
                  <a:cubicBezTo>
                    <a:pt x="22075" y="34956"/>
                    <a:pt x="21669" y="34201"/>
                    <a:pt x="21379" y="33502"/>
                  </a:cubicBezTo>
                  <a:cubicBezTo>
                    <a:pt x="21000" y="32591"/>
                    <a:pt x="20817" y="31609"/>
                    <a:pt x="20837" y="30625"/>
                  </a:cubicBezTo>
                  <a:cubicBezTo>
                    <a:pt x="20857" y="29773"/>
                    <a:pt x="21007" y="28915"/>
                    <a:pt x="20864" y="28066"/>
                  </a:cubicBezTo>
                  <a:cubicBezTo>
                    <a:pt x="20744" y="27388"/>
                    <a:pt x="20461" y="26749"/>
                    <a:pt x="20035" y="26207"/>
                  </a:cubicBezTo>
                  <a:cubicBezTo>
                    <a:pt x="19157" y="25062"/>
                    <a:pt x="17783" y="24340"/>
                    <a:pt x="16399" y="24011"/>
                  </a:cubicBezTo>
                  <a:cubicBezTo>
                    <a:pt x="15743" y="23855"/>
                    <a:pt x="15074" y="23792"/>
                    <a:pt x="14402" y="23792"/>
                  </a:cubicBezTo>
                  <a:cubicBezTo>
                    <a:pt x="13427" y="23792"/>
                    <a:pt x="12446" y="23924"/>
                    <a:pt x="11492" y="24094"/>
                  </a:cubicBezTo>
                  <a:cubicBezTo>
                    <a:pt x="9531" y="24442"/>
                    <a:pt x="7460" y="24985"/>
                    <a:pt x="5436" y="24985"/>
                  </a:cubicBezTo>
                  <a:cubicBezTo>
                    <a:pt x="4227" y="24985"/>
                    <a:pt x="3035" y="24792"/>
                    <a:pt x="1894" y="24247"/>
                  </a:cubicBezTo>
                  <a:cubicBezTo>
                    <a:pt x="1208" y="23918"/>
                    <a:pt x="606" y="23492"/>
                    <a:pt x="110" y="22913"/>
                  </a:cubicBezTo>
                  <a:cubicBezTo>
                    <a:pt x="99" y="22901"/>
                    <a:pt x="86" y="22897"/>
                    <a:pt x="74" y="22897"/>
                  </a:cubicBezTo>
                  <a:cubicBezTo>
                    <a:pt x="35" y="22897"/>
                    <a:pt x="0" y="22943"/>
                    <a:pt x="31" y="22983"/>
                  </a:cubicBezTo>
                  <a:lnTo>
                    <a:pt x="24" y="22983"/>
                  </a:lnTo>
                  <a:cubicBezTo>
                    <a:pt x="1404" y="24636"/>
                    <a:pt x="3438" y="25156"/>
                    <a:pt x="5498" y="25156"/>
                  </a:cubicBezTo>
                  <a:cubicBezTo>
                    <a:pt x="6477" y="25156"/>
                    <a:pt x="7462" y="25038"/>
                    <a:pt x="8384" y="24869"/>
                  </a:cubicBezTo>
                  <a:cubicBezTo>
                    <a:pt x="10345" y="24509"/>
                    <a:pt x="12432" y="23947"/>
                    <a:pt x="14446" y="23947"/>
                  </a:cubicBezTo>
                  <a:cubicBezTo>
                    <a:pt x="15947" y="23947"/>
                    <a:pt x="17409" y="24260"/>
                    <a:pt x="18748" y="25202"/>
                  </a:cubicBezTo>
                  <a:cubicBezTo>
                    <a:pt x="19403" y="25658"/>
                    <a:pt x="19969" y="26250"/>
                    <a:pt x="20328" y="26965"/>
                  </a:cubicBezTo>
                  <a:cubicBezTo>
                    <a:pt x="20754" y="27810"/>
                    <a:pt x="20780" y="28708"/>
                    <a:pt x="20717" y="29633"/>
                  </a:cubicBezTo>
                  <a:cubicBezTo>
                    <a:pt x="20594" y="31353"/>
                    <a:pt x="20734" y="33126"/>
                    <a:pt x="21732" y="34597"/>
                  </a:cubicBezTo>
                  <a:cubicBezTo>
                    <a:pt x="22055" y="35076"/>
                    <a:pt x="22520" y="35548"/>
                    <a:pt x="23113" y="35665"/>
                  </a:cubicBezTo>
                  <a:cubicBezTo>
                    <a:pt x="23199" y="35682"/>
                    <a:pt x="23285" y="35690"/>
                    <a:pt x="23368" y="35690"/>
                  </a:cubicBezTo>
                  <a:cubicBezTo>
                    <a:pt x="23959" y="35690"/>
                    <a:pt x="24447" y="35276"/>
                    <a:pt x="24736" y="34757"/>
                  </a:cubicBezTo>
                  <a:cubicBezTo>
                    <a:pt x="25152" y="34021"/>
                    <a:pt x="25308" y="33143"/>
                    <a:pt x="25468" y="32321"/>
                  </a:cubicBezTo>
                  <a:cubicBezTo>
                    <a:pt x="25648" y="31406"/>
                    <a:pt x="25794" y="30485"/>
                    <a:pt x="26077" y="29597"/>
                  </a:cubicBezTo>
                  <a:cubicBezTo>
                    <a:pt x="26579" y="28010"/>
                    <a:pt x="27611" y="26413"/>
                    <a:pt x="29387" y="26147"/>
                  </a:cubicBezTo>
                  <a:cubicBezTo>
                    <a:pt x="29530" y="26125"/>
                    <a:pt x="29672" y="26114"/>
                    <a:pt x="29812" y="26114"/>
                  </a:cubicBezTo>
                  <a:cubicBezTo>
                    <a:pt x="30487" y="26114"/>
                    <a:pt x="31120" y="26365"/>
                    <a:pt x="31613" y="26859"/>
                  </a:cubicBezTo>
                  <a:cubicBezTo>
                    <a:pt x="32079" y="27324"/>
                    <a:pt x="32425" y="27917"/>
                    <a:pt x="32964" y="28309"/>
                  </a:cubicBezTo>
                  <a:cubicBezTo>
                    <a:pt x="33266" y="28529"/>
                    <a:pt x="33575" y="28625"/>
                    <a:pt x="33872" y="28625"/>
                  </a:cubicBezTo>
                  <a:cubicBezTo>
                    <a:pt x="34748" y="28625"/>
                    <a:pt x="35519" y="27794"/>
                    <a:pt x="35715" y="26865"/>
                  </a:cubicBezTo>
                  <a:cubicBezTo>
                    <a:pt x="36061" y="25218"/>
                    <a:pt x="34910" y="23608"/>
                    <a:pt x="35412" y="21958"/>
                  </a:cubicBezTo>
                  <a:cubicBezTo>
                    <a:pt x="35944" y="20211"/>
                    <a:pt x="37884" y="20614"/>
                    <a:pt x="39288" y="20494"/>
                  </a:cubicBezTo>
                  <a:cubicBezTo>
                    <a:pt x="40426" y="20398"/>
                    <a:pt x="41311" y="19789"/>
                    <a:pt x="41540" y="18641"/>
                  </a:cubicBezTo>
                  <a:cubicBezTo>
                    <a:pt x="41753" y="17570"/>
                    <a:pt x="41497" y="16465"/>
                    <a:pt x="41504" y="15384"/>
                  </a:cubicBezTo>
                  <a:cubicBezTo>
                    <a:pt x="41507" y="14872"/>
                    <a:pt x="41554" y="14330"/>
                    <a:pt x="41790" y="13867"/>
                  </a:cubicBezTo>
                  <a:cubicBezTo>
                    <a:pt x="42136" y="13202"/>
                    <a:pt x="42814" y="12922"/>
                    <a:pt x="43520" y="12799"/>
                  </a:cubicBezTo>
                  <a:cubicBezTo>
                    <a:pt x="44322" y="12659"/>
                    <a:pt x="45190" y="12636"/>
                    <a:pt x="45885" y="12160"/>
                  </a:cubicBezTo>
                  <a:cubicBezTo>
                    <a:pt x="46454" y="11774"/>
                    <a:pt x="46827" y="11159"/>
                    <a:pt x="46990" y="10497"/>
                  </a:cubicBezTo>
                  <a:cubicBezTo>
                    <a:pt x="47392" y="8827"/>
                    <a:pt x="46531" y="7286"/>
                    <a:pt x="45363" y="6149"/>
                  </a:cubicBezTo>
                  <a:cubicBezTo>
                    <a:pt x="44092" y="4908"/>
                    <a:pt x="42558" y="3883"/>
                    <a:pt x="41031" y="2982"/>
                  </a:cubicBezTo>
                  <a:cubicBezTo>
                    <a:pt x="39517" y="2087"/>
                    <a:pt x="37917" y="1345"/>
                    <a:pt x="36257" y="759"/>
                  </a:cubicBezTo>
                  <a:cubicBezTo>
                    <a:pt x="35435" y="473"/>
                    <a:pt x="34604" y="220"/>
                    <a:pt x="33762" y="7"/>
                  </a:cubicBezTo>
                  <a:cubicBezTo>
                    <a:pt x="33745" y="3"/>
                    <a:pt x="33728" y="1"/>
                    <a:pt x="337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3" name="Google Shape;7743;p30"/>
            <p:cNvSpPr/>
            <p:nvPr/>
          </p:nvSpPr>
          <p:spPr>
            <a:xfrm rot="2918932">
              <a:off x="6900323" y="-129092"/>
              <a:ext cx="1014319" cy="735882"/>
            </a:xfrm>
            <a:custGeom>
              <a:avLst/>
              <a:gdLst/>
              <a:ahLst/>
              <a:cxnLst/>
              <a:rect l="l" t="t" r="r" b="b"/>
              <a:pathLst>
                <a:path w="31726" h="23017" extrusionOk="0">
                  <a:moveTo>
                    <a:pt x="23033" y="1"/>
                  </a:moveTo>
                  <a:cubicBezTo>
                    <a:pt x="22811" y="1"/>
                    <a:pt x="22756" y="369"/>
                    <a:pt x="22982" y="447"/>
                  </a:cubicBezTo>
                  <a:cubicBezTo>
                    <a:pt x="23458" y="617"/>
                    <a:pt x="23917" y="843"/>
                    <a:pt x="24343" y="1113"/>
                  </a:cubicBezTo>
                  <a:cubicBezTo>
                    <a:pt x="24769" y="1379"/>
                    <a:pt x="25211" y="1605"/>
                    <a:pt x="25614" y="1901"/>
                  </a:cubicBezTo>
                  <a:cubicBezTo>
                    <a:pt x="26422" y="2493"/>
                    <a:pt x="27207" y="3089"/>
                    <a:pt x="27893" y="3824"/>
                  </a:cubicBezTo>
                  <a:cubicBezTo>
                    <a:pt x="29130" y="5148"/>
                    <a:pt x="30168" y="6778"/>
                    <a:pt x="30514" y="8582"/>
                  </a:cubicBezTo>
                  <a:cubicBezTo>
                    <a:pt x="30664" y="9367"/>
                    <a:pt x="30714" y="10225"/>
                    <a:pt x="30514" y="11007"/>
                  </a:cubicBezTo>
                  <a:cubicBezTo>
                    <a:pt x="30404" y="11433"/>
                    <a:pt x="30245" y="11845"/>
                    <a:pt x="30005" y="12218"/>
                  </a:cubicBezTo>
                  <a:cubicBezTo>
                    <a:pt x="29696" y="12697"/>
                    <a:pt x="29203" y="13173"/>
                    <a:pt x="28638" y="13302"/>
                  </a:cubicBezTo>
                  <a:cubicBezTo>
                    <a:pt x="28185" y="13402"/>
                    <a:pt x="27743" y="13419"/>
                    <a:pt x="27307" y="13602"/>
                  </a:cubicBezTo>
                  <a:cubicBezTo>
                    <a:pt x="26928" y="13765"/>
                    <a:pt x="26582" y="13991"/>
                    <a:pt x="26279" y="14274"/>
                  </a:cubicBezTo>
                  <a:cubicBezTo>
                    <a:pt x="25694" y="14826"/>
                    <a:pt x="25281" y="15568"/>
                    <a:pt x="25178" y="16370"/>
                  </a:cubicBezTo>
                  <a:cubicBezTo>
                    <a:pt x="25071" y="17188"/>
                    <a:pt x="25464" y="18376"/>
                    <a:pt x="24765" y="19011"/>
                  </a:cubicBezTo>
                  <a:cubicBezTo>
                    <a:pt x="24526" y="19229"/>
                    <a:pt x="24211" y="19319"/>
                    <a:pt x="23893" y="19319"/>
                  </a:cubicBezTo>
                  <a:cubicBezTo>
                    <a:pt x="23716" y="19319"/>
                    <a:pt x="23537" y="19291"/>
                    <a:pt x="23371" y="19241"/>
                  </a:cubicBezTo>
                  <a:cubicBezTo>
                    <a:pt x="22849" y="19085"/>
                    <a:pt x="22570" y="18702"/>
                    <a:pt x="22194" y="18346"/>
                  </a:cubicBezTo>
                  <a:cubicBezTo>
                    <a:pt x="21856" y="18027"/>
                    <a:pt x="21453" y="17906"/>
                    <a:pt x="21036" y="17906"/>
                  </a:cubicBezTo>
                  <a:cubicBezTo>
                    <a:pt x="20637" y="17906"/>
                    <a:pt x="20224" y="18017"/>
                    <a:pt x="19842" y="18170"/>
                  </a:cubicBezTo>
                  <a:cubicBezTo>
                    <a:pt x="19003" y="18509"/>
                    <a:pt x="18198" y="19061"/>
                    <a:pt x="17742" y="19863"/>
                  </a:cubicBezTo>
                  <a:cubicBezTo>
                    <a:pt x="17479" y="20329"/>
                    <a:pt x="17413" y="20811"/>
                    <a:pt x="17277" y="21317"/>
                  </a:cubicBezTo>
                  <a:cubicBezTo>
                    <a:pt x="17217" y="21540"/>
                    <a:pt x="17153" y="21776"/>
                    <a:pt x="17007" y="21962"/>
                  </a:cubicBezTo>
                  <a:cubicBezTo>
                    <a:pt x="16901" y="22095"/>
                    <a:pt x="16658" y="22285"/>
                    <a:pt x="16488" y="22325"/>
                  </a:cubicBezTo>
                  <a:cubicBezTo>
                    <a:pt x="16462" y="22331"/>
                    <a:pt x="16437" y="22334"/>
                    <a:pt x="16412" y="22334"/>
                  </a:cubicBezTo>
                  <a:cubicBezTo>
                    <a:pt x="16045" y="22334"/>
                    <a:pt x="15775" y="21681"/>
                    <a:pt x="15713" y="21413"/>
                  </a:cubicBezTo>
                  <a:cubicBezTo>
                    <a:pt x="15590" y="20884"/>
                    <a:pt x="15603" y="20312"/>
                    <a:pt x="15580" y="19773"/>
                  </a:cubicBezTo>
                  <a:cubicBezTo>
                    <a:pt x="15537" y="18835"/>
                    <a:pt x="15453" y="17790"/>
                    <a:pt x="14781" y="17065"/>
                  </a:cubicBezTo>
                  <a:cubicBezTo>
                    <a:pt x="14166" y="16400"/>
                    <a:pt x="13228" y="16170"/>
                    <a:pt x="12356" y="16114"/>
                  </a:cubicBezTo>
                  <a:cubicBezTo>
                    <a:pt x="12202" y="16104"/>
                    <a:pt x="12048" y="16099"/>
                    <a:pt x="11895" y="16099"/>
                  </a:cubicBezTo>
                  <a:cubicBezTo>
                    <a:pt x="10119" y="16099"/>
                    <a:pt x="8417" y="16731"/>
                    <a:pt x="6680" y="17019"/>
                  </a:cubicBezTo>
                  <a:cubicBezTo>
                    <a:pt x="6184" y="17100"/>
                    <a:pt x="5680" y="17153"/>
                    <a:pt x="5177" y="17153"/>
                  </a:cubicBezTo>
                  <a:cubicBezTo>
                    <a:pt x="4658" y="17153"/>
                    <a:pt x="4141" y="17097"/>
                    <a:pt x="3636" y="16959"/>
                  </a:cubicBezTo>
                  <a:cubicBezTo>
                    <a:pt x="2658" y="16689"/>
                    <a:pt x="1770" y="16167"/>
                    <a:pt x="1055" y="15445"/>
                  </a:cubicBezTo>
                  <a:cubicBezTo>
                    <a:pt x="699" y="15082"/>
                    <a:pt x="393" y="14676"/>
                    <a:pt x="146" y="14237"/>
                  </a:cubicBezTo>
                  <a:cubicBezTo>
                    <a:pt x="132" y="14213"/>
                    <a:pt x="109" y="14202"/>
                    <a:pt x="87" y="14202"/>
                  </a:cubicBezTo>
                  <a:cubicBezTo>
                    <a:pt x="43" y="14202"/>
                    <a:pt x="0" y="14243"/>
                    <a:pt x="27" y="14294"/>
                  </a:cubicBezTo>
                  <a:lnTo>
                    <a:pt x="23" y="14294"/>
                  </a:lnTo>
                  <a:cubicBezTo>
                    <a:pt x="948" y="15977"/>
                    <a:pt x="2675" y="17142"/>
                    <a:pt x="4591" y="17335"/>
                  </a:cubicBezTo>
                  <a:cubicBezTo>
                    <a:pt x="4822" y="17358"/>
                    <a:pt x="5051" y="17368"/>
                    <a:pt x="5281" y="17368"/>
                  </a:cubicBezTo>
                  <a:cubicBezTo>
                    <a:pt x="7074" y="17368"/>
                    <a:pt x="8825" y="16728"/>
                    <a:pt x="10586" y="16460"/>
                  </a:cubicBezTo>
                  <a:cubicBezTo>
                    <a:pt x="11042" y="16390"/>
                    <a:pt x="11519" y="16340"/>
                    <a:pt x="11994" y="16340"/>
                  </a:cubicBezTo>
                  <a:cubicBezTo>
                    <a:pt x="12608" y="16340"/>
                    <a:pt x="13219" y="16423"/>
                    <a:pt x="13780" y="16656"/>
                  </a:cubicBezTo>
                  <a:cubicBezTo>
                    <a:pt x="15057" y="17185"/>
                    <a:pt x="15297" y="18449"/>
                    <a:pt x="15340" y="19697"/>
                  </a:cubicBezTo>
                  <a:cubicBezTo>
                    <a:pt x="15367" y="20575"/>
                    <a:pt x="15274" y="21676"/>
                    <a:pt x="15833" y="22425"/>
                  </a:cubicBezTo>
                  <a:cubicBezTo>
                    <a:pt x="16052" y="22724"/>
                    <a:pt x="16418" y="22960"/>
                    <a:pt x="16787" y="23010"/>
                  </a:cubicBezTo>
                  <a:cubicBezTo>
                    <a:pt x="16820" y="23015"/>
                    <a:pt x="16852" y="23017"/>
                    <a:pt x="16884" y="23017"/>
                  </a:cubicBezTo>
                  <a:cubicBezTo>
                    <a:pt x="17330" y="23017"/>
                    <a:pt x="17748" y="22599"/>
                    <a:pt x="17962" y="22242"/>
                  </a:cubicBezTo>
                  <a:cubicBezTo>
                    <a:pt x="18251" y="21753"/>
                    <a:pt x="18308" y="21170"/>
                    <a:pt x="18454" y="20632"/>
                  </a:cubicBezTo>
                  <a:cubicBezTo>
                    <a:pt x="18584" y="20166"/>
                    <a:pt x="18777" y="19727"/>
                    <a:pt x="19066" y="19337"/>
                  </a:cubicBezTo>
                  <a:cubicBezTo>
                    <a:pt x="19495" y="18764"/>
                    <a:pt x="20335" y="18207"/>
                    <a:pt x="21113" y="18207"/>
                  </a:cubicBezTo>
                  <a:cubicBezTo>
                    <a:pt x="21422" y="18207"/>
                    <a:pt x="21721" y="18295"/>
                    <a:pt x="21981" y="18506"/>
                  </a:cubicBezTo>
                  <a:cubicBezTo>
                    <a:pt x="22337" y="18795"/>
                    <a:pt x="22600" y="19168"/>
                    <a:pt x="23015" y="19381"/>
                  </a:cubicBezTo>
                  <a:cubicBezTo>
                    <a:pt x="23297" y="19525"/>
                    <a:pt x="23608" y="19599"/>
                    <a:pt x="23922" y="19599"/>
                  </a:cubicBezTo>
                  <a:cubicBezTo>
                    <a:pt x="24028" y="19599"/>
                    <a:pt x="24134" y="19590"/>
                    <a:pt x="24240" y="19574"/>
                  </a:cubicBezTo>
                  <a:cubicBezTo>
                    <a:pt x="25121" y="19421"/>
                    <a:pt x="25484" y="18642"/>
                    <a:pt x="25491" y="17817"/>
                  </a:cubicBezTo>
                  <a:cubicBezTo>
                    <a:pt x="25494" y="17358"/>
                    <a:pt x="25427" y="16902"/>
                    <a:pt x="25477" y="16443"/>
                  </a:cubicBezTo>
                  <a:cubicBezTo>
                    <a:pt x="25534" y="15961"/>
                    <a:pt x="25704" y="15498"/>
                    <a:pt x="25973" y="15092"/>
                  </a:cubicBezTo>
                  <a:cubicBezTo>
                    <a:pt x="26529" y="14234"/>
                    <a:pt x="27460" y="13688"/>
                    <a:pt x="28485" y="13622"/>
                  </a:cubicBezTo>
                  <a:cubicBezTo>
                    <a:pt x="29047" y="13585"/>
                    <a:pt x="29556" y="13539"/>
                    <a:pt x="30025" y="13203"/>
                  </a:cubicBezTo>
                  <a:cubicBezTo>
                    <a:pt x="30438" y="12903"/>
                    <a:pt x="30774" y="12487"/>
                    <a:pt x="31030" y="12048"/>
                  </a:cubicBezTo>
                  <a:cubicBezTo>
                    <a:pt x="31476" y="11276"/>
                    <a:pt x="31725" y="10338"/>
                    <a:pt x="31695" y="9443"/>
                  </a:cubicBezTo>
                  <a:cubicBezTo>
                    <a:pt x="31619" y="7487"/>
                    <a:pt x="30767" y="5664"/>
                    <a:pt x="29599" y="4124"/>
                  </a:cubicBezTo>
                  <a:cubicBezTo>
                    <a:pt x="28352" y="2483"/>
                    <a:pt x="26595" y="880"/>
                    <a:pt x="24556" y="334"/>
                  </a:cubicBezTo>
                  <a:cubicBezTo>
                    <a:pt x="24070" y="204"/>
                    <a:pt x="23571" y="101"/>
                    <a:pt x="23075" y="5"/>
                  </a:cubicBezTo>
                  <a:cubicBezTo>
                    <a:pt x="23061" y="2"/>
                    <a:pt x="23047" y="1"/>
                    <a:pt x="23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4" name="Google Shape;7744;p30"/>
            <p:cNvSpPr/>
            <p:nvPr/>
          </p:nvSpPr>
          <p:spPr>
            <a:xfrm rot="2918932">
              <a:off x="7163812" y="82452"/>
              <a:ext cx="567362" cy="322846"/>
            </a:xfrm>
            <a:custGeom>
              <a:avLst/>
              <a:gdLst/>
              <a:ahLst/>
              <a:cxnLst/>
              <a:rect l="l" t="t" r="r" b="b"/>
              <a:pathLst>
                <a:path w="17746" h="10098" extrusionOk="0">
                  <a:moveTo>
                    <a:pt x="12843" y="1"/>
                  </a:moveTo>
                  <a:cubicBezTo>
                    <a:pt x="12753" y="1"/>
                    <a:pt x="12669" y="119"/>
                    <a:pt x="12748" y="193"/>
                  </a:cubicBezTo>
                  <a:cubicBezTo>
                    <a:pt x="14059" y="1401"/>
                    <a:pt x="16518" y="2089"/>
                    <a:pt x="16810" y="4109"/>
                  </a:cubicBezTo>
                  <a:cubicBezTo>
                    <a:pt x="16933" y="4954"/>
                    <a:pt x="16458" y="5656"/>
                    <a:pt x="15736" y="6052"/>
                  </a:cubicBezTo>
                  <a:cubicBezTo>
                    <a:pt x="15370" y="6251"/>
                    <a:pt x="14977" y="6401"/>
                    <a:pt x="14571" y="6497"/>
                  </a:cubicBezTo>
                  <a:cubicBezTo>
                    <a:pt x="14119" y="6607"/>
                    <a:pt x="13627" y="6610"/>
                    <a:pt x="13221" y="6863"/>
                  </a:cubicBezTo>
                  <a:cubicBezTo>
                    <a:pt x="12485" y="7316"/>
                    <a:pt x="12642" y="8271"/>
                    <a:pt x="12316" y="8959"/>
                  </a:cubicBezTo>
                  <a:cubicBezTo>
                    <a:pt x="12093" y="9433"/>
                    <a:pt x="11637" y="9809"/>
                    <a:pt x="11104" y="9809"/>
                  </a:cubicBezTo>
                  <a:cubicBezTo>
                    <a:pt x="11071" y="9809"/>
                    <a:pt x="11038" y="9807"/>
                    <a:pt x="11005" y="9804"/>
                  </a:cubicBezTo>
                  <a:cubicBezTo>
                    <a:pt x="10373" y="9751"/>
                    <a:pt x="10137" y="9252"/>
                    <a:pt x="9960" y="8716"/>
                  </a:cubicBezTo>
                  <a:cubicBezTo>
                    <a:pt x="9721" y="7988"/>
                    <a:pt x="9245" y="7549"/>
                    <a:pt x="8457" y="7542"/>
                  </a:cubicBezTo>
                  <a:cubicBezTo>
                    <a:pt x="8449" y="7542"/>
                    <a:pt x="8441" y="7542"/>
                    <a:pt x="8433" y="7542"/>
                  </a:cubicBezTo>
                  <a:cubicBezTo>
                    <a:pt x="7644" y="7542"/>
                    <a:pt x="6919" y="7867"/>
                    <a:pt x="6171" y="8074"/>
                  </a:cubicBezTo>
                  <a:cubicBezTo>
                    <a:pt x="5546" y="8249"/>
                    <a:pt x="4874" y="8349"/>
                    <a:pt x="4206" y="8349"/>
                  </a:cubicBezTo>
                  <a:cubicBezTo>
                    <a:pt x="2535" y="8349"/>
                    <a:pt x="891" y="7727"/>
                    <a:pt x="93" y="6111"/>
                  </a:cubicBezTo>
                  <a:cubicBezTo>
                    <a:pt x="84" y="6096"/>
                    <a:pt x="70" y="6089"/>
                    <a:pt x="56" y="6089"/>
                  </a:cubicBezTo>
                  <a:cubicBezTo>
                    <a:pt x="28" y="6089"/>
                    <a:pt x="1" y="6116"/>
                    <a:pt x="16" y="6151"/>
                  </a:cubicBezTo>
                  <a:lnTo>
                    <a:pt x="16" y="6148"/>
                  </a:lnTo>
                  <a:cubicBezTo>
                    <a:pt x="783" y="7832"/>
                    <a:pt x="2575" y="8577"/>
                    <a:pt x="4332" y="8577"/>
                  </a:cubicBezTo>
                  <a:cubicBezTo>
                    <a:pt x="4512" y="8577"/>
                    <a:pt x="4692" y="8569"/>
                    <a:pt x="4870" y="8553"/>
                  </a:cubicBezTo>
                  <a:cubicBezTo>
                    <a:pt x="5878" y="8464"/>
                    <a:pt x="6790" y="8074"/>
                    <a:pt x="7771" y="7881"/>
                  </a:cubicBezTo>
                  <a:cubicBezTo>
                    <a:pt x="7980" y="7840"/>
                    <a:pt x="8204" y="7807"/>
                    <a:pt x="8425" y="7807"/>
                  </a:cubicBezTo>
                  <a:cubicBezTo>
                    <a:pt x="8654" y="7807"/>
                    <a:pt x="8881" y="7843"/>
                    <a:pt x="9085" y="7945"/>
                  </a:cubicBezTo>
                  <a:cubicBezTo>
                    <a:pt x="9614" y="8207"/>
                    <a:pt x="9658" y="8803"/>
                    <a:pt x="9874" y="9289"/>
                  </a:cubicBezTo>
                  <a:cubicBezTo>
                    <a:pt x="10114" y="9818"/>
                    <a:pt x="10635" y="10098"/>
                    <a:pt x="11171" y="10098"/>
                  </a:cubicBezTo>
                  <a:cubicBezTo>
                    <a:pt x="11454" y="10098"/>
                    <a:pt x="11741" y="10020"/>
                    <a:pt x="11993" y="9861"/>
                  </a:cubicBezTo>
                  <a:cubicBezTo>
                    <a:pt x="12362" y="9618"/>
                    <a:pt x="12645" y="9262"/>
                    <a:pt x="12792" y="8843"/>
                  </a:cubicBezTo>
                  <a:cubicBezTo>
                    <a:pt x="12935" y="8444"/>
                    <a:pt x="12911" y="7851"/>
                    <a:pt x="13234" y="7542"/>
                  </a:cubicBezTo>
                  <a:cubicBezTo>
                    <a:pt x="13444" y="7342"/>
                    <a:pt x="13750" y="7379"/>
                    <a:pt x="14016" y="7366"/>
                  </a:cubicBezTo>
                  <a:cubicBezTo>
                    <a:pt x="14269" y="7356"/>
                    <a:pt x="14518" y="7332"/>
                    <a:pt x="14764" y="7296"/>
                  </a:cubicBezTo>
                  <a:cubicBezTo>
                    <a:pt x="15237" y="7223"/>
                    <a:pt x="15696" y="7080"/>
                    <a:pt x="16122" y="6867"/>
                  </a:cubicBezTo>
                  <a:cubicBezTo>
                    <a:pt x="16953" y="6444"/>
                    <a:pt x="17625" y="5689"/>
                    <a:pt x="17682" y="4721"/>
                  </a:cubicBezTo>
                  <a:cubicBezTo>
                    <a:pt x="17745" y="3633"/>
                    <a:pt x="17017" y="2628"/>
                    <a:pt x="16202" y="1989"/>
                  </a:cubicBezTo>
                  <a:cubicBezTo>
                    <a:pt x="15187" y="1194"/>
                    <a:pt x="13943" y="775"/>
                    <a:pt x="12901" y="20"/>
                  </a:cubicBezTo>
                  <a:cubicBezTo>
                    <a:pt x="12883" y="7"/>
                    <a:pt x="12863" y="1"/>
                    <a:pt x="128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745" name="Google Shape;7745;p30"/>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7746" name="Google Shape;7746;p30"/>
          <p:cNvGrpSpPr/>
          <p:nvPr/>
        </p:nvGrpSpPr>
        <p:grpSpPr>
          <a:xfrm flipH="1">
            <a:off x="11613166" y="-222468"/>
            <a:ext cx="578831" cy="7314599"/>
            <a:chOff x="13274" y="-166851"/>
            <a:chExt cx="434123" cy="5485949"/>
          </a:xfrm>
        </p:grpSpPr>
        <p:sp>
          <p:nvSpPr>
            <p:cNvPr id="7747" name="Google Shape;7747;p30"/>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8" name="Google Shape;7748;p30"/>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9" name="Google Shape;7749;p30"/>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0" name="Google Shape;7750;p30"/>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1" name="Google Shape;7751;p30"/>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2" name="Google Shape;7752;p30"/>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3" name="Google Shape;7753;p30"/>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4" name="Google Shape;7754;p30"/>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5" name="Google Shape;7755;p30"/>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6" name="Google Shape;7756;p30"/>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7" name="Google Shape;7757;p30"/>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8" name="Google Shape;7758;p30"/>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9" name="Google Shape;7759;p30"/>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0" name="Google Shape;7760;p30"/>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1" name="Google Shape;7761;p30"/>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2" name="Google Shape;7762;p30"/>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3" name="Google Shape;7763;p30"/>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4" name="Google Shape;7764;p30"/>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5" name="Google Shape;7765;p30"/>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6" name="Google Shape;7766;p30"/>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7" name="Google Shape;7767;p30"/>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8" name="Google Shape;7768;p30"/>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9" name="Google Shape;7769;p30"/>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0" name="Google Shape;7770;p30"/>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1" name="Google Shape;7771;p30"/>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2" name="Google Shape;7772;p30"/>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3" name="Google Shape;7773;p30"/>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4" name="Google Shape;7774;p30"/>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5" name="Google Shape;7775;p30"/>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6" name="Google Shape;7776;p30"/>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7" name="Google Shape;7777;p30"/>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8" name="Google Shape;7778;p30"/>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9" name="Google Shape;7779;p30"/>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0" name="Google Shape;7780;p30"/>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1" name="Google Shape;7781;p30"/>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2" name="Google Shape;7782;p30"/>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3" name="Google Shape;7783;p30"/>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4" name="Google Shape;7784;p30"/>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5" name="Google Shape;7785;p30"/>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6" name="Google Shape;7786;p30"/>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7" name="Google Shape;7787;p30"/>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8" name="Google Shape;7788;p30"/>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9" name="Google Shape;7789;p30"/>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0" name="Google Shape;7790;p30"/>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1" name="Google Shape;7791;p30"/>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2" name="Google Shape;7792;p30"/>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3" name="Google Shape;7793;p30"/>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4" name="Google Shape;7794;p30"/>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5" name="Google Shape;7795;p30"/>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6" name="Google Shape;7796;p30"/>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7" name="Google Shape;7797;p30"/>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8" name="Google Shape;7798;p30"/>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9" name="Google Shape;7799;p30"/>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0" name="Google Shape;7800;p30"/>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1" name="Google Shape;7801;p30"/>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2" name="Google Shape;7802;p30"/>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3" name="Google Shape;7803;p30"/>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4" name="Google Shape;7804;p30"/>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5" name="Google Shape;7805;p30"/>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6" name="Google Shape;7806;p30"/>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7" name="Google Shape;7807;p30"/>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8" name="Google Shape;7808;p30"/>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9" name="Google Shape;7809;p30"/>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0" name="Google Shape;7810;p30"/>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1" name="Google Shape;7811;p30"/>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2" name="Google Shape;7812;p30"/>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3" name="Google Shape;7813;p30"/>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4" name="Google Shape;7814;p30"/>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5" name="Google Shape;7815;p30"/>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6" name="Google Shape;7816;p30"/>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7" name="Google Shape;7817;p30"/>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8" name="Google Shape;7818;p30"/>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9" name="Google Shape;7819;p30"/>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0" name="Google Shape;7820;p30"/>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1" name="Google Shape;7821;p30"/>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2" name="Google Shape;7822;p30"/>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3" name="Google Shape;7823;p30"/>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4" name="Google Shape;7824;p30"/>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5" name="Google Shape;7825;p30"/>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6" name="Google Shape;7826;p30"/>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7" name="Google Shape;7827;p30"/>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8" name="Google Shape;7828;p30"/>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9" name="Google Shape;7829;p30"/>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0" name="Google Shape;7830;p30"/>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1" name="Google Shape;7831;p30"/>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2" name="Google Shape;7832;p30"/>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3" name="Google Shape;7833;p30"/>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4" name="Google Shape;7834;p30"/>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5" name="Google Shape;7835;p30"/>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6" name="Google Shape;7836;p30"/>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7" name="Google Shape;7837;p30"/>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8" name="Google Shape;7838;p30"/>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9" name="Google Shape;7839;p30"/>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0" name="Google Shape;7840;p30"/>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1" name="Google Shape;7841;p30"/>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2" name="Google Shape;7842;p30"/>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3" name="Google Shape;7843;p30"/>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4" name="Google Shape;7844;p30"/>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5" name="Google Shape;7845;p30"/>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6" name="Google Shape;7846;p30"/>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7" name="Google Shape;7847;p30"/>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8" name="Google Shape;7848;p30"/>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9" name="Google Shape;7849;p30"/>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0" name="Google Shape;7850;p30"/>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1" name="Google Shape;7851;p30"/>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2" name="Google Shape;7852;p30"/>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3" name="Google Shape;7853;p30"/>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4" name="Google Shape;7854;p30"/>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5" name="Google Shape;7855;p30"/>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6" name="Google Shape;7856;p30"/>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7" name="Google Shape;7857;p30"/>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8" name="Google Shape;7858;p30"/>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9" name="Google Shape;7859;p30"/>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0" name="Google Shape;7860;p30"/>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1" name="Google Shape;7861;p30"/>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2" name="Google Shape;7862;p30"/>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3" name="Google Shape;7863;p30"/>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4" name="Google Shape;7864;p30"/>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5" name="Google Shape;7865;p30"/>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6" name="Google Shape;7866;p30"/>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7" name="Google Shape;7867;p30"/>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8" name="Google Shape;7868;p30"/>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9" name="Google Shape;7869;p30"/>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0" name="Google Shape;7870;p30"/>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1" name="Google Shape;7871;p30"/>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2" name="Google Shape;7872;p30"/>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3" name="Google Shape;7873;p30"/>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4" name="Google Shape;7874;p30"/>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5" name="Google Shape;7875;p30"/>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6" name="Google Shape;7876;p30"/>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7" name="Google Shape;7877;p30"/>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8" name="Google Shape;7878;p30"/>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9" name="Google Shape;7879;p30"/>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0" name="Google Shape;7880;p30"/>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1" name="Google Shape;7881;p30"/>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2" name="Google Shape;7882;p30"/>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883" name="Google Shape;7883;p30"/>
          <p:cNvGrpSpPr/>
          <p:nvPr/>
        </p:nvGrpSpPr>
        <p:grpSpPr>
          <a:xfrm>
            <a:off x="66" y="-222468"/>
            <a:ext cx="578831" cy="7314599"/>
            <a:chOff x="13274" y="-166851"/>
            <a:chExt cx="434123" cy="5485949"/>
          </a:xfrm>
        </p:grpSpPr>
        <p:sp>
          <p:nvSpPr>
            <p:cNvPr id="7884" name="Google Shape;7884;p30"/>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5" name="Google Shape;7885;p30"/>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6" name="Google Shape;7886;p30"/>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7" name="Google Shape;7887;p30"/>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8" name="Google Shape;7888;p30"/>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9" name="Google Shape;7889;p30"/>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0" name="Google Shape;7890;p30"/>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1" name="Google Shape;7891;p30"/>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2" name="Google Shape;7892;p30"/>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3" name="Google Shape;7893;p30"/>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4" name="Google Shape;7894;p30"/>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5" name="Google Shape;7895;p30"/>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6" name="Google Shape;7896;p30"/>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7" name="Google Shape;7897;p30"/>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8" name="Google Shape;7898;p30"/>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9" name="Google Shape;7899;p30"/>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0" name="Google Shape;7900;p30"/>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1" name="Google Shape;7901;p30"/>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2" name="Google Shape;7902;p30"/>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3" name="Google Shape;7903;p30"/>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4" name="Google Shape;7904;p30"/>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5" name="Google Shape;7905;p30"/>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6" name="Google Shape;7906;p30"/>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7" name="Google Shape;7907;p30"/>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8" name="Google Shape;7908;p30"/>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9" name="Google Shape;7909;p30"/>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0" name="Google Shape;7910;p30"/>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1" name="Google Shape;7911;p30"/>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2" name="Google Shape;7912;p30"/>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3" name="Google Shape;7913;p30"/>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4" name="Google Shape;7914;p30"/>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5" name="Google Shape;7915;p30"/>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6" name="Google Shape;7916;p30"/>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7" name="Google Shape;7917;p30"/>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8" name="Google Shape;7918;p30"/>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9" name="Google Shape;7919;p30"/>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0" name="Google Shape;7920;p30"/>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1" name="Google Shape;7921;p30"/>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2" name="Google Shape;7922;p30"/>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3" name="Google Shape;7923;p30"/>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4" name="Google Shape;7924;p30"/>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5" name="Google Shape;7925;p30"/>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6" name="Google Shape;7926;p30"/>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7" name="Google Shape;7927;p30"/>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8" name="Google Shape;7928;p30"/>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9" name="Google Shape;7929;p30"/>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0" name="Google Shape;7930;p30"/>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1" name="Google Shape;7931;p30"/>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2" name="Google Shape;7932;p30"/>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3" name="Google Shape;7933;p30"/>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4" name="Google Shape;7934;p30"/>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5" name="Google Shape;7935;p30"/>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6" name="Google Shape;7936;p30"/>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7" name="Google Shape;7937;p30"/>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8" name="Google Shape;7938;p30"/>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9" name="Google Shape;7939;p30"/>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0" name="Google Shape;7940;p30"/>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1" name="Google Shape;7941;p30"/>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2" name="Google Shape;7942;p30"/>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3" name="Google Shape;7943;p30"/>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4" name="Google Shape;7944;p30"/>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5" name="Google Shape;7945;p30"/>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6" name="Google Shape;7946;p30"/>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7" name="Google Shape;7947;p30"/>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8" name="Google Shape;7948;p30"/>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9" name="Google Shape;7949;p30"/>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0" name="Google Shape;7950;p30"/>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1" name="Google Shape;7951;p30"/>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2" name="Google Shape;7952;p30"/>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3" name="Google Shape;7953;p30"/>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4" name="Google Shape;7954;p30"/>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5" name="Google Shape;7955;p30"/>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6" name="Google Shape;7956;p30"/>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7" name="Google Shape;7957;p30"/>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8" name="Google Shape;7958;p30"/>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9" name="Google Shape;7959;p30"/>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0" name="Google Shape;7960;p30"/>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1" name="Google Shape;7961;p30"/>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2" name="Google Shape;7962;p30"/>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3" name="Google Shape;7963;p30"/>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4" name="Google Shape;7964;p30"/>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5" name="Google Shape;7965;p30"/>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6" name="Google Shape;7966;p30"/>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7" name="Google Shape;7967;p30"/>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8" name="Google Shape;7968;p30"/>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9" name="Google Shape;7969;p30"/>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0" name="Google Shape;7970;p30"/>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1" name="Google Shape;7971;p30"/>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2" name="Google Shape;7972;p30"/>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3" name="Google Shape;7973;p30"/>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4" name="Google Shape;7974;p30"/>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5" name="Google Shape;7975;p30"/>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6" name="Google Shape;7976;p30"/>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7" name="Google Shape;7977;p30"/>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8" name="Google Shape;7978;p30"/>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9" name="Google Shape;7979;p30"/>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0" name="Google Shape;7980;p30"/>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1" name="Google Shape;7981;p30"/>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2" name="Google Shape;7982;p30"/>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3" name="Google Shape;7983;p30"/>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4" name="Google Shape;7984;p30"/>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5" name="Google Shape;7985;p30"/>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6" name="Google Shape;7986;p30"/>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7" name="Google Shape;7987;p30"/>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8" name="Google Shape;7988;p30"/>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9" name="Google Shape;7989;p30"/>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0" name="Google Shape;7990;p30"/>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1" name="Google Shape;7991;p30"/>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2" name="Google Shape;7992;p30"/>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3" name="Google Shape;7993;p30"/>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4" name="Google Shape;7994;p30"/>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5" name="Google Shape;7995;p30"/>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6" name="Google Shape;7996;p30"/>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7" name="Google Shape;7997;p30"/>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8" name="Google Shape;7998;p30"/>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9" name="Google Shape;7999;p30"/>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0" name="Google Shape;8000;p30"/>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1" name="Google Shape;8001;p30"/>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2" name="Google Shape;8002;p30"/>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3" name="Google Shape;8003;p30"/>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4" name="Google Shape;8004;p30"/>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5" name="Google Shape;8005;p30"/>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6" name="Google Shape;8006;p30"/>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7" name="Google Shape;8007;p30"/>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8" name="Google Shape;8008;p30"/>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9" name="Google Shape;8009;p30"/>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0" name="Google Shape;8010;p30"/>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1" name="Google Shape;8011;p30"/>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2" name="Google Shape;8012;p30"/>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3" name="Google Shape;8013;p30"/>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4" name="Google Shape;8014;p30"/>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5" name="Google Shape;8015;p30"/>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6" name="Google Shape;8016;p30"/>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7" name="Google Shape;8017;p30"/>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8" name="Google Shape;8018;p30"/>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9" name="Google Shape;8019;p30"/>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020" name="Google Shape;8020;p30"/>
          <p:cNvSpPr txBox="1">
            <a:spLocks noGrp="1"/>
          </p:cNvSpPr>
          <p:nvPr>
            <p:ph type="subTitle" idx="1"/>
          </p:nvPr>
        </p:nvSpPr>
        <p:spPr>
          <a:xfrm>
            <a:off x="960000" y="3627767"/>
            <a:ext cx="3115200" cy="588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021" name="Google Shape;8021;p30"/>
          <p:cNvSpPr txBox="1">
            <a:spLocks noGrp="1"/>
          </p:cNvSpPr>
          <p:nvPr>
            <p:ph type="subTitle" idx="2"/>
          </p:nvPr>
        </p:nvSpPr>
        <p:spPr>
          <a:xfrm>
            <a:off x="960000" y="4216345"/>
            <a:ext cx="3115200" cy="109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022" name="Google Shape;8022;p30"/>
          <p:cNvSpPr txBox="1">
            <a:spLocks noGrp="1"/>
          </p:cNvSpPr>
          <p:nvPr>
            <p:ph type="subTitle" idx="3"/>
          </p:nvPr>
        </p:nvSpPr>
        <p:spPr>
          <a:xfrm>
            <a:off x="4544929" y="4216339"/>
            <a:ext cx="3112000" cy="109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023" name="Google Shape;8023;p30"/>
          <p:cNvSpPr txBox="1">
            <a:spLocks noGrp="1"/>
          </p:cNvSpPr>
          <p:nvPr>
            <p:ph type="subTitle" idx="4"/>
          </p:nvPr>
        </p:nvSpPr>
        <p:spPr>
          <a:xfrm>
            <a:off x="8123333" y="4216341"/>
            <a:ext cx="3112000" cy="109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024" name="Google Shape;8024;p30"/>
          <p:cNvSpPr txBox="1">
            <a:spLocks noGrp="1"/>
          </p:cNvSpPr>
          <p:nvPr>
            <p:ph type="subTitle" idx="5"/>
          </p:nvPr>
        </p:nvSpPr>
        <p:spPr>
          <a:xfrm>
            <a:off x="4543267" y="3627767"/>
            <a:ext cx="3112000" cy="588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025" name="Google Shape;8025;p30"/>
          <p:cNvSpPr txBox="1">
            <a:spLocks noGrp="1"/>
          </p:cNvSpPr>
          <p:nvPr>
            <p:ph type="subTitle" idx="6"/>
          </p:nvPr>
        </p:nvSpPr>
        <p:spPr>
          <a:xfrm>
            <a:off x="8123333" y="3627767"/>
            <a:ext cx="3112000" cy="588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Tree>
    <p:extLst>
      <p:ext uri="{BB962C8B-B14F-4D97-AF65-F5344CB8AC3E}">
        <p14:creationId xmlns:p14="http://schemas.microsoft.com/office/powerpoint/2010/main" val="107970285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four columns" preserve="1">
  <p:cSld name="Title and four columns">
    <p:spTree>
      <p:nvGrpSpPr>
        <p:cNvPr id="1" name="Shape 8026"/>
        <p:cNvGrpSpPr/>
        <p:nvPr/>
      </p:nvGrpSpPr>
      <p:grpSpPr>
        <a:xfrm>
          <a:off x="0" y="0"/>
          <a:ext cx="0" cy="0"/>
          <a:chOff x="0" y="0"/>
          <a:chExt cx="0" cy="0"/>
        </a:xfrm>
      </p:grpSpPr>
      <p:grpSp>
        <p:nvGrpSpPr>
          <p:cNvPr id="8027" name="Google Shape;8027;p31"/>
          <p:cNvGrpSpPr/>
          <p:nvPr/>
        </p:nvGrpSpPr>
        <p:grpSpPr>
          <a:xfrm rot="-5138900">
            <a:off x="9239692" y="-817617"/>
            <a:ext cx="1158707" cy="2256236"/>
            <a:chOff x="4928950" y="2923850"/>
            <a:chExt cx="434675" cy="846400"/>
          </a:xfrm>
        </p:grpSpPr>
        <p:sp>
          <p:nvSpPr>
            <p:cNvPr id="8028" name="Google Shape;8028;p31"/>
            <p:cNvSpPr/>
            <p:nvPr/>
          </p:nvSpPr>
          <p:spPr>
            <a:xfrm>
              <a:off x="5082575" y="2939475"/>
              <a:ext cx="264375" cy="819350"/>
            </a:xfrm>
            <a:custGeom>
              <a:avLst/>
              <a:gdLst/>
              <a:ahLst/>
              <a:cxnLst/>
              <a:rect l="l" t="t" r="r" b="b"/>
              <a:pathLst>
                <a:path w="10575" h="32774" extrusionOk="0">
                  <a:moveTo>
                    <a:pt x="9954" y="1"/>
                  </a:moveTo>
                  <a:cubicBezTo>
                    <a:pt x="9951" y="1"/>
                    <a:pt x="9948" y="1"/>
                    <a:pt x="9944" y="1"/>
                  </a:cubicBezTo>
                  <a:cubicBezTo>
                    <a:pt x="8514" y="134"/>
                    <a:pt x="7216" y="1379"/>
                    <a:pt x="6215" y="2317"/>
                  </a:cubicBezTo>
                  <a:cubicBezTo>
                    <a:pt x="5024" y="3431"/>
                    <a:pt x="3982" y="4689"/>
                    <a:pt x="3111" y="6066"/>
                  </a:cubicBezTo>
                  <a:cubicBezTo>
                    <a:pt x="1361" y="8838"/>
                    <a:pt x="306" y="12041"/>
                    <a:pt x="117" y="15315"/>
                  </a:cubicBezTo>
                  <a:cubicBezTo>
                    <a:pt x="0" y="17331"/>
                    <a:pt x="200" y="19354"/>
                    <a:pt x="552" y="21337"/>
                  </a:cubicBezTo>
                  <a:cubicBezTo>
                    <a:pt x="878" y="23170"/>
                    <a:pt x="1314" y="24926"/>
                    <a:pt x="2352" y="26497"/>
                  </a:cubicBezTo>
                  <a:cubicBezTo>
                    <a:pt x="4162" y="29235"/>
                    <a:pt x="6933" y="31949"/>
                    <a:pt x="10194" y="32765"/>
                  </a:cubicBezTo>
                  <a:cubicBezTo>
                    <a:pt x="10218" y="32771"/>
                    <a:pt x="10241" y="32773"/>
                    <a:pt x="10263" y="32773"/>
                  </a:cubicBezTo>
                  <a:cubicBezTo>
                    <a:pt x="10494" y="32773"/>
                    <a:pt x="10574" y="32458"/>
                    <a:pt x="10340" y="32342"/>
                  </a:cubicBezTo>
                  <a:cubicBezTo>
                    <a:pt x="7369" y="30862"/>
                    <a:pt x="4505" y="28742"/>
                    <a:pt x="2675" y="25924"/>
                  </a:cubicBezTo>
                  <a:cubicBezTo>
                    <a:pt x="1677" y="24387"/>
                    <a:pt x="1294" y="22624"/>
                    <a:pt x="992" y="20841"/>
                  </a:cubicBezTo>
                  <a:cubicBezTo>
                    <a:pt x="669" y="18965"/>
                    <a:pt x="502" y="17055"/>
                    <a:pt x="622" y="15152"/>
                  </a:cubicBezTo>
                  <a:cubicBezTo>
                    <a:pt x="822" y="12035"/>
                    <a:pt x="1870" y="8994"/>
                    <a:pt x="3557" y="6369"/>
                  </a:cubicBezTo>
                  <a:cubicBezTo>
                    <a:pt x="4348" y="5125"/>
                    <a:pt x="5283" y="3980"/>
                    <a:pt x="6341" y="2949"/>
                  </a:cubicBezTo>
                  <a:cubicBezTo>
                    <a:pt x="7386" y="1934"/>
                    <a:pt x="8657" y="757"/>
                    <a:pt x="10011" y="194"/>
                  </a:cubicBezTo>
                  <a:cubicBezTo>
                    <a:pt x="10124" y="146"/>
                    <a:pt x="10055" y="1"/>
                    <a:pt x="99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9" name="Google Shape;8029;p31"/>
            <p:cNvSpPr/>
            <p:nvPr/>
          </p:nvSpPr>
          <p:spPr>
            <a:xfrm>
              <a:off x="5139625" y="2978525"/>
              <a:ext cx="201700" cy="684825"/>
            </a:xfrm>
            <a:custGeom>
              <a:avLst/>
              <a:gdLst/>
              <a:ahLst/>
              <a:cxnLst/>
              <a:rect l="l" t="t" r="r" b="b"/>
              <a:pathLst>
                <a:path w="8068" h="27393" extrusionOk="0">
                  <a:moveTo>
                    <a:pt x="7821" y="0"/>
                  </a:moveTo>
                  <a:cubicBezTo>
                    <a:pt x="7784" y="0"/>
                    <a:pt x="7746" y="13"/>
                    <a:pt x="7709" y="43"/>
                  </a:cubicBezTo>
                  <a:cubicBezTo>
                    <a:pt x="3567" y="3393"/>
                    <a:pt x="672" y="8427"/>
                    <a:pt x="320" y="13796"/>
                  </a:cubicBezTo>
                  <a:cubicBezTo>
                    <a:pt x="0" y="18624"/>
                    <a:pt x="2006" y="24765"/>
                    <a:pt x="6361" y="27357"/>
                  </a:cubicBezTo>
                  <a:cubicBezTo>
                    <a:pt x="6403" y="27382"/>
                    <a:pt x="6446" y="27393"/>
                    <a:pt x="6488" y="27393"/>
                  </a:cubicBezTo>
                  <a:cubicBezTo>
                    <a:pt x="6672" y="27393"/>
                    <a:pt x="6827" y="27175"/>
                    <a:pt x="6677" y="27004"/>
                  </a:cubicBezTo>
                  <a:cubicBezTo>
                    <a:pt x="5004" y="25118"/>
                    <a:pt x="3334" y="23314"/>
                    <a:pt x="2273" y="20989"/>
                  </a:cubicBezTo>
                  <a:cubicBezTo>
                    <a:pt x="1235" y="18713"/>
                    <a:pt x="829" y="16175"/>
                    <a:pt x="1018" y="13683"/>
                  </a:cubicBezTo>
                  <a:cubicBezTo>
                    <a:pt x="1414" y="8506"/>
                    <a:pt x="4229" y="3822"/>
                    <a:pt x="7938" y="306"/>
                  </a:cubicBezTo>
                  <a:cubicBezTo>
                    <a:pt x="8067" y="182"/>
                    <a:pt x="7959" y="0"/>
                    <a:pt x="78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0" name="Google Shape;8030;p31"/>
            <p:cNvSpPr/>
            <p:nvPr/>
          </p:nvSpPr>
          <p:spPr>
            <a:xfrm>
              <a:off x="4928950" y="2923850"/>
              <a:ext cx="434675" cy="846400"/>
            </a:xfrm>
            <a:custGeom>
              <a:avLst/>
              <a:gdLst/>
              <a:ahLst/>
              <a:cxnLst/>
              <a:rect l="l" t="t" r="r" b="b"/>
              <a:pathLst>
                <a:path w="17387" h="33856" extrusionOk="0">
                  <a:moveTo>
                    <a:pt x="16328" y="0"/>
                  </a:moveTo>
                  <a:cubicBezTo>
                    <a:pt x="16299" y="0"/>
                    <a:pt x="16268" y="7"/>
                    <a:pt x="16236" y="24"/>
                  </a:cubicBezTo>
                  <a:cubicBezTo>
                    <a:pt x="12672" y="1847"/>
                    <a:pt x="9522" y="4326"/>
                    <a:pt x="6744" y="7200"/>
                  </a:cubicBezTo>
                  <a:cubicBezTo>
                    <a:pt x="4462" y="9559"/>
                    <a:pt x="2349" y="12360"/>
                    <a:pt x="1494" y="15581"/>
                  </a:cubicBezTo>
                  <a:cubicBezTo>
                    <a:pt x="672" y="18675"/>
                    <a:pt x="1368" y="21922"/>
                    <a:pt x="2845" y="24710"/>
                  </a:cubicBezTo>
                  <a:cubicBezTo>
                    <a:pt x="4232" y="27325"/>
                    <a:pt x="6195" y="29597"/>
                    <a:pt x="8690" y="31204"/>
                  </a:cubicBezTo>
                  <a:cubicBezTo>
                    <a:pt x="9918" y="31996"/>
                    <a:pt x="11239" y="32631"/>
                    <a:pt x="12626" y="33093"/>
                  </a:cubicBezTo>
                  <a:cubicBezTo>
                    <a:pt x="13602" y="33413"/>
                    <a:pt x="14869" y="33855"/>
                    <a:pt x="15989" y="33855"/>
                  </a:cubicBezTo>
                  <a:cubicBezTo>
                    <a:pt x="16267" y="33855"/>
                    <a:pt x="16535" y="33828"/>
                    <a:pt x="16788" y="33765"/>
                  </a:cubicBezTo>
                  <a:cubicBezTo>
                    <a:pt x="17317" y="33636"/>
                    <a:pt x="17387" y="32897"/>
                    <a:pt x="16864" y="32701"/>
                  </a:cubicBezTo>
                  <a:cubicBezTo>
                    <a:pt x="16142" y="32428"/>
                    <a:pt x="15381" y="32475"/>
                    <a:pt x="14625" y="32345"/>
                  </a:cubicBezTo>
                  <a:cubicBezTo>
                    <a:pt x="13887" y="32215"/>
                    <a:pt x="13158" y="32022"/>
                    <a:pt x="12453" y="31776"/>
                  </a:cubicBezTo>
                  <a:cubicBezTo>
                    <a:pt x="10969" y="31267"/>
                    <a:pt x="9568" y="30548"/>
                    <a:pt x="8294" y="29640"/>
                  </a:cubicBezTo>
                  <a:cubicBezTo>
                    <a:pt x="3314" y="26110"/>
                    <a:pt x="0" y="19836"/>
                    <a:pt x="2698" y="13857"/>
                  </a:cubicBezTo>
                  <a:cubicBezTo>
                    <a:pt x="4013" y="10940"/>
                    <a:pt x="6301" y="8498"/>
                    <a:pt x="8610" y="6335"/>
                  </a:cubicBezTo>
                  <a:cubicBezTo>
                    <a:pt x="10999" y="4100"/>
                    <a:pt x="13664" y="2150"/>
                    <a:pt x="16409" y="373"/>
                  </a:cubicBezTo>
                  <a:lnTo>
                    <a:pt x="16405" y="373"/>
                  </a:lnTo>
                  <a:cubicBezTo>
                    <a:pt x="16582" y="262"/>
                    <a:pt x="16497" y="0"/>
                    <a:pt x="163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031" name="Google Shape;8031;p31"/>
          <p:cNvGrpSpPr/>
          <p:nvPr/>
        </p:nvGrpSpPr>
        <p:grpSpPr>
          <a:xfrm rot="-869002" flipH="1">
            <a:off x="7818111" y="5619471"/>
            <a:ext cx="3293215" cy="2619279"/>
            <a:chOff x="2173200" y="3006475"/>
            <a:chExt cx="883975" cy="703075"/>
          </a:xfrm>
        </p:grpSpPr>
        <p:sp>
          <p:nvSpPr>
            <p:cNvPr id="8032" name="Google Shape;8032;p31"/>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3" name="Google Shape;8033;p31"/>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4" name="Google Shape;8034;p31"/>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5" name="Google Shape;8035;p31"/>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036" name="Google Shape;8036;p31"/>
          <p:cNvSpPr txBox="1">
            <a:spLocks noGrp="1"/>
          </p:cNvSpPr>
          <p:nvPr>
            <p:ph type="subTitle" idx="1"/>
          </p:nvPr>
        </p:nvSpPr>
        <p:spPr>
          <a:xfrm>
            <a:off x="2320961" y="1860567"/>
            <a:ext cx="3058000" cy="5660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037" name="Google Shape;8037;p31"/>
          <p:cNvSpPr txBox="1">
            <a:spLocks noGrp="1"/>
          </p:cNvSpPr>
          <p:nvPr>
            <p:ph type="subTitle" idx="2"/>
          </p:nvPr>
        </p:nvSpPr>
        <p:spPr>
          <a:xfrm>
            <a:off x="2320961" y="2426367"/>
            <a:ext cx="3058000" cy="876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038" name="Google Shape;8038;p31"/>
          <p:cNvSpPr txBox="1">
            <a:spLocks noGrp="1"/>
          </p:cNvSpPr>
          <p:nvPr>
            <p:ph type="subTitle" idx="3"/>
          </p:nvPr>
        </p:nvSpPr>
        <p:spPr>
          <a:xfrm>
            <a:off x="6848761" y="2426367"/>
            <a:ext cx="3058000" cy="876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039" name="Google Shape;8039;p31"/>
          <p:cNvSpPr txBox="1">
            <a:spLocks noGrp="1"/>
          </p:cNvSpPr>
          <p:nvPr>
            <p:ph type="subTitle" idx="4"/>
          </p:nvPr>
        </p:nvSpPr>
        <p:spPr>
          <a:xfrm>
            <a:off x="2320961" y="4642033"/>
            <a:ext cx="3058000" cy="876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040" name="Google Shape;8040;p31"/>
          <p:cNvSpPr txBox="1">
            <a:spLocks noGrp="1"/>
          </p:cNvSpPr>
          <p:nvPr>
            <p:ph type="subTitle" idx="5"/>
          </p:nvPr>
        </p:nvSpPr>
        <p:spPr>
          <a:xfrm>
            <a:off x="6848761" y="4642033"/>
            <a:ext cx="3058000" cy="876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041" name="Google Shape;8041;p31"/>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8042" name="Google Shape;8042;p31"/>
          <p:cNvSpPr txBox="1">
            <a:spLocks noGrp="1"/>
          </p:cNvSpPr>
          <p:nvPr>
            <p:ph type="subTitle" idx="6"/>
          </p:nvPr>
        </p:nvSpPr>
        <p:spPr>
          <a:xfrm>
            <a:off x="2320961" y="4076033"/>
            <a:ext cx="3058000" cy="5660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043" name="Google Shape;8043;p31"/>
          <p:cNvSpPr txBox="1">
            <a:spLocks noGrp="1"/>
          </p:cNvSpPr>
          <p:nvPr>
            <p:ph type="subTitle" idx="7"/>
          </p:nvPr>
        </p:nvSpPr>
        <p:spPr>
          <a:xfrm>
            <a:off x="6848760" y="1860567"/>
            <a:ext cx="3058000" cy="5660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044" name="Google Shape;8044;p31"/>
          <p:cNvSpPr txBox="1">
            <a:spLocks noGrp="1"/>
          </p:cNvSpPr>
          <p:nvPr>
            <p:ph type="subTitle" idx="8"/>
          </p:nvPr>
        </p:nvSpPr>
        <p:spPr>
          <a:xfrm>
            <a:off x="6848760" y="4076033"/>
            <a:ext cx="3058000" cy="5660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grpSp>
        <p:nvGrpSpPr>
          <p:cNvPr id="8045" name="Google Shape;8045;p31"/>
          <p:cNvGrpSpPr/>
          <p:nvPr/>
        </p:nvGrpSpPr>
        <p:grpSpPr>
          <a:xfrm flipH="1">
            <a:off x="11613166" y="-222468"/>
            <a:ext cx="578831" cy="7314599"/>
            <a:chOff x="13274" y="-166851"/>
            <a:chExt cx="434123" cy="5485949"/>
          </a:xfrm>
        </p:grpSpPr>
        <p:sp>
          <p:nvSpPr>
            <p:cNvPr id="8046" name="Google Shape;8046;p31"/>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7" name="Google Shape;8047;p31"/>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8" name="Google Shape;8048;p31"/>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9" name="Google Shape;8049;p31"/>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0" name="Google Shape;8050;p31"/>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1" name="Google Shape;8051;p31"/>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2" name="Google Shape;8052;p31"/>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3" name="Google Shape;8053;p31"/>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4" name="Google Shape;8054;p31"/>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5" name="Google Shape;8055;p31"/>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6" name="Google Shape;8056;p31"/>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7" name="Google Shape;8057;p31"/>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8" name="Google Shape;8058;p31"/>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9" name="Google Shape;8059;p31"/>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0" name="Google Shape;8060;p31"/>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1" name="Google Shape;8061;p31"/>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2" name="Google Shape;8062;p31"/>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3" name="Google Shape;8063;p31"/>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4" name="Google Shape;8064;p31"/>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5" name="Google Shape;8065;p31"/>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6" name="Google Shape;8066;p31"/>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7" name="Google Shape;8067;p31"/>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8" name="Google Shape;8068;p31"/>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9" name="Google Shape;8069;p31"/>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0" name="Google Shape;8070;p31"/>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1" name="Google Shape;8071;p31"/>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2" name="Google Shape;8072;p31"/>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3" name="Google Shape;8073;p31"/>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4" name="Google Shape;8074;p31"/>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5" name="Google Shape;8075;p31"/>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6" name="Google Shape;8076;p31"/>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7" name="Google Shape;8077;p31"/>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8" name="Google Shape;8078;p31"/>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9" name="Google Shape;8079;p31"/>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0" name="Google Shape;8080;p31"/>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1" name="Google Shape;8081;p31"/>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2" name="Google Shape;8082;p31"/>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3" name="Google Shape;8083;p31"/>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4" name="Google Shape;8084;p31"/>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5" name="Google Shape;8085;p31"/>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6" name="Google Shape;8086;p31"/>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7" name="Google Shape;8087;p31"/>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8" name="Google Shape;8088;p31"/>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9" name="Google Shape;8089;p31"/>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0" name="Google Shape;8090;p31"/>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1" name="Google Shape;8091;p31"/>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2" name="Google Shape;8092;p31"/>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3" name="Google Shape;8093;p31"/>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4" name="Google Shape;8094;p31"/>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5" name="Google Shape;8095;p31"/>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6" name="Google Shape;8096;p31"/>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7" name="Google Shape;8097;p31"/>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8" name="Google Shape;8098;p31"/>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9" name="Google Shape;8099;p31"/>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0" name="Google Shape;8100;p31"/>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1" name="Google Shape;8101;p31"/>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2" name="Google Shape;8102;p31"/>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3" name="Google Shape;8103;p31"/>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4" name="Google Shape;8104;p31"/>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5" name="Google Shape;8105;p31"/>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6" name="Google Shape;8106;p31"/>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7" name="Google Shape;8107;p31"/>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8" name="Google Shape;8108;p31"/>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9" name="Google Shape;8109;p31"/>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0" name="Google Shape;8110;p31"/>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1" name="Google Shape;8111;p31"/>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2" name="Google Shape;8112;p31"/>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3" name="Google Shape;8113;p31"/>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4" name="Google Shape;8114;p31"/>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5" name="Google Shape;8115;p31"/>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6" name="Google Shape;8116;p31"/>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7" name="Google Shape;8117;p31"/>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8" name="Google Shape;8118;p31"/>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9" name="Google Shape;8119;p31"/>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0" name="Google Shape;8120;p31"/>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1" name="Google Shape;8121;p31"/>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2" name="Google Shape;8122;p31"/>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3" name="Google Shape;8123;p31"/>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4" name="Google Shape;8124;p31"/>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5" name="Google Shape;8125;p31"/>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6" name="Google Shape;8126;p31"/>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7" name="Google Shape;8127;p31"/>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8" name="Google Shape;8128;p31"/>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9" name="Google Shape;8129;p31"/>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0" name="Google Shape;8130;p31"/>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1" name="Google Shape;8131;p31"/>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2" name="Google Shape;8132;p31"/>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3" name="Google Shape;8133;p31"/>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4" name="Google Shape;8134;p31"/>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5" name="Google Shape;8135;p31"/>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6" name="Google Shape;8136;p31"/>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7" name="Google Shape;8137;p31"/>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8" name="Google Shape;8138;p31"/>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9" name="Google Shape;8139;p31"/>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0" name="Google Shape;8140;p31"/>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1" name="Google Shape;8141;p31"/>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2" name="Google Shape;8142;p31"/>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3" name="Google Shape;8143;p31"/>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4" name="Google Shape;8144;p31"/>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5" name="Google Shape;8145;p31"/>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6" name="Google Shape;8146;p31"/>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7" name="Google Shape;8147;p31"/>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8" name="Google Shape;8148;p31"/>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9" name="Google Shape;8149;p31"/>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0" name="Google Shape;8150;p31"/>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1" name="Google Shape;8151;p31"/>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2" name="Google Shape;8152;p31"/>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3" name="Google Shape;8153;p31"/>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4" name="Google Shape;8154;p31"/>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5" name="Google Shape;8155;p31"/>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6" name="Google Shape;8156;p31"/>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7" name="Google Shape;8157;p31"/>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8" name="Google Shape;8158;p31"/>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9" name="Google Shape;8159;p31"/>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0" name="Google Shape;8160;p31"/>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1" name="Google Shape;8161;p31"/>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2" name="Google Shape;8162;p31"/>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3" name="Google Shape;8163;p31"/>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4" name="Google Shape;8164;p31"/>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5" name="Google Shape;8165;p31"/>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6" name="Google Shape;8166;p31"/>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7" name="Google Shape;8167;p31"/>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8" name="Google Shape;8168;p31"/>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9" name="Google Shape;8169;p31"/>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0" name="Google Shape;8170;p31"/>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1" name="Google Shape;8171;p31"/>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2" name="Google Shape;8172;p31"/>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3" name="Google Shape;8173;p31"/>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4" name="Google Shape;8174;p31"/>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5" name="Google Shape;8175;p31"/>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6" name="Google Shape;8176;p31"/>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7" name="Google Shape;8177;p31"/>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8" name="Google Shape;8178;p31"/>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9" name="Google Shape;8179;p31"/>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0" name="Google Shape;8180;p31"/>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1" name="Google Shape;8181;p31"/>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182" name="Google Shape;8182;p31"/>
          <p:cNvGrpSpPr/>
          <p:nvPr/>
        </p:nvGrpSpPr>
        <p:grpSpPr>
          <a:xfrm>
            <a:off x="66" y="-222468"/>
            <a:ext cx="578831" cy="7314599"/>
            <a:chOff x="13274" y="-166851"/>
            <a:chExt cx="434123" cy="5485949"/>
          </a:xfrm>
        </p:grpSpPr>
        <p:sp>
          <p:nvSpPr>
            <p:cNvPr id="8183" name="Google Shape;8183;p31"/>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4" name="Google Shape;8184;p31"/>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5" name="Google Shape;8185;p31"/>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6" name="Google Shape;8186;p31"/>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7" name="Google Shape;8187;p31"/>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8" name="Google Shape;8188;p31"/>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9" name="Google Shape;8189;p31"/>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0" name="Google Shape;8190;p31"/>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1" name="Google Shape;8191;p31"/>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2" name="Google Shape;8192;p31"/>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3" name="Google Shape;8193;p31"/>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4" name="Google Shape;8194;p31"/>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5" name="Google Shape;8195;p31"/>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6" name="Google Shape;8196;p31"/>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7" name="Google Shape;8197;p31"/>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8" name="Google Shape;8198;p31"/>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9" name="Google Shape;8199;p31"/>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0" name="Google Shape;8200;p31"/>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1" name="Google Shape;8201;p31"/>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2" name="Google Shape;8202;p31"/>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3" name="Google Shape;8203;p31"/>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4" name="Google Shape;8204;p31"/>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5" name="Google Shape;8205;p31"/>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6" name="Google Shape;8206;p31"/>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7" name="Google Shape;8207;p31"/>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8" name="Google Shape;8208;p31"/>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9" name="Google Shape;8209;p31"/>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0" name="Google Shape;8210;p31"/>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1" name="Google Shape;8211;p31"/>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2" name="Google Shape;8212;p31"/>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3" name="Google Shape;8213;p31"/>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4" name="Google Shape;8214;p31"/>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5" name="Google Shape;8215;p31"/>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6" name="Google Shape;8216;p31"/>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7" name="Google Shape;8217;p31"/>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8" name="Google Shape;8218;p31"/>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9" name="Google Shape;8219;p31"/>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0" name="Google Shape;8220;p31"/>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1" name="Google Shape;8221;p31"/>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2" name="Google Shape;8222;p31"/>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3" name="Google Shape;8223;p31"/>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4" name="Google Shape;8224;p31"/>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5" name="Google Shape;8225;p31"/>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6" name="Google Shape;8226;p31"/>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7" name="Google Shape;8227;p31"/>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8" name="Google Shape;8228;p31"/>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9" name="Google Shape;8229;p31"/>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0" name="Google Shape;8230;p31"/>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1" name="Google Shape;8231;p31"/>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2" name="Google Shape;8232;p31"/>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3" name="Google Shape;8233;p31"/>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4" name="Google Shape;8234;p31"/>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5" name="Google Shape;8235;p31"/>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6" name="Google Shape;8236;p31"/>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7" name="Google Shape;8237;p31"/>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8" name="Google Shape;8238;p31"/>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9" name="Google Shape;8239;p31"/>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0" name="Google Shape;8240;p31"/>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1" name="Google Shape;8241;p31"/>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2" name="Google Shape;8242;p31"/>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3" name="Google Shape;8243;p31"/>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4" name="Google Shape;8244;p31"/>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5" name="Google Shape;8245;p31"/>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6" name="Google Shape;8246;p31"/>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7" name="Google Shape;8247;p31"/>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8" name="Google Shape;8248;p31"/>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9" name="Google Shape;8249;p31"/>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0" name="Google Shape;8250;p31"/>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1" name="Google Shape;8251;p31"/>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2" name="Google Shape;8252;p31"/>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3" name="Google Shape;8253;p31"/>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4" name="Google Shape;8254;p31"/>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5" name="Google Shape;8255;p31"/>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6" name="Google Shape;8256;p31"/>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7" name="Google Shape;8257;p31"/>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8" name="Google Shape;8258;p31"/>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9" name="Google Shape;8259;p31"/>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0" name="Google Shape;8260;p31"/>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1" name="Google Shape;8261;p31"/>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2" name="Google Shape;8262;p31"/>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3" name="Google Shape;8263;p31"/>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4" name="Google Shape;8264;p31"/>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5" name="Google Shape;8265;p31"/>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6" name="Google Shape;8266;p31"/>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7" name="Google Shape;8267;p31"/>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8" name="Google Shape;8268;p31"/>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9" name="Google Shape;8269;p31"/>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0" name="Google Shape;8270;p31"/>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1" name="Google Shape;8271;p31"/>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2" name="Google Shape;8272;p31"/>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3" name="Google Shape;8273;p31"/>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4" name="Google Shape;8274;p31"/>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5" name="Google Shape;8275;p31"/>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6" name="Google Shape;8276;p31"/>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7" name="Google Shape;8277;p31"/>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8" name="Google Shape;8278;p31"/>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9" name="Google Shape;8279;p31"/>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0" name="Google Shape;8280;p31"/>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1" name="Google Shape;8281;p31"/>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2" name="Google Shape;8282;p31"/>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3" name="Google Shape;8283;p31"/>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4" name="Google Shape;8284;p31"/>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5" name="Google Shape;8285;p31"/>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6" name="Google Shape;8286;p31"/>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7" name="Google Shape;8287;p31"/>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8" name="Google Shape;8288;p31"/>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9" name="Google Shape;8289;p31"/>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0" name="Google Shape;8290;p31"/>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1" name="Google Shape;8291;p31"/>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2" name="Google Shape;8292;p31"/>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3" name="Google Shape;8293;p31"/>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4" name="Google Shape;8294;p31"/>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5" name="Google Shape;8295;p31"/>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6" name="Google Shape;8296;p31"/>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7" name="Google Shape;8297;p31"/>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8" name="Google Shape;8298;p31"/>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9" name="Google Shape;8299;p31"/>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0" name="Google Shape;8300;p31"/>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1" name="Google Shape;8301;p31"/>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2" name="Google Shape;8302;p31"/>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3" name="Google Shape;8303;p31"/>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4" name="Google Shape;8304;p31"/>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5" name="Google Shape;8305;p31"/>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6" name="Google Shape;8306;p31"/>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7" name="Google Shape;8307;p31"/>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8" name="Google Shape;8308;p31"/>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9" name="Google Shape;8309;p31"/>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0" name="Google Shape;8310;p31"/>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1" name="Google Shape;8311;p31"/>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2" name="Google Shape;8312;p31"/>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3" name="Google Shape;8313;p31"/>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4" name="Google Shape;8314;p31"/>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5" name="Google Shape;8315;p31"/>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6" name="Google Shape;8316;p31"/>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7" name="Google Shape;8317;p31"/>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8" name="Google Shape;8318;p31"/>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30824602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and four columns 1" preserve="1">
  <p:cSld name="Title and four columns 1">
    <p:spTree>
      <p:nvGrpSpPr>
        <p:cNvPr id="1" name="Shape 8319"/>
        <p:cNvGrpSpPr/>
        <p:nvPr/>
      </p:nvGrpSpPr>
      <p:grpSpPr>
        <a:xfrm>
          <a:off x="0" y="0"/>
          <a:ext cx="0" cy="0"/>
          <a:chOff x="0" y="0"/>
          <a:chExt cx="0" cy="0"/>
        </a:xfrm>
      </p:grpSpPr>
      <p:grpSp>
        <p:nvGrpSpPr>
          <p:cNvPr id="8320" name="Google Shape;8320;p32"/>
          <p:cNvGrpSpPr/>
          <p:nvPr/>
        </p:nvGrpSpPr>
        <p:grpSpPr>
          <a:xfrm rot="-9853490" flipH="1">
            <a:off x="8138170" y="-1663436"/>
            <a:ext cx="2942423" cy="2719720"/>
            <a:chOff x="5491850" y="3225350"/>
            <a:chExt cx="850875" cy="786475"/>
          </a:xfrm>
        </p:grpSpPr>
        <p:sp>
          <p:nvSpPr>
            <p:cNvPr id="8321" name="Google Shape;8321;p32"/>
            <p:cNvSpPr/>
            <p:nvPr/>
          </p:nvSpPr>
          <p:spPr>
            <a:xfrm>
              <a:off x="5491850" y="3225350"/>
              <a:ext cx="850875" cy="786475"/>
            </a:xfrm>
            <a:custGeom>
              <a:avLst/>
              <a:gdLst/>
              <a:ahLst/>
              <a:cxnLst/>
              <a:rect l="l" t="t" r="r" b="b"/>
              <a:pathLst>
                <a:path w="34035" h="31459" extrusionOk="0">
                  <a:moveTo>
                    <a:pt x="17863" y="1"/>
                  </a:moveTo>
                  <a:cubicBezTo>
                    <a:pt x="15960" y="1"/>
                    <a:pt x="14109" y="678"/>
                    <a:pt x="12420" y="1548"/>
                  </a:cubicBezTo>
                  <a:cubicBezTo>
                    <a:pt x="11289" y="2130"/>
                    <a:pt x="10204" y="2795"/>
                    <a:pt x="9093" y="3418"/>
                  </a:cubicBezTo>
                  <a:cubicBezTo>
                    <a:pt x="8075" y="3986"/>
                    <a:pt x="6991" y="4462"/>
                    <a:pt x="6039" y="5141"/>
                  </a:cubicBezTo>
                  <a:cubicBezTo>
                    <a:pt x="5567" y="5477"/>
                    <a:pt x="5141" y="5873"/>
                    <a:pt x="4771" y="6322"/>
                  </a:cubicBezTo>
                  <a:cubicBezTo>
                    <a:pt x="4399" y="6784"/>
                    <a:pt x="4080" y="7287"/>
                    <a:pt x="3780" y="7799"/>
                  </a:cubicBezTo>
                  <a:cubicBezTo>
                    <a:pt x="3128" y="8904"/>
                    <a:pt x="2546" y="10048"/>
                    <a:pt x="2030" y="11222"/>
                  </a:cubicBezTo>
                  <a:cubicBezTo>
                    <a:pt x="1025" y="13528"/>
                    <a:pt x="307" y="15980"/>
                    <a:pt x="77" y="18488"/>
                  </a:cubicBezTo>
                  <a:cubicBezTo>
                    <a:pt x="24" y="19107"/>
                    <a:pt x="1" y="19726"/>
                    <a:pt x="4" y="20345"/>
                  </a:cubicBezTo>
                  <a:cubicBezTo>
                    <a:pt x="7" y="20360"/>
                    <a:pt x="20" y="20367"/>
                    <a:pt x="32" y="20367"/>
                  </a:cubicBezTo>
                  <a:cubicBezTo>
                    <a:pt x="44" y="20367"/>
                    <a:pt x="56" y="20360"/>
                    <a:pt x="57" y="20345"/>
                  </a:cubicBezTo>
                  <a:lnTo>
                    <a:pt x="61" y="20345"/>
                  </a:lnTo>
                  <a:cubicBezTo>
                    <a:pt x="81" y="17836"/>
                    <a:pt x="586" y="15351"/>
                    <a:pt x="1431" y="12996"/>
                  </a:cubicBezTo>
                  <a:cubicBezTo>
                    <a:pt x="1864" y="11798"/>
                    <a:pt x="2373" y="10634"/>
                    <a:pt x="2958" y="9502"/>
                  </a:cubicBezTo>
                  <a:cubicBezTo>
                    <a:pt x="3241" y="8950"/>
                    <a:pt x="3541" y="8408"/>
                    <a:pt x="3853" y="7869"/>
                  </a:cubicBezTo>
                  <a:cubicBezTo>
                    <a:pt x="4163" y="7343"/>
                    <a:pt x="4489" y="6821"/>
                    <a:pt x="4881" y="6352"/>
                  </a:cubicBezTo>
                  <a:cubicBezTo>
                    <a:pt x="5636" y="5447"/>
                    <a:pt x="6635" y="4865"/>
                    <a:pt x="7673" y="4339"/>
                  </a:cubicBezTo>
                  <a:cubicBezTo>
                    <a:pt x="8744" y="3793"/>
                    <a:pt x="9798" y="3221"/>
                    <a:pt x="10850" y="2639"/>
                  </a:cubicBezTo>
                  <a:cubicBezTo>
                    <a:pt x="12899" y="1505"/>
                    <a:pt x="15038" y="340"/>
                    <a:pt x="17430" y="224"/>
                  </a:cubicBezTo>
                  <a:cubicBezTo>
                    <a:pt x="17545" y="218"/>
                    <a:pt x="17658" y="215"/>
                    <a:pt x="17772" y="215"/>
                  </a:cubicBezTo>
                  <a:cubicBezTo>
                    <a:pt x="18921" y="215"/>
                    <a:pt x="20033" y="498"/>
                    <a:pt x="21117" y="879"/>
                  </a:cubicBezTo>
                  <a:cubicBezTo>
                    <a:pt x="22351" y="1312"/>
                    <a:pt x="23565" y="1804"/>
                    <a:pt x="24786" y="2270"/>
                  </a:cubicBezTo>
                  <a:cubicBezTo>
                    <a:pt x="26017" y="2739"/>
                    <a:pt x="27261" y="3185"/>
                    <a:pt x="28479" y="3694"/>
                  </a:cubicBezTo>
                  <a:cubicBezTo>
                    <a:pt x="29504" y="4126"/>
                    <a:pt x="30472" y="4665"/>
                    <a:pt x="31274" y="5450"/>
                  </a:cubicBezTo>
                  <a:cubicBezTo>
                    <a:pt x="32667" y="6808"/>
                    <a:pt x="33536" y="8697"/>
                    <a:pt x="33699" y="10637"/>
                  </a:cubicBezTo>
                  <a:cubicBezTo>
                    <a:pt x="33902" y="13095"/>
                    <a:pt x="32857" y="15418"/>
                    <a:pt x="31776" y="17560"/>
                  </a:cubicBezTo>
                  <a:cubicBezTo>
                    <a:pt x="29537" y="21975"/>
                    <a:pt x="26829" y="26137"/>
                    <a:pt x="23698" y="29976"/>
                  </a:cubicBezTo>
                  <a:cubicBezTo>
                    <a:pt x="23316" y="30442"/>
                    <a:pt x="22936" y="30921"/>
                    <a:pt x="22534" y="31373"/>
                  </a:cubicBezTo>
                  <a:cubicBezTo>
                    <a:pt x="22503" y="31409"/>
                    <a:pt x="22535" y="31459"/>
                    <a:pt x="22571" y="31459"/>
                  </a:cubicBezTo>
                  <a:cubicBezTo>
                    <a:pt x="22582" y="31459"/>
                    <a:pt x="22594" y="31454"/>
                    <a:pt x="22604" y="31443"/>
                  </a:cubicBezTo>
                  <a:cubicBezTo>
                    <a:pt x="23023" y="30968"/>
                    <a:pt x="23452" y="30505"/>
                    <a:pt x="23861" y="30019"/>
                  </a:cubicBezTo>
                  <a:cubicBezTo>
                    <a:pt x="24274" y="29537"/>
                    <a:pt x="24676" y="29051"/>
                    <a:pt x="25072" y="28556"/>
                  </a:cubicBezTo>
                  <a:cubicBezTo>
                    <a:pt x="25851" y="27581"/>
                    <a:pt x="26606" y="26583"/>
                    <a:pt x="27321" y="25561"/>
                  </a:cubicBezTo>
                  <a:cubicBezTo>
                    <a:pt x="28768" y="23489"/>
                    <a:pt x="30089" y="21333"/>
                    <a:pt x="31277" y="19104"/>
                  </a:cubicBezTo>
                  <a:cubicBezTo>
                    <a:pt x="31886" y="17963"/>
                    <a:pt x="32481" y="16805"/>
                    <a:pt x="32977" y="15607"/>
                  </a:cubicBezTo>
                  <a:cubicBezTo>
                    <a:pt x="33459" y="14430"/>
                    <a:pt x="33839" y="13199"/>
                    <a:pt x="33918" y="11924"/>
                  </a:cubicBezTo>
                  <a:cubicBezTo>
                    <a:pt x="34035" y="9942"/>
                    <a:pt x="33473" y="7982"/>
                    <a:pt x="32321" y="6365"/>
                  </a:cubicBezTo>
                  <a:cubicBezTo>
                    <a:pt x="31759" y="5573"/>
                    <a:pt x="31054" y="4891"/>
                    <a:pt x="30242" y="4359"/>
                  </a:cubicBezTo>
                  <a:cubicBezTo>
                    <a:pt x="29168" y="3657"/>
                    <a:pt x="27937" y="3235"/>
                    <a:pt x="26746" y="2779"/>
                  </a:cubicBezTo>
                  <a:cubicBezTo>
                    <a:pt x="25478" y="2290"/>
                    <a:pt x="24211" y="1807"/>
                    <a:pt x="22943" y="1322"/>
                  </a:cubicBezTo>
                  <a:cubicBezTo>
                    <a:pt x="21702" y="849"/>
                    <a:pt x="20458" y="334"/>
                    <a:pt x="19144" y="107"/>
                  </a:cubicBezTo>
                  <a:cubicBezTo>
                    <a:pt x="18715" y="34"/>
                    <a:pt x="18288" y="1"/>
                    <a:pt x="1786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2" name="Google Shape;8322;p32"/>
            <p:cNvSpPr/>
            <p:nvPr/>
          </p:nvSpPr>
          <p:spPr>
            <a:xfrm>
              <a:off x="5578825" y="3382175"/>
              <a:ext cx="234025" cy="284700"/>
            </a:xfrm>
            <a:custGeom>
              <a:avLst/>
              <a:gdLst/>
              <a:ahLst/>
              <a:cxnLst/>
              <a:rect l="l" t="t" r="r" b="b"/>
              <a:pathLst>
                <a:path w="9361" h="11388" extrusionOk="0">
                  <a:moveTo>
                    <a:pt x="6303" y="1"/>
                  </a:moveTo>
                  <a:cubicBezTo>
                    <a:pt x="5144" y="1"/>
                    <a:pt x="4019" y="828"/>
                    <a:pt x="3192" y="1679"/>
                  </a:cubicBezTo>
                  <a:cubicBezTo>
                    <a:pt x="1622" y="3303"/>
                    <a:pt x="561" y="5275"/>
                    <a:pt x="18" y="7461"/>
                  </a:cubicBezTo>
                  <a:cubicBezTo>
                    <a:pt x="0" y="7535"/>
                    <a:pt x="61" y="7582"/>
                    <a:pt x="120" y="7582"/>
                  </a:cubicBezTo>
                  <a:cubicBezTo>
                    <a:pt x="160" y="7582"/>
                    <a:pt x="200" y="7561"/>
                    <a:pt x="215" y="7511"/>
                  </a:cubicBezTo>
                  <a:cubicBezTo>
                    <a:pt x="770" y="5721"/>
                    <a:pt x="1702" y="4028"/>
                    <a:pt x="2956" y="2627"/>
                  </a:cubicBezTo>
                  <a:cubicBezTo>
                    <a:pt x="3746" y="1745"/>
                    <a:pt x="5014" y="552"/>
                    <a:pt x="6256" y="552"/>
                  </a:cubicBezTo>
                  <a:cubicBezTo>
                    <a:pt x="6723" y="552"/>
                    <a:pt x="7187" y="721"/>
                    <a:pt x="7620" y="1140"/>
                  </a:cubicBezTo>
                  <a:cubicBezTo>
                    <a:pt x="8911" y="2388"/>
                    <a:pt x="8675" y="4607"/>
                    <a:pt x="8326" y="6197"/>
                  </a:cubicBezTo>
                  <a:cubicBezTo>
                    <a:pt x="7923" y="8017"/>
                    <a:pt x="7025" y="9504"/>
                    <a:pt x="6093" y="11091"/>
                  </a:cubicBezTo>
                  <a:cubicBezTo>
                    <a:pt x="6006" y="11243"/>
                    <a:pt x="6135" y="11387"/>
                    <a:pt x="6276" y="11387"/>
                  </a:cubicBezTo>
                  <a:cubicBezTo>
                    <a:pt x="6323" y="11387"/>
                    <a:pt x="6371" y="11371"/>
                    <a:pt x="6413" y="11334"/>
                  </a:cubicBezTo>
                  <a:cubicBezTo>
                    <a:pt x="7993" y="9906"/>
                    <a:pt x="8841" y="7614"/>
                    <a:pt x="9121" y="5552"/>
                  </a:cubicBezTo>
                  <a:cubicBezTo>
                    <a:pt x="9360" y="3798"/>
                    <a:pt x="9317" y="1583"/>
                    <a:pt x="7707" y="458"/>
                  </a:cubicBezTo>
                  <a:cubicBezTo>
                    <a:pt x="7245" y="136"/>
                    <a:pt x="6771" y="1"/>
                    <a:pt x="630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3" name="Google Shape;8323;p32"/>
            <p:cNvSpPr/>
            <p:nvPr/>
          </p:nvSpPr>
          <p:spPr>
            <a:xfrm>
              <a:off x="5793975" y="3403775"/>
              <a:ext cx="223050" cy="340525"/>
            </a:xfrm>
            <a:custGeom>
              <a:avLst/>
              <a:gdLst/>
              <a:ahLst/>
              <a:cxnLst/>
              <a:rect l="l" t="t" r="r" b="b"/>
              <a:pathLst>
                <a:path w="8922" h="13621" extrusionOk="0">
                  <a:moveTo>
                    <a:pt x="4761" y="0"/>
                  </a:moveTo>
                  <a:cubicBezTo>
                    <a:pt x="4165" y="0"/>
                    <a:pt x="3557" y="140"/>
                    <a:pt x="2980" y="419"/>
                  </a:cubicBezTo>
                  <a:cubicBezTo>
                    <a:pt x="1097" y="1331"/>
                    <a:pt x="215" y="3290"/>
                    <a:pt x="6" y="5273"/>
                  </a:cubicBezTo>
                  <a:cubicBezTo>
                    <a:pt x="0" y="5335"/>
                    <a:pt x="46" y="5365"/>
                    <a:pt x="94" y="5365"/>
                  </a:cubicBezTo>
                  <a:cubicBezTo>
                    <a:pt x="137" y="5365"/>
                    <a:pt x="183" y="5342"/>
                    <a:pt x="199" y="5296"/>
                  </a:cubicBezTo>
                  <a:lnTo>
                    <a:pt x="199" y="5293"/>
                  </a:lnTo>
                  <a:cubicBezTo>
                    <a:pt x="791" y="3650"/>
                    <a:pt x="1613" y="1813"/>
                    <a:pt x="3293" y="1038"/>
                  </a:cubicBezTo>
                  <a:cubicBezTo>
                    <a:pt x="3760" y="822"/>
                    <a:pt x="4231" y="719"/>
                    <a:pt x="4684" y="719"/>
                  </a:cubicBezTo>
                  <a:cubicBezTo>
                    <a:pt x="5917" y="719"/>
                    <a:pt x="7013" y="1478"/>
                    <a:pt x="7524" y="2768"/>
                  </a:cubicBezTo>
                  <a:cubicBezTo>
                    <a:pt x="8220" y="4511"/>
                    <a:pt x="7628" y="6438"/>
                    <a:pt x="6962" y="8098"/>
                  </a:cubicBezTo>
                  <a:cubicBezTo>
                    <a:pt x="6230" y="9921"/>
                    <a:pt x="5179" y="11558"/>
                    <a:pt x="4364" y="13338"/>
                  </a:cubicBezTo>
                  <a:cubicBezTo>
                    <a:pt x="4302" y="13473"/>
                    <a:pt x="4407" y="13620"/>
                    <a:pt x="4529" y="13620"/>
                  </a:cubicBezTo>
                  <a:cubicBezTo>
                    <a:pt x="4572" y="13620"/>
                    <a:pt x="4616" y="13602"/>
                    <a:pt x="4657" y="13560"/>
                  </a:cubicBezTo>
                  <a:cubicBezTo>
                    <a:pt x="6293" y="11870"/>
                    <a:pt x="7418" y="9422"/>
                    <a:pt x="8160" y="7206"/>
                  </a:cubicBezTo>
                  <a:cubicBezTo>
                    <a:pt x="8799" y="5293"/>
                    <a:pt x="8922" y="3057"/>
                    <a:pt x="7611" y="1391"/>
                  </a:cubicBezTo>
                  <a:cubicBezTo>
                    <a:pt x="6882" y="462"/>
                    <a:pt x="5842" y="0"/>
                    <a:pt x="4761"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4" name="Google Shape;8324;p32"/>
            <p:cNvSpPr/>
            <p:nvPr/>
          </p:nvSpPr>
          <p:spPr>
            <a:xfrm>
              <a:off x="5993850" y="3419550"/>
              <a:ext cx="228125" cy="496950"/>
            </a:xfrm>
            <a:custGeom>
              <a:avLst/>
              <a:gdLst/>
              <a:ahLst/>
              <a:cxnLst/>
              <a:rect l="l" t="t" r="r" b="b"/>
              <a:pathLst>
                <a:path w="9125" h="19878" extrusionOk="0">
                  <a:moveTo>
                    <a:pt x="4983" y="1"/>
                  </a:moveTo>
                  <a:cubicBezTo>
                    <a:pt x="4852" y="1"/>
                    <a:pt x="4717" y="9"/>
                    <a:pt x="4580" y="24"/>
                  </a:cubicBezTo>
                  <a:cubicBezTo>
                    <a:pt x="2084" y="317"/>
                    <a:pt x="810" y="2666"/>
                    <a:pt x="48" y="4785"/>
                  </a:cubicBezTo>
                  <a:cubicBezTo>
                    <a:pt x="0" y="4919"/>
                    <a:pt x="121" y="5016"/>
                    <a:pt x="239" y="5016"/>
                  </a:cubicBezTo>
                  <a:cubicBezTo>
                    <a:pt x="300" y="5016"/>
                    <a:pt x="361" y="4990"/>
                    <a:pt x="398" y="4928"/>
                  </a:cubicBezTo>
                  <a:lnTo>
                    <a:pt x="394" y="4928"/>
                  </a:lnTo>
                  <a:cubicBezTo>
                    <a:pt x="1388" y="3193"/>
                    <a:pt x="2636" y="743"/>
                    <a:pt x="4944" y="743"/>
                  </a:cubicBezTo>
                  <a:cubicBezTo>
                    <a:pt x="4994" y="743"/>
                    <a:pt x="5044" y="744"/>
                    <a:pt x="5095" y="746"/>
                  </a:cubicBezTo>
                  <a:cubicBezTo>
                    <a:pt x="7637" y="859"/>
                    <a:pt x="8100" y="4170"/>
                    <a:pt x="8056" y="6109"/>
                  </a:cubicBezTo>
                  <a:cubicBezTo>
                    <a:pt x="8006" y="8435"/>
                    <a:pt x="7557" y="10770"/>
                    <a:pt x="6852" y="12986"/>
                  </a:cubicBezTo>
                  <a:cubicBezTo>
                    <a:pt x="6107" y="15328"/>
                    <a:pt x="4899" y="17367"/>
                    <a:pt x="3858" y="19567"/>
                  </a:cubicBezTo>
                  <a:cubicBezTo>
                    <a:pt x="3788" y="19713"/>
                    <a:pt x="3909" y="19878"/>
                    <a:pt x="4042" y="19878"/>
                  </a:cubicBezTo>
                  <a:cubicBezTo>
                    <a:pt x="4087" y="19878"/>
                    <a:pt x="4133" y="19858"/>
                    <a:pt x="4174" y="19813"/>
                  </a:cubicBezTo>
                  <a:cubicBezTo>
                    <a:pt x="5970" y="17773"/>
                    <a:pt x="7075" y="14906"/>
                    <a:pt x="7817" y="12327"/>
                  </a:cubicBezTo>
                  <a:cubicBezTo>
                    <a:pt x="8559" y="9742"/>
                    <a:pt x="9124" y="6778"/>
                    <a:pt x="8692" y="4093"/>
                  </a:cubicBezTo>
                  <a:cubicBezTo>
                    <a:pt x="8375" y="2117"/>
                    <a:pt x="7152" y="1"/>
                    <a:pt x="498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5" name="Google Shape;8325;p32"/>
            <p:cNvSpPr/>
            <p:nvPr/>
          </p:nvSpPr>
          <p:spPr>
            <a:xfrm>
              <a:off x="5966225" y="3403950"/>
              <a:ext cx="112350" cy="42550"/>
            </a:xfrm>
            <a:custGeom>
              <a:avLst/>
              <a:gdLst/>
              <a:ahLst/>
              <a:cxnLst/>
              <a:rect l="l" t="t" r="r" b="b"/>
              <a:pathLst>
                <a:path w="4494" h="1702" extrusionOk="0">
                  <a:moveTo>
                    <a:pt x="2202" y="1"/>
                  </a:moveTo>
                  <a:cubicBezTo>
                    <a:pt x="1327" y="1"/>
                    <a:pt x="445" y="489"/>
                    <a:pt x="62" y="1284"/>
                  </a:cubicBezTo>
                  <a:cubicBezTo>
                    <a:pt x="0" y="1396"/>
                    <a:pt x="92" y="1506"/>
                    <a:pt x="194" y="1506"/>
                  </a:cubicBezTo>
                  <a:cubicBezTo>
                    <a:pt x="228" y="1506"/>
                    <a:pt x="264" y="1493"/>
                    <a:pt x="295" y="1463"/>
                  </a:cubicBezTo>
                  <a:cubicBezTo>
                    <a:pt x="774" y="1041"/>
                    <a:pt x="1263" y="632"/>
                    <a:pt x="1912" y="539"/>
                  </a:cubicBezTo>
                  <a:cubicBezTo>
                    <a:pt x="2010" y="524"/>
                    <a:pt x="2108" y="516"/>
                    <a:pt x="2205" y="516"/>
                  </a:cubicBezTo>
                  <a:cubicBezTo>
                    <a:pt x="2417" y="516"/>
                    <a:pt x="2627" y="551"/>
                    <a:pt x="2827" y="622"/>
                  </a:cubicBezTo>
                  <a:cubicBezTo>
                    <a:pt x="3046" y="698"/>
                    <a:pt x="3852" y="1114"/>
                    <a:pt x="3768" y="1470"/>
                  </a:cubicBezTo>
                  <a:cubicBezTo>
                    <a:pt x="3745" y="1560"/>
                    <a:pt x="3798" y="1650"/>
                    <a:pt x="3888" y="1676"/>
                  </a:cubicBezTo>
                  <a:lnTo>
                    <a:pt x="3945" y="1693"/>
                  </a:lnTo>
                  <a:cubicBezTo>
                    <a:pt x="3965" y="1699"/>
                    <a:pt x="3984" y="1702"/>
                    <a:pt x="4003" y="1702"/>
                  </a:cubicBezTo>
                  <a:cubicBezTo>
                    <a:pt x="4105" y="1702"/>
                    <a:pt x="4191" y="1625"/>
                    <a:pt x="4224" y="1527"/>
                  </a:cubicBezTo>
                  <a:cubicBezTo>
                    <a:pt x="4494" y="742"/>
                    <a:pt x="3103" y="106"/>
                    <a:pt x="2521" y="23"/>
                  </a:cubicBezTo>
                  <a:cubicBezTo>
                    <a:pt x="2415" y="8"/>
                    <a:pt x="2309" y="1"/>
                    <a:pt x="2202"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6" name="Google Shape;8326;p32"/>
            <p:cNvSpPr/>
            <p:nvPr/>
          </p:nvSpPr>
          <p:spPr>
            <a:xfrm>
              <a:off x="5774925" y="3382300"/>
              <a:ext cx="107875" cy="44525"/>
            </a:xfrm>
            <a:custGeom>
              <a:avLst/>
              <a:gdLst/>
              <a:ahLst/>
              <a:cxnLst/>
              <a:rect l="l" t="t" r="r" b="b"/>
              <a:pathLst>
                <a:path w="4315" h="1781" extrusionOk="0">
                  <a:moveTo>
                    <a:pt x="1818" y="1"/>
                  </a:moveTo>
                  <a:cubicBezTo>
                    <a:pt x="941" y="1"/>
                    <a:pt x="0" y="512"/>
                    <a:pt x="102" y="1508"/>
                  </a:cubicBezTo>
                  <a:cubicBezTo>
                    <a:pt x="110" y="1569"/>
                    <a:pt x="161" y="1605"/>
                    <a:pt x="210" y="1605"/>
                  </a:cubicBezTo>
                  <a:cubicBezTo>
                    <a:pt x="249" y="1605"/>
                    <a:pt x="287" y="1583"/>
                    <a:pt x="302" y="1531"/>
                  </a:cubicBezTo>
                  <a:cubicBezTo>
                    <a:pt x="512" y="781"/>
                    <a:pt x="1107" y="418"/>
                    <a:pt x="1790" y="418"/>
                  </a:cubicBezTo>
                  <a:cubicBezTo>
                    <a:pt x="1992" y="418"/>
                    <a:pt x="2201" y="450"/>
                    <a:pt x="2411" y="513"/>
                  </a:cubicBezTo>
                  <a:cubicBezTo>
                    <a:pt x="3113" y="723"/>
                    <a:pt x="3329" y="1128"/>
                    <a:pt x="3652" y="1731"/>
                  </a:cubicBezTo>
                  <a:cubicBezTo>
                    <a:pt x="3672" y="1764"/>
                    <a:pt x="3707" y="1781"/>
                    <a:pt x="3742" y="1781"/>
                  </a:cubicBezTo>
                  <a:cubicBezTo>
                    <a:pt x="3777" y="1781"/>
                    <a:pt x="3812" y="1764"/>
                    <a:pt x="3832" y="1731"/>
                  </a:cubicBezTo>
                  <a:cubicBezTo>
                    <a:pt x="4314" y="836"/>
                    <a:pt x="2844" y="144"/>
                    <a:pt x="2178" y="31"/>
                  </a:cubicBezTo>
                  <a:cubicBezTo>
                    <a:pt x="2061" y="11"/>
                    <a:pt x="1940" y="1"/>
                    <a:pt x="1818"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7" name="Google Shape;8327;p32"/>
            <p:cNvSpPr/>
            <p:nvPr/>
          </p:nvSpPr>
          <p:spPr>
            <a:xfrm>
              <a:off x="6031375" y="3381575"/>
              <a:ext cx="136050" cy="67550"/>
            </a:xfrm>
            <a:custGeom>
              <a:avLst/>
              <a:gdLst/>
              <a:ahLst/>
              <a:cxnLst/>
              <a:rect l="l" t="t" r="r" b="b"/>
              <a:pathLst>
                <a:path w="5442" h="2702" extrusionOk="0">
                  <a:moveTo>
                    <a:pt x="2333" y="0"/>
                  </a:moveTo>
                  <a:cubicBezTo>
                    <a:pt x="1462" y="0"/>
                    <a:pt x="611" y="323"/>
                    <a:pt x="88" y="1028"/>
                  </a:cubicBezTo>
                  <a:cubicBezTo>
                    <a:pt x="1" y="1144"/>
                    <a:pt x="122" y="1292"/>
                    <a:pt x="246" y="1292"/>
                  </a:cubicBezTo>
                  <a:cubicBezTo>
                    <a:pt x="273" y="1292"/>
                    <a:pt x="302" y="1284"/>
                    <a:pt x="327" y="1267"/>
                  </a:cubicBezTo>
                  <a:cubicBezTo>
                    <a:pt x="996" y="815"/>
                    <a:pt x="1672" y="456"/>
                    <a:pt x="2443" y="456"/>
                  </a:cubicBezTo>
                  <a:cubicBezTo>
                    <a:pt x="2658" y="456"/>
                    <a:pt x="2880" y="484"/>
                    <a:pt x="3112" y="545"/>
                  </a:cubicBezTo>
                  <a:cubicBezTo>
                    <a:pt x="4210" y="838"/>
                    <a:pt x="4632" y="1696"/>
                    <a:pt x="5105" y="2615"/>
                  </a:cubicBezTo>
                  <a:cubicBezTo>
                    <a:pt x="5136" y="2675"/>
                    <a:pt x="5193" y="2702"/>
                    <a:pt x="5250" y="2702"/>
                  </a:cubicBezTo>
                  <a:cubicBezTo>
                    <a:pt x="5345" y="2702"/>
                    <a:pt x="5442" y="2631"/>
                    <a:pt x="5437" y="2522"/>
                  </a:cubicBezTo>
                  <a:cubicBezTo>
                    <a:pt x="5368" y="941"/>
                    <a:pt x="3822" y="0"/>
                    <a:pt x="2333"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8" name="Google Shape;8328;p32"/>
            <p:cNvSpPr/>
            <p:nvPr/>
          </p:nvSpPr>
          <p:spPr>
            <a:xfrm>
              <a:off x="5828075" y="3352900"/>
              <a:ext cx="141725" cy="77825"/>
            </a:xfrm>
            <a:custGeom>
              <a:avLst/>
              <a:gdLst/>
              <a:ahLst/>
              <a:cxnLst/>
              <a:rect l="l" t="t" r="r" b="b"/>
              <a:pathLst>
                <a:path w="5669" h="3113" extrusionOk="0">
                  <a:moveTo>
                    <a:pt x="2783" y="1"/>
                  </a:moveTo>
                  <a:cubicBezTo>
                    <a:pt x="1693" y="1"/>
                    <a:pt x="0" y="497"/>
                    <a:pt x="372" y="1656"/>
                  </a:cubicBezTo>
                  <a:cubicBezTo>
                    <a:pt x="387" y="1704"/>
                    <a:pt x="438" y="1735"/>
                    <a:pt x="487" y="1735"/>
                  </a:cubicBezTo>
                  <a:cubicBezTo>
                    <a:pt x="523" y="1735"/>
                    <a:pt x="558" y="1718"/>
                    <a:pt x="578" y="1679"/>
                  </a:cubicBezTo>
                  <a:lnTo>
                    <a:pt x="575" y="1676"/>
                  </a:lnTo>
                  <a:cubicBezTo>
                    <a:pt x="957" y="875"/>
                    <a:pt x="1771" y="427"/>
                    <a:pt x="2614" y="427"/>
                  </a:cubicBezTo>
                  <a:cubicBezTo>
                    <a:pt x="2973" y="427"/>
                    <a:pt x="3337" y="508"/>
                    <a:pt x="3675" y="678"/>
                  </a:cubicBezTo>
                  <a:cubicBezTo>
                    <a:pt x="4208" y="944"/>
                    <a:pt x="4627" y="1433"/>
                    <a:pt x="4840" y="1982"/>
                  </a:cubicBezTo>
                  <a:cubicBezTo>
                    <a:pt x="4979" y="2338"/>
                    <a:pt x="4946" y="2717"/>
                    <a:pt x="5132" y="3053"/>
                  </a:cubicBezTo>
                  <a:cubicBezTo>
                    <a:pt x="5156" y="3093"/>
                    <a:pt x="5196" y="3113"/>
                    <a:pt x="5238" y="3113"/>
                  </a:cubicBezTo>
                  <a:cubicBezTo>
                    <a:pt x="5279" y="3113"/>
                    <a:pt x="5320" y="3093"/>
                    <a:pt x="5345" y="3053"/>
                  </a:cubicBezTo>
                  <a:cubicBezTo>
                    <a:pt x="5668" y="2504"/>
                    <a:pt x="5292" y="1699"/>
                    <a:pt x="4969" y="1220"/>
                  </a:cubicBezTo>
                  <a:cubicBezTo>
                    <a:pt x="4587" y="648"/>
                    <a:pt x="4008" y="235"/>
                    <a:pt x="3343" y="59"/>
                  </a:cubicBezTo>
                  <a:cubicBezTo>
                    <a:pt x="3194" y="21"/>
                    <a:pt x="3000" y="1"/>
                    <a:pt x="2783" y="1"/>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9" name="Google Shape;8329;p32"/>
            <p:cNvSpPr/>
            <p:nvPr/>
          </p:nvSpPr>
          <p:spPr>
            <a:xfrm>
              <a:off x="5926700" y="3337950"/>
              <a:ext cx="129825" cy="56050"/>
            </a:xfrm>
            <a:custGeom>
              <a:avLst/>
              <a:gdLst/>
              <a:ahLst/>
              <a:cxnLst/>
              <a:rect l="l" t="t" r="r" b="b"/>
              <a:pathLst>
                <a:path w="5193" h="2242" extrusionOk="0">
                  <a:moveTo>
                    <a:pt x="2167" y="0"/>
                  </a:moveTo>
                  <a:cubicBezTo>
                    <a:pt x="1279" y="0"/>
                    <a:pt x="444" y="296"/>
                    <a:pt x="63" y="946"/>
                  </a:cubicBezTo>
                  <a:cubicBezTo>
                    <a:pt x="1" y="1053"/>
                    <a:pt x="93" y="1160"/>
                    <a:pt x="193" y="1160"/>
                  </a:cubicBezTo>
                  <a:cubicBezTo>
                    <a:pt x="227" y="1160"/>
                    <a:pt x="262" y="1148"/>
                    <a:pt x="292" y="1119"/>
                  </a:cubicBezTo>
                  <a:lnTo>
                    <a:pt x="292" y="1123"/>
                  </a:lnTo>
                  <a:cubicBezTo>
                    <a:pt x="812" y="632"/>
                    <a:pt x="1372" y="427"/>
                    <a:pt x="1990" y="427"/>
                  </a:cubicBezTo>
                  <a:cubicBezTo>
                    <a:pt x="2291" y="427"/>
                    <a:pt x="2606" y="476"/>
                    <a:pt x="2937" y="564"/>
                  </a:cubicBezTo>
                  <a:cubicBezTo>
                    <a:pt x="3899" y="823"/>
                    <a:pt x="4448" y="1276"/>
                    <a:pt x="4874" y="2157"/>
                  </a:cubicBezTo>
                  <a:cubicBezTo>
                    <a:pt x="4902" y="2217"/>
                    <a:pt x="4954" y="2242"/>
                    <a:pt x="5007" y="2242"/>
                  </a:cubicBezTo>
                  <a:cubicBezTo>
                    <a:pt x="5097" y="2242"/>
                    <a:pt x="5193" y="2170"/>
                    <a:pt x="5193" y="2067"/>
                  </a:cubicBezTo>
                  <a:cubicBezTo>
                    <a:pt x="5179" y="774"/>
                    <a:pt x="3603" y="0"/>
                    <a:pt x="2167"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0" name="Google Shape;8330;p32"/>
            <p:cNvSpPr/>
            <p:nvPr/>
          </p:nvSpPr>
          <p:spPr>
            <a:xfrm>
              <a:off x="5683400" y="3464725"/>
              <a:ext cx="73850" cy="73725"/>
            </a:xfrm>
            <a:custGeom>
              <a:avLst/>
              <a:gdLst/>
              <a:ahLst/>
              <a:cxnLst/>
              <a:rect l="l" t="t" r="r" b="b"/>
              <a:pathLst>
                <a:path w="2954" h="2949" extrusionOk="0">
                  <a:moveTo>
                    <a:pt x="1268" y="0"/>
                  </a:moveTo>
                  <a:cubicBezTo>
                    <a:pt x="968" y="0"/>
                    <a:pt x="673" y="111"/>
                    <a:pt x="460" y="357"/>
                  </a:cubicBezTo>
                  <a:cubicBezTo>
                    <a:pt x="337" y="486"/>
                    <a:pt x="250" y="643"/>
                    <a:pt x="204" y="816"/>
                  </a:cubicBezTo>
                  <a:lnTo>
                    <a:pt x="202" y="826"/>
                  </a:lnTo>
                  <a:lnTo>
                    <a:pt x="202" y="826"/>
                  </a:lnTo>
                  <a:cubicBezTo>
                    <a:pt x="147" y="942"/>
                    <a:pt x="107" y="1069"/>
                    <a:pt x="80" y="1208"/>
                  </a:cubicBezTo>
                  <a:cubicBezTo>
                    <a:pt x="27" y="1468"/>
                    <a:pt x="1" y="1731"/>
                    <a:pt x="1" y="1993"/>
                  </a:cubicBezTo>
                  <a:cubicBezTo>
                    <a:pt x="1" y="2419"/>
                    <a:pt x="313" y="2775"/>
                    <a:pt x="709" y="2895"/>
                  </a:cubicBezTo>
                  <a:cubicBezTo>
                    <a:pt x="832" y="2931"/>
                    <a:pt x="953" y="2948"/>
                    <a:pt x="1071" y="2948"/>
                  </a:cubicBezTo>
                  <a:cubicBezTo>
                    <a:pt x="2159" y="2948"/>
                    <a:pt x="2954" y="1499"/>
                    <a:pt x="2329" y="556"/>
                  </a:cubicBezTo>
                  <a:cubicBezTo>
                    <a:pt x="2097" y="207"/>
                    <a:pt x="1678" y="0"/>
                    <a:pt x="1268"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1" name="Google Shape;8331;p32"/>
            <p:cNvSpPr/>
            <p:nvPr/>
          </p:nvSpPr>
          <p:spPr>
            <a:xfrm>
              <a:off x="5830875" y="3475300"/>
              <a:ext cx="123025" cy="123525"/>
            </a:xfrm>
            <a:custGeom>
              <a:avLst/>
              <a:gdLst/>
              <a:ahLst/>
              <a:cxnLst/>
              <a:rect l="l" t="t" r="r" b="b"/>
              <a:pathLst>
                <a:path w="4921" h="4941" extrusionOk="0">
                  <a:moveTo>
                    <a:pt x="2851" y="0"/>
                  </a:moveTo>
                  <a:cubicBezTo>
                    <a:pt x="2760" y="0"/>
                    <a:pt x="2669" y="6"/>
                    <a:pt x="2578" y="17"/>
                  </a:cubicBezTo>
                  <a:cubicBezTo>
                    <a:pt x="1231" y="178"/>
                    <a:pt x="511" y="1288"/>
                    <a:pt x="376" y="2494"/>
                  </a:cubicBezTo>
                  <a:lnTo>
                    <a:pt x="376" y="2494"/>
                  </a:lnTo>
                  <a:cubicBezTo>
                    <a:pt x="284" y="2691"/>
                    <a:pt x="216" y="2897"/>
                    <a:pt x="176" y="3104"/>
                  </a:cubicBezTo>
                  <a:cubicBezTo>
                    <a:pt x="1" y="4039"/>
                    <a:pt x="608" y="4941"/>
                    <a:pt x="1606" y="4941"/>
                  </a:cubicBezTo>
                  <a:cubicBezTo>
                    <a:pt x="1610" y="4941"/>
                    <a:pt x="1613" y="4941"/>
                    <a:pt x="1617" y="4941"/>
                  </a:cubicBezTo>
                  <a:cubicBezTo>
                    <a:pt x="2479" y="4937"/>
                    <a:pt x="3387" y="4342"/>
                    <a:pt x="3926" y="3706"/>
                  </a:cubicBezTo>
                  <a:cubicBezTo>
                    <a:pt x="4488" y="3048"/>
                    <a:pt x="4921" y="2146"/>
                    <a:pt x="4671" y="1264"/>
                  </a:cubicBezTo>
                  <a:cubicBezTo>
                    <a:pt x="4438" y="439"/>
                    <a:pt x="3661" y="0"/>
                    <a:pt x="2851"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2" name="Google Shape;8332;p32"/>
            <p:cNvSpPr/>
            <p:nvPr/>
          </p:nvSpPr>
          <p:spPr>
            <a:xfrm>
              <a:off x="6019825" y="3490050"/>
              <a:ext cx="156325" cy="171400"/>
            </a:xfrm>
            <a:custGeom>
              <a:avLst/>
              <a:gdLst/>
              <a:ahLst/>
              <a:cxnLst/>
              <a:rect l="l" t="t" r="r" b="b"/>
              <a:pathLst>
                <a:path w="6253" h="6856" extrusionOk="0">
                  <a:moveTo>
                    <a:pt x="2826" y="0"/>
                  </a:moveTo>
                  <a:cubicBezTo>
                    <a:pt x="1876" y="0"/>
                    <a:pt x="1027" y="629"/>
                    <a:pt x="600" y="1589"/>
                  </a:cubicBezTo>
                  <a:cubicBezTo>
                    <a:pt x="1" y="2940"/>
                    <a:pt x="144" y="4534"/>
                    <a:pt x="606" y="5898"/>
                  </a:cubicBezTo>
                  <a:cubicBezTo>
                    <a:pt x="647" y="6020"/>
                    <a:pt x="743" y="6073"/>
                    <a:pt x="839" y="6073"/>
                  </a:cubicBezTo>
                  <a:cubicBezTo>
                    <a:pt x="898" y="6073"/>
                    <a:pt x="956" y="6053"/>
                    <a:pt x="1002" y="6018"/>
                  </a:cubicBezTo>
                  <a:lnTo>
                    <a:pt x="1002" y="6018"/>
                  </a:lnTo>
                  <a:cubicBezTo>
                    <a:pt x="1415" y="6521"/>
                    <a:pt x="1993" y="6855"/>
                    <a:pt x="2697" y="6855"/>
                  </a:cubicBezTo>
                  <a:cubicBezTo>
                    <a:pt x="2895" y="6855"/>
                    <a:pt x="3104" y="6829"/>
                    <a:pt x="3321" y="6773"/>
                  </a:cubicBezTo>
                  <a:cubicBezTo>
                    <a:pt x="5963" y="6084"/>
                    <a:pt x="6252" y="1526"/>
                    <a:pt x="3933" y="288"/>
                  </a:cubicBezTo>
                  <a:cubicBezTo>
                    <a:pt x="3562" y="91"/>
                    <a:pt x="3187" y="0"/>
                    <a:pt x="2826" y="0"/>
                  </a:cubicBezTo>
                  <a:close/>
                </a:path>
              </a:pathLst>
            </a:custGeom>
            <a:solidFill>
              <a:srgbClr val="F7EE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333" name="Google Shape;8333;p32"/>
          <p:cNvSpPr txBox="1">
            <a:spLocks noGrp="1"/>
          </p:cNvSpPr>
          <p:nvPr>
            <p:ph type="subTitle" idx="1"/>
          </p:nvPr>
        </p:nvSpPr>
        <p:spPr>
          <a:xfrm>
            <a:off x="2434533" y="1699599"/>
            <a:ext cx="3058000" cy="876800"/>
          </a:xfrm>
          <a:prstGeom prst="rect">
            <a:avLst/>
          </a:prstGeom>
          <a:ln>
            <a:noFill/>
          </a:ln>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334" name="Google Shape;8334;p32"/>
          <p:cNvSpPr txBox="1">
            <a:spLocks noGrp="1"/>
          </p:cNvSpPr>
          <p:nvPr>
            <p:ph type="subTitle" idx="2"/>
          </p:nvPr>
        </p:nvSpPr>
        <p:spPr>
          <a:xfrm>
            <a:off x="5497633" y="1699601"/>
            <a:ext cx="3058000" cy="876800"/>
          </a:xfrm>
          <a:prstGeom prst="rect">
            <a:avLst/>
          </a:prstGeom>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335" name="Google Shape;8335;p32"/>
          <p:cNvSpPr txBox="1">
            <a:spLocks noGrp="1"/>
          </p:cNvSpPr>
          <p:nvPr>
            <p:ph type="subTitle" idx="3"/>
          </p:nvPr>
        </p:nvSpPr>
        <p:spPr>
          <a:xfrm>
            <a:off x="5501033" y="2828423"/>
            <a:ext cx="3058000" cy="876800"/>
          </a:xfrm>
          <a:prstGeom prst="rect">
            <a:avLst/>
          </a:prstGeom>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336" name="Google Shape;8336;p32"/>
          <p:cNvSpPr txBox="1">
            <a:spLocks noGrp="1"/>
          </p:cNvSpPr>
          <p:nvPr>
            <p:ph type="subTitle" idx="4"/>
          </p:nvPr>
        </p:nvSpPr>
        <p:spPr>
          <a:xfrm>
            <a:off x="5499333" y="4018244"/>
            <a:ext cx="3058000" cy="876800"/>
          </a:xfrm>
          <a:prstGeom prst="rect">
            <a:avLst/>
          </a:prstGeom>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337" name="Google Shape;8337;p32"/>
          <p:cNvSpPr txBox="1">
            <a:spLocks noGrp="1"/>
          </p:cNvSpPr>
          <p:nvPr>
            <p:ph type="subTitle" idx="5"/>
          </p:nvPr>
        </p:nvSpPr>
        <p:spPr>
          <a:xfrm>
            <a:off x="5502735" y="5208069"/>
            <a:ext cx="3058000" cy="876800"/>
          </a:xfrm>
          <a:prstGeom prst="rect">
            <a:avLst/>
          </a:prstGeom>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338" name="Google Shape;8338;p32"/>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8339" name="Google Shape;8339;p32"/>
          <p:cNvSpPr txBox="1">
            <a:spLocks noGrp="1"/>
          </p:cNvSpPr>
          <p:nvPr>
            <p:ph type="subTitle" idx="6"/>
          </p:nvPr>
        </p:nvSpPr>
        <p:spPr>
          <a:xfrm>
            <a:off x="2434533" y="4038587"/>
            <a:ext cx="3058000" cy="876800"/>
          </a:xfrm>
          <a:prstGeom prst="rect">
            <a:avLst/>
          </a:prstGeom>
          <a:ln>
            <a:noFill/>
          </a:ln>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340" name="Google Shape;8340;p32"/>
          <p:cNvSpPr txBox="1">
            <a:spLocks noGrp="1"/>
          </p:cNvSpPr>
          <p:nvPr>
            <p:ph type="subTitle" idx="7"/>
          </p:nvPr>
        </p:nvSpPr>
        <p:spPr>
          <a:xfrm>
            <a:off x="2439633" y="2869077"/>
            <a:ext cx="3058000" cy="876800"/>
          </a:xfrm>
          <a:prstGeom prst="rect">
            <a:avLst/>
          </a:prstGeom>
          <a:ln>
            <a:noFill/>
          </a:ln>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341" name="Google Shape;8341;p32"/>
          <p:cNvSpPr txBox="1">
            <a:spLocks noGrp="1"/>
          </p:cNvSpPr>
          <p:nvPr>
            <p:ph type="subTitle" idx="8"/>
          </p:nvPr>
        </p:nvSpPr>
        <p:spPr>
          <a:xfrm>
            <a:off x="2439633" y="5208064"/>
            <a:ext cx="3058000" cy="876800"/>
          </a:xfrm>
          <a:prstGeom prst="rect">
            <a:avLst/>
          </a:prstGeom>
          <a:ln>
            <a:noFill/>
          </a:ln>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grpSp>
        <p:nvGrpSpPr>
          <p:cNvPr id="8342" name="Google Shape;8342;p32"/>
          <p:cNvGrpSpPr/>
          <p:nvPr/>
        </p:nvGrpSpPr>
        <p:grpSpPr>
          <a:xfrm flipH="1">
            <a:off x="11613166" y="-222468"/>
            <a:ext cx="578831" cy="7314599"/>
            <a:chOff x="13274" y="-166851"/>
            <a:chExt cx="434123" cy="5485949"/>
          </a:xfrm>
        </p:grpSpPr>
        <p:sp>
          <p:nvSpPr>
            <p:cNvPr id="8343" name="Google Shape;8343;p32"/>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4" name="Google Shape;8344;p32"/>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5" name="Google Shape;8345;p32"/>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6" name="Google Shape;8346;p32"/>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7" name="Google Shape;8347;p32"/>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8" name="Google Shape;8348;p32"/>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9" name="Google Shape;8349;p32"/>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0" name="Google Shape;8350;p32"/>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1" name="Google Shape;8351;p32"/>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2" name="Google Shape;8352;p32"/>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3" name="Google Shape;8353;p32"/>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4" name="Google Shape;8354;p32"/>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5" name="Google Shape;8355;p32"/>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6" name="Google Shape;8356;p32"/>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7" name="Google Shape;8357;p32"/>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8" name="Google Shape;8358;p32"/>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9" name="Google Shape;8359;p32"/>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0" name="Google Shape;8360;p32"/>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1" name="Google Shape;8361;p32"/>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2" name="Google Shape;8362;p32"/>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3" name="Google Shape;8363;p32"/>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4" name="Google Shape;8364;p32"/>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5" name="Google Shape;8365;p32"/>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6" name="Google Shape;8366;p32"/>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7" name="Google Shape;8367;p32"/>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8" name="Google Shape;8368;p32"/>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9" name="Google Shape;8369;p32"/>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0" name="Google Shape;8370;p32"/>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1" name="Google Shape;8371;p32"/>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2" name="Google Shape;8372;p32"/>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3" name="Google Shape;8373;p32"/>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4" name="Google Shape;8374;p32"/>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5" name="Google Shape;8375;p32"/>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6" name="Google Shape;8376;p32"/>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7" name="Google Shape;8377;p32"/>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8" name="Google Shape;8378;p32"/>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9" name="Google Shape;8379;p32"/>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0" name="Google Shape;8380;p32"/>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1" name="Google Shape;8381;p32"/>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2" name="Google Shape;8382;p32"/>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3" name="Google Shape;8383;p32"/>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4" name="Google Shape;8384;p32"/>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5" name="Google Shape;8385;p32"/>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6" name="Google Shape;8386;p32"/>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7" name="Google Shape;8387;p32"/>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8" name="Google Shape;8388;p32"/>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9" name="Google Shape;8389;p32"/>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0" name="Google Shape;8390;p32"/>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1" name="Google Shape;8391;p32"/>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2" name="Google Shape;8392;p32"/>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3" name="Google Shape;8393;p32"/>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4" name="Google Shape;8394;p32"/>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5" name="Google Shape;8395;p32"/>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6" name="Google Shape;8396;p32"/>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7" name="Google Shape;8397;p32"/>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8" name="Google Shape;8398;p32"/>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9" name="Google Shape;8399;p32"/>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0" name="Google Shape;8400;p32"/>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1" name="Google Shape;8401;p32"/>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2" name="Google Shape;8402;p32"/>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3" name="Google Shape;8403;p32"/>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4" name="Google Shape;8404;p32"/>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5" name="Google Shape;8405;p32"/>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6" name="Google Shape;8406;p32"/>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7" name="Google Shape;8407;p32"/>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8" name="Google Shape;8408;p32"/>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9" name="Google Shape;8409;p32"/>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0" name="Google Shape;8410;p32"/>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1" name="Google Shape;8411;p32"/>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2" name="Google Shape;8412;p32"/>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3" name="Google Shape;8413;p32"/>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4" name="Google Shape;8414;p32"/>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5" name="Google Shape;8415;p32"/>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6" name="Google Shape;8416;p32"/>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7" name="Google Shape;8417;p32"/>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8" name="Google Shape;8418;p32"/>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9" name="Google Shape;8419;p32"/>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0" name="Google Shape;8420;p32"/>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1" name="Google Shape;8421;p32"/>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2" name="Google Shape;8422;p32"/>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3" name="Google Shape;8423;p32"/>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4" name="Google Shape;8424;p32"/>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5" name="Google Shape;8425;p32"/>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6" name="Google Shape;8426;p32"/>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7" name="Google Shape;8427;p32"/>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8" name="Google Shape;8428;p32"/>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9" name="Google Shape;8429;p32"/>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0" name="Google Shape;8430;p32"/>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1" name="Google Shape;8431;p32"/>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2" name="Google Shape;8432;p32"/>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3" name="Google Shape;8433;p32"/>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4" name="Google Shape;8434;p32"/>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5" name="Google Shape;8435;p32"/>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6" name="Google Shape;8436;p32"/>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7" name="Google Shape;8437;p32"/>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8" name="Google Shape;8438;p32"/>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9" name="Google Shape;8439;p32"/>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0" name="Google Shape;8440;p32"/>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1" name="Google Shape;8441;p32"/>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2" name="Google Shape;8442;p32"/>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3" name="Google Shape;8443;p32"/>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4" name="Google Shape;8444;p32"/>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5" name="Google Shape;8445;p32"/>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6" name="Google Shape;8446;p32"/>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7" name="Google Shape;8447;p32"/>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8" name="Google Shape;8448;p32"/>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9" name="Google Shape;8449;p32"/>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0" name="Google Shape;8450;p32"/>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1" name="Google Shape;8451;p32"/>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2" name="Google Shape;8452;p32"/>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3" name="Google Shape;8453;p32"/>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4" name="Google Shape;8454;p32"/>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5" name="Google Shape;8455;p32"/>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6" name="Google Shape;8456;p32"/>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7" name="Google Shape;8457;p32"/>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8" name="Google Shape;8458;p32"/>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9" name="Google Shape;8459;p32"/>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0" name="Google Shape;8460;p32"/>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1" name="Google Shape;8461;p32"/>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2" name="Google Shape;8462;p32"/>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3" name="Google Shape;8463;p32"/>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4" name="Google Shape;8464;p32"/>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5" name="Google Shape;8465;p32"/>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6" name="Google Shape;8466;p32"/>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7" name="Google Shape;8467;p32"/>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8" name="Google Shape;8468;p32"/>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9" name="Google Shape;8469;p32"/>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0" name="Google Shape;8470;p32"/>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1" name="Google Shape;8471;p32"/>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2" name="Google Shape;8472;p32"/>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3" name="Google Shape;8473;p32"/>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4" name="Google Shape;8474;p32"/>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5" name="Google Shape;8475;p32"/>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6" name="Google Shape;8476;p32"/>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7" name="Google Shape;8477;p32"/>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8" name="Google Shape;8478;p32"/>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479" name="Google Shape;8479;p32"/>
          <p:cNvGrpSpPr/>
          <p:nvPr/>
        </p:nvGrpSpPr>
        <p:grpSpPr>
          <a:xfrm>
            <a:off x="66" y="-222468"/>
            <a:ext cx="578831" cy="7314599"/>
            <a:chOff x="13274" y="-166851"/>
            <a:chExt cx="434123" cy="5485949"/>
          </a:xfrm>
        </p:grpSpPr>
        <p:sp>
          <p:nvSpPr>
            <p:cNvPr id="8480" name="Google Shape;8480;p32"/>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1" name="Google Shape;8481;p32"/>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2" name="Google Shape;8482;p32"/>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3" name="Google Shape;8483;p32"/>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4" name="Google Shape;8484;p32"/>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5" name="Google Shape;8485;p32"/>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6" name="Google Shape;8486;p32"/>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7" name="Google Shape;8487;p32"/>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8" name="Google Shape;8488;p32"/>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9" name="Google Shape;8489;p32"/>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0" name="Google Shape;8490;p32"/>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1" name="Google Shape;8491;p32"/>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2" name="Google Shape;8492;p32"/>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3" name="Google Shape;8493;p32"/>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4" name="Google Shape;8494;p32"/>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5" name="Google Shape;8495;p32"/>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6" name="Google Shape;8496;p32"/>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7" name="Google Shape;8497;p32"/>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8" name="Google Shape;8498;p32"/>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9" name="Google Shape;8499;p32"/>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0" name="Google Shape;8500;p32"/>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1" name="Google Shape;8501;p32"/>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2" name="Google Shape;8502;p32"/>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3" name="Google Shape;8503;p32"/>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4" name="Google Shape;8504;p32"/>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5" name="Google Shape;8505;p32"/>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6" name="Google Shape;8506;p32"/>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7" name="Google Shape;8507;p32"/>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8" name="Google Shape;8508;p32"/>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9" name="Google Shape;8509;p32"/>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0" name="Google Shape;8510;p32"/>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1" name="Google Shape;8511;p32"/>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2" name="Google Shape;8512;p32"/>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3" name="Google Shape;8513;p32"/>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4" name="Google Shape;8514;p32"/>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5" name="Google Shape;8515;p32"/>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6" name="Google Shape;8516;p32"/>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7" name="Google Shape;8517;p32"/>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8" name="Google Shape;8518;p32"/>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9" name="Google Shape;8519;p32"/>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0" name="Google Shape;8520;p32"/>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1" name="Google Shape;8521;p32"/>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2" name="Google Shape;8522;p32"/>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3" name="Google Shape;8523;p32"/>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4" name="Google Shape;8524;p32"/>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5" name="Google Shape;8525;p32"/>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6" name="Google Shape;8526;p32"/>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7" name="Google Shape;8527;p32"/>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8" name="Google Shape;8528;p32"/>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9" name="Google Shape;8529;p32"/>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0" name="Google Shape;8530;p32"/>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1" name="Google Shape;8531;p32"/>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2" name="Google Shape;8532;p32"/>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3" name="Google Shape;8533;p32"/>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4" name="Google Shape;8534;p32"/>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5" name="Google Shape;8535;p32"/>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6" name="Google Shape;8536;p32"/>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7" name="Google Shape;8537;p32"/>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8" name="Google Shape;8538;p32"/>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9" name="Google Shape;8539;p32"/>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0" name="Google Shape;8540;p32"/>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1" name="Google Shape;8541;p32"/>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2" name="Google Shape;8542;p32"/>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3" name="Google Shape;8543;p32"/>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4" name="Google Shape;8544;p32"/>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5" name="Google Shape;8545;p32"/>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6" name="Google Shape;8546;p32"/>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7" name="Google Shape;8547;p32"/>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8" name="Google Shape;8548;p32"/>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9" name="Google Shape;8549;p32"/>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0" name="Google Shape;8550;p32"/>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1" name="Google Shape;8551;p32"/>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2" name="Google Shape;8552;p32"/>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3" name="Google Shape;8553;p32"/>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4" name="Google Shape;8554;p32"/>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5" name="Google Shape;8555;p32"/>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6" name="Google Shape;8556;p32"/>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7" name="Google Shape;8557;p32"/>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8" name="Google Shape;8558;p32"/>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9" name="Google Shape;8559;p32"/>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0" name="Google Shape;8560;p32"/>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1" name="Google Shape;8561;p32"/>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2" name="Google Shape;8562;p32"/>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3" name="Google Shape;8563;p32"/>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4" name="Google Shape;8564;p32"/>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5" name="Google Shape;8565;p32"/>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6" name="Google Shape;8566;p32"/>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7" name="Google Shape;8567;p32"/>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8" name="Google Shape;8568;p32"/>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9" name="Google Shape;8569;p32"/>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0" name="Google Shape;8570;p32"/>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1" name="Google Shape;8571;p32"/>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2" name="Google Shape;8572;p32"/>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3" name="Google Shape;8573;p32"/>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4" name="Google Shape;8574;p32"/>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5" name="Google Shape;8575;p32"/>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6" name="Google Shape;8576;p32"/>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7" name="Google Shape;8577;p32"/>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8" name="Google Shape;8578;p32"/>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9" name="Google Shape;8579;p32"/>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0" name="Google Shape;8580;p32"/>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1" name="Google Shape;8581;p32"/>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2" name="Google Shape;8582;p32"/>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3" name="Google Shape;8583;p32"/>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4" name="Google Shape;8584;p32"/>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5" name="Google Shape;8585;p32"/>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6" name="Google Shape;8586;p32"/>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7" name="Google Shape;8587;p32"/>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8" name="Google Shape;8588;p32"/>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9" name="Google Shape;8589;p32"/>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0" name="Google Shape;8590;p32"/>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1" name="Google Shape;8591;p32"/>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2" name="Google Shape;8592;p32"/>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3" name="Google Shape;8593;p32"/>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4" name="Google Shape;8594;p32"/>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5" name="Google Shape;8595;p32"/>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6" name="Google Shape;8596;p32"/>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7" name="Google Shape;8597;p32"/>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8" name="Google Shape;8598;p32"/>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9" name="Google Shape;8599;p32"/>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0" name="Google Shape;8600;p32"/>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1" name="Google Shape;8601;p32"/>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2" name="Google Shape;8602;p32"/>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3" name="Google Shape;8603;p32"/>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4" name="Google Shape;8604;p32"/>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5" name="Google Shape;8605;p32"/>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6" name="Google Shape;8606;p32"/>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7" name="Google Shape;8607;p32"/>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8" name="Google Shape;8608;p32"/>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9" name="Google Shape;8609;p32"/>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0" name="Google Shape;8610;p32"/>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1" name="Google Shape;8611;p32"/>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2" name="Google Shape;8612;p32"/>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3" name="Google Shape;8613;p32"/>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4" name="Google Shape;8614;p32"/>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5" name="Google Shape;8615;p32"/>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1418120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and six columns" preserve="1">
  <p:cSld name="Title and six columns">
    <p:spTree>
      <p:nvGrpSpPr>
        <p:cNvPr id="1" name="Shape 8616"/>
        <p:cNvGrpSpPr/>
        <p:nvPr/>
      </p:nvGrpSpPr>
      <p:grpSpPr>
        <a:xfrm>
          <a:off x="0" y="0"/>
          <a:ext cx="0" cy="0"/>
          <a:chOff x="0" y="0"/>
          <a:chExt cx="0" cy="0"/>
        </a:xfrm>
      </p:grpSpPr>
      <p:grpSp>
        <p:nvGrpSpPr>
          <p:cNvPr id="8617" name="Google Shape;8617;p33"/>
          <p:cNvGrpSpPr/>
          <p:nvPr/>
        </p:nvGrpSpPr>
        <p:grpSpPr>
          <a:xfrm rot="3586291" flipH="1">
            <a:off x="9057065" y="4901484"/>
            <a:ext cx="2737799" cy="1640960"/>
            <a:chOff x="3911500" y="3122300"/>
            <a:chExt cx="597375" cy="358050"/>
          </a:xfrm>
        </p:grpSpPr>
        <p:sp>
          <p:nvSpPr>
            <p:cNvPr id="8618" name="Google Shape;8618;p33"/>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9" name="Google Shape;8619;p33"/>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0" name="Google Shape;8620;p33"/>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1" name="Google Shape;8621;p33"/>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2" name="Google Shape;8622;p33"/>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3" name="Google Shape;8623;p33"/>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4" name="Google Shape;8624;p33"/>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5" name="Google Shape;8625;p33"/>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6" name="Google Shape;8626;p33"/>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7" name="Google Shape;8627;p33"/>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8" name="Google Shape;8628;p33"/>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9" name="Google Shape;8629;p33"/>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0" name="Google Shape;8630;p33"/>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1" name="Google Shape;8631;p33"/>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2" name="Google Shape;8632;p33"/>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3" name="Google Shape;8633;p33"/>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4" name="Google Shape;8634;p33"/>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5" name="Google Shape;8635;p33"/>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6" name="Google Shape;8636;p33"/>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7" name="Google Shape;8637;p33"/>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8" name="Google Shape;8638;p33"/>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9" name="Google Shape;8639;p33"/>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0" name="Google Shape;8640;p33"/>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1" name="Google Shape;8641;p33"/>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2" name="Google Shape;8642;p33"/>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3" name="Google Shape;8643;p33"/>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4" name="Google Shape;8644;p33"/>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5" name="Google Shape;8645;p33"/>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6" name="Google Shape;8646;p33"/>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7" name="Google Shape;8647;p33"/>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8" name="Google Shape;8648;p33"/>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649" name="Google Shape;8649;p33"/>
          <p:cNvGrpSpPr/>
          <p:nvPr/>
        </p:nvGrpSpPr>
        <p:grpSpPr>
          <a:xfrm rot="7213709">
            <a:off x="9113931" y="-275732"/>
            <a:ext cx="2737799" cy="1640960"/>
            <a:chOff x="3911500" y="3122300"/>
            <a:chExt cx="597375" cy="358050"/>
          </a:xfrm>
        </p:grpSpPr>
        <p:sp>
          <p:nvSpPr>
            <p:cNvPr id="8650" name="Google Shape;8650;p33"/>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1" name="Google Shape;8651;p33"/>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2" name="Google Shape;8652;p33"/>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3" name="Google Shape;8653;p33"/>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4" name="Google Shape;8654;p33"/>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5" name="Google Shape;8655;p33"/>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6" name="Google Shape;8656;p33"/>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7" name="Google Shape;8657;p33"/>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8" name="Google Shape;8658;p33"/>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9" name="Google Shape;8659;p33"/>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0" name="Google Shape;8660;p33"/>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1" name="Google Shape;8661;p33"/>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2" name="Google Shape;8662;p33"/>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3" name="Google Shape;8663;p33"/>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4" name="Google Shape;8664;p33"/>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5" name="Google Shape;8665;p33"/>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6" name="Google Shape;8666;p33"/>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7" name="Google Shape;8667;p33"/>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8" name="Google Shape;8668;p33"/>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9" name="Google Shape;8669;p33"/>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0" name="Google Shape;8670;p33"/>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1" name="Google Shape;8671;p33"/>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2" name="Google Shape;8672;p33"/>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3" name="Google Shape;8673;p33"/>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4" name="Google Shape;8674;p33"/>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5" name="Google Shape;8675;p33"/>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6" name="Google Shape;8676;p33"/>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7" name="Google Shape;8677;p33"/>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8" name="Google Shape;8678;p33"/>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9" name="Google Shape;8679;p33"/>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0" name="Google Shape;8680;p33"/>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681" name="Google Shape;8681;p33"/>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sp>
        <p:nvSpPr>
          <p:cNvPr id="8682" name="Google Shape;8682;p33"/>
          <p:cNvSpPr txBox="1">
            <a:spLocks noGrp="1"/>
          </p:cNvSpPr>
          <p:nvPr>
            <p:ph type="subTitle" idx="1"/>
          </p:nvPr>
        </p:nvSpPr>
        <p:spPr>
          <a:xfrm>
            <a:off x="960000" y="3006813"/>
            <a:ext cx="3025600" cy="64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683" name="Google Shape;8683;p33"/>
          <p:cNvSpPr txBox="1">
            <a:spLocks noGrp="1"/>
          </p:cNvSpPr>
          <p:nvPr>
            <p:ph type="subTitle" idx="2"/>
          </p:nvPr>
        </p:nvSpPr>
        <p:spPr>
          <a:xfrm>
            <a:off x="4267000" y="3006813"/>
            <a:ext cx="3025600" cy="64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684" name="Google Shape;8684;p33"/>
          <p:cNvSpPr txBox="1">
            <a:spLocks noGrp="1"/>
          </p:cNvSpPr>
          <p:nvPr>
            <p:ph type="subTitle" idx="3"/>
          </p:nvPr>
        </p:nvSpPr>
        <p:spPr>
          <a:xfrm>
            <a:off x="7568167" y="3006813"/>
            <a:ext cx="3019200" cy="64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685" name="Google Shape;8685;p33"/>
          <p:cNvSpPr txBox="1">
            <a:spLocks noGrp="1"/>
          </p:cNvSpPr>
          <p:nvPr>
            <p:ph type="subTitle" idx="4"/>
          </p:nvPr>
        </p:nvSpPr>
        <p:spPr>
          <a:xfrm>
            <a:off x="960000" y="5498267"/>
            <a:ext cx="3025600" cy="64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686" name="Google Shape;8686;p33"/>
          <p:cNvSpPr txBox="1">
            <a:spLocks noGrp="1"/>
          </p:cNvSpPr>
          <p:nvPr>
            <p:ph type="subTitle" idx="5"/>
          </p:nvPr>
        </p:nvSpPr>
        <p:spPr>
          <a:xfrm>
            <a:off x="4267000" y="5498267"/>
            <a:ext cx="3025600" cy="64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687" name="Google Shape;8687;p33"/>
          <p:cNvSpPr txBox="1">
            <a:spLocks noGrp="1"/>
          </p:cNvSpPr>
          <p:nvPr>
            <p:ph type="subTitle" idx="6"/>
          </p:nvPr>
        </p:nvSpPr>
        <p:spPr>
          <a:xfrm>
            <a:off x="7568167" y="5498267"/>
            <a:ext cx="3019200" cy="64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8688" name="Google Shape;8688;p33"/>
          <p:cNvSpPr txBox="1">
            <a:spLocks noGrp="1"/>
          </p:cNvSpPr>
          <p:nvPr>
            <p:ph type="subTitle" idx="7"/>
          </p:nvPr>
        </p:nvSpPr>
        <p:spPr>
          <a:xfrm>
            <a:off x="960000" y="2432867"/>
            <a:ext cx="3025600" cy="5772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689" name="Google Shape;8689;p33"/>
          <p:cNvSpPr txBox="1">
            <a:spLocks noGrp="1"/>
          </p:cNvSpPr>
          <p:nvPr>
            <p:ph type="subTitle" idx="8"/>
          </p:nvPr>
        </p:nvSpPr>
        <p:spPr>
          <a:xfrm>
            <a:off x="4267000" y="2432867"/>
            <a:ext cx="3025600" cy="5772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690" name="Google Shape;8690;p33"/>
          <p:cNvSpPr txBox="1">
            <a:spLocks noGrp="1"/>
          </p:cNvSpPr>
          <p:nvPr>
            <p:ph type="subTitle" idx="9"/>
          </p:nvPr>
        </p:nvSpPr>
        <p:spPr>
          <a:xfrm>
            <a:off x="7568167" y="2432867"/>
            <a:ext cx="3019200" cy="5772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691" name="Google Shape;8691;p33"/>
          <p:cNvSpPr txBox="1">
            <a:spLocks noGrp="1"/>
          </p:cNvSpPr>
          <p:nvPr>
            <p:ph type="subTitle" idx="13"/>
          </p:nvPr>
        </p:nvSpPr>
        <p:spPr>
          <a:xfrm>
            <a:off x="960000" y="4918416"/>
            <a:ext cx="3025600" cy="5772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692" name="Google Shape;8692;p33"/>
          <p:cNvSpPr txBox="1">
            <a:spLocks noGrp="1"/>
          </p:cNvSpPr>
          <p:nvPr>
            <p:ph type="subTitle" idx="14"/>
          </p:nvPr>
        </p:nvSpPr>
        <p:spPr>
          <a:xfrm>
            <a:off x="4267000" y="4918416"/>
            <a:ext cx="3025600" cy="5772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8693" name="Google Shape;8693;p33"/>
          <p:cNvSpPr txBox="1">
            <a:spLocks noGrp="1"/>
          </p:cNvSpPr>
          <p:nvPr>
            <p:ph type="subTitle" idx="15"/>
          </p:nvPr>
        </p:nvSpPr>
        <p:spPr>
          <a:xfrm>
            <a:off x="7568167" y="4918416"/>
            <a:ext cx="3019200" cy="5772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grpSp>
        <p:nvGrpSpPr>
          <p:cNvPr id="8694" name="Google Shape;8694;p33"/>
          <p:cNvGrpSpPr/>
          <p:nvPr/>
        </p:nvGrpSpPr>
        <p:grpSpPr>
          <a:xfrm flipH="1">
            <a:off x="11613166" y="-222468"/>
            <a:ext cx="578831" cy="7314599"/>
            <a:chOff x="13274" y="-166851"/>
            <a:chExt cx="434123" cy="5485949"/>
          </a:xfrm>
        </p:grpSpPr>
        <p:sp>
          <p:nvSpPr>
            <p:cNvPr id="8695" name="Google Shape;8695;p33"/>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6" name="Google Shape;8696;p33"/>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7" name="Google Shape;8697;p33"/>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8" name="Google Shape;8698;p33"/>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9" name="Google Shape;8699;p33"/>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0" name="Google Shape;8700;p33"/>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1" name="Google Shape;8701;p33"/>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2" name="Google Shape;8702;p33"/>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3" name="Google Shape;8703;p33"/>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4" name="Google Shape;8704;p33"/>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5" name="Google Shape;8705;p33"/>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6" name="Google Shape;8706;p33"/>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7" name="Google Shape;8707;p33"/>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8" name="Google Shape;8708;p33"/>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9" name="Google Shape;8709;p33"/>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0" name="Google Shape;8710;p33"/>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1" name="Google Shape;8711;p33"/>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2" name="Google Shape;8712;p33"/>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3" name="Google Shape;8713;p33"/>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4" name="Google Shape;8714;p33"/>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5" name="Google Shape;8715;p33"/>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6" name="Google Shape;8716;p33"/>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7" name="Google Shape;8717;p33"/>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8" name="Google Shape;8718;p33"/>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9" name="Google Shape;8719;p33"/>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0" name="Google Shape;8720;p33"/>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1" name="Google Shape;8721;p33"/>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2" name="Google Shape;8722;p33"/>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3" name="Google Shape;8723;p33"/>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4" name="Google Shape;8724;p33"/>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5" name="Google Shape;8725;p33"/>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6" name="Google Shape;8726;p33"/>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7" name="Google Shape;8727;p33"/>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8" name="Google Shape;8728;p33"/>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9" name="Google Shape;8729;p33"/>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0" name="Google Shape;8730;p33"/>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1" name="Google Shape;8731;p33"/>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2" name="Google Shape;8732;p33"/>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3" name="Google Shape;8733;p33"/>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4" name="Google Shape;8734;p33"/>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5" name="Google Shape;8735;p33"/>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6" name="Google Shape;8736;p33"/>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7" name="Google Shape;8737;p33"/>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8" name="Google Shape;8738;p33"/>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9" name="Google Shape;8739;p33"/>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0" name="Google Shape;8740;p33"/>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1" name="Google Shape;8741;p33"/>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2" name="Google Shape;8742;p33"/>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3" name="Google Shape;8743;p33"/>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4" name="Google Shape;8744;p33"/>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5" name="Google Shape;8745;p33"/>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6" name="Google Shape;8746;p33"/>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7" name="Google Shape;8747;p33"/>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8" name="Google Shape;8748;p33"/>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9" name="Google Shape;8749;p33"/>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0" name="Google Shape;8750;p33"/>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1" name="Google Shape;8751;p33"/>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2" name="Google Shape;8752;p33"/>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3" name="Google Shape;8753;p33"/>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4" name="Google Shape;8754;p33"/>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5" name="Google Shape;8755;p33"/>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6" name="Google Shape;8756;p33"/>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7" name="Google Shape;8757;p33"/>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8" name="Google Shape;8758;p33"/>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9" name="Google Shape;8759;p33"/>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0" name="Google Shape;8760;p33"/>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1" name="Google Shape;8761;p33"/>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2" name="Google Shape;8762;p33"/>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3" name="Google Shape;8763;p33"/>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4" name="Google Shape;8764;p33"/>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5" name="Google Shape;8765;p33"/>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6" name="Google Shape;8766;p33"/>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7" name="Google Shape;8767;p33"/>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8" name="Google Shape;8768;p33"/>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9" name="Google Shape;8769;p33"/>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0" name="Google Shape;8770;p33"/>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1" name="Google Shape;8771;p33"/>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2" name="Google Shape;8772;p33"/>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3" name="Google Shape;8773;p33"/>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4" name="Google Shape;8774;p33"/>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5" name="Google Shape;8775;p33"/>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6" name="Google Shape;8776;p33"/>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7" name="Google Shape;8777;p33"/>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8" name="Google Shape;8778;p33"/>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9" name="Google Shape;8779;p33"/>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0" name="Google Shape;8780;p33"/>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1" name="Google Shape;8781;p33"/>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2" name="Google Shape;8782;p33"/>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3" name="Google Shape;8783;p33"/>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4" name="Google Shape;8784;p33"/>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5" name="Google Shape;8785;p33"/>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6" name="Google Shape;8786;p33"/>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7" name="Google Shape;8787;p33"/>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8" name="Google Shape;8788;p33"/>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9" name="Google Shape;8789;p33"/>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0" name="Google Shape;8790;p33"/>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1" name="Google Shape;8791;p33"/>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2" name="Google Shape;8792;p33"/>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3" name="Google Shape;8793;p33"/>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4" name="Google Shape;8794;p33"/>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5" name="Google Shape;8795;p33"/>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6" name="Google Shape;8796;p33"/>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7" name="Google Shape;8797;p33"/>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8" name="Google Shape;8798;p33"/>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9" name="Google Shape;8799;p33"/>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0" name="Google Shape;8800;p33"/>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1" name="Google Shape;8801;p33"/>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2" name="Google Shape;8802;p33"/>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3" name="Google Shape;8803;p33"/>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4" name="Google Shape;8804;p33"/>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5" name="Google Shape;8805;p33"/>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6" name="Google Shape;8806;p33"/>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7" name="Google Shape;8807;p33"/>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8" name="Google Shape;8808;p33"/>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9" name="Google Shape;8809;p33"/>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0" name="Google Shape;8810;p33"/>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1" name="Google Shape;8811;p33"/>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2" name="Google Shape;8812;p33"/>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3" name="Google Shape;8813;p33"/>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4" name="Google Shape;8814;p33"/>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5" name="Google Shape;8815;p33"/>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6" name="Google Shape;8816;p33"/>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7" name="Google Shape;8817;p33"/>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8" name="Google Shape;8818;p33"/>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9" name="Google Shape;8819;p33"/>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0" name="Google Shape;8820;p33"/>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1" name="Google Shape;8821;p33"/>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2" name="Google Shape;8822;p33"/>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3" name="Google Shape;8823;p33"/>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4" name="Google Shape;8824;p33"/>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5" name="Google Shape;8825;p33"/>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6" name="Google Shape;8826;p33"/>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7" name="Google Shape;8827;p33"/>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8" name="Google Shape;8828;p33"/>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9" name="Google Shape;8829;p33"/>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0" name="Google Shape;8830;p33"/>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831" name="Google Shape;8831;p33"/>
          <p:cNvGrpSpPr/>
          <p:nvPr/>
        </p:nvGrpSpPr>
        <p:grpSpPr>
          <a:xfrm>
            <a:off x="66" y="-222468"/>
            <a:ext cx="578831" cy="7314599"/>
            <a:chOff x="13274" y="-166851"/>
            <a:chExt cx="434123" cy="5485949"/>
          </a:xfrm>
        </p:grpSpPr>
        <p:sp>
          <p:nvSpPr>
            <p:cNvPr id="8832" name="Google Shape;8832;p33"/>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3" name="Google Shape;8833;p33"/>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4" name="Google Shape;8834;p33"/>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5" name="Google Shape;8835;p33"/>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6" name="Google Shape;8836;p33"/>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7" name="Google Shape;8837;p33"/>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8" name="Google Shape;8838;p33"/>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9" name="Google Shape;8839;p33"/>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0" name="Google Shape;8840;p33"/>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1" name="Google Shape;8841;p33"/>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2" name="Google Shape;8842;p33"/>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3" name="Google Shape;8843;p33"/>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4" name="Google Shape;8844;p33"/>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5" name="Google Shape;8845;p33"/>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6" name="Google Shape;8846;p33"/>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7" name="Google Shape;8847;p33"/>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8" name="Google Shape;8848;p33"/>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9" name="Google Shape;8849;p33"/>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0" name="Google Shape;8850;p33"/>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1" name="Google Shape;8851;p33"/>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2" name="Google Shape;8852;p33"/>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3" name="Google Shape;8853;p33"/>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4" name="Google Shape;8854;p33"/>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5" name="Google Shape;8855;p33"/>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6" name="Google Shape;8856;p33"/>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7" name="Google Shape;8857;p33"/>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8" name="Google Shape;8858;p33"/>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9" name="Google Shape;8859;p33"/>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0" name="Google Shape;8860;p33"/>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1" name="Google Shape;8861;p33"/>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2" name="Google Shape;8862;p33"/>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3" name="Google Shape;8863;p33"/>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4" name="Google Shape;8864;p33"/>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5" name="Google Shape;8865;p33"/>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6" name="Google Shape;8866;p33"/>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7" name="Google Shape;8867;p33"/>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8" name="Google Shape;8868;p33"/>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9" name="Google Shape;8869;p33"/>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0" name="Google Shape;8870;p33"/>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1" name="Google Shape;8871;p33"/>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2" name="Google Shape;8872;p33"/>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3" name="Google Shape;8873;p33"/>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4" name="Google Shape;8874;p33"/>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5" name="Google Shape;8875;p33"/>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6" name="Google Shape;8876;p33"/>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7" name="Google Shape;8877;p33"/>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8" name="Google Shape;8878;p33"/>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9" name="Google Shape;8879;p33"/>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0" name="Google Shape;8880;p33"/>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1" name="Google Shape;8881;p33"/>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2" name="Google Shape;8882;p33"/>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3" name="Google Shape;8883;p33"/>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4" name="Google Shape;8884;p33"/>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5" name="Google Shape;8885;p33"/>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6" name="Google Shape;8886;p33"/>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7" name="Google Shape;8887;p33"/>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8" name="Google Shape;8888;p33"/>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9" name="Google Shape;8889;p33"/>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0" name="Google Shape;8890;p33"/>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1" name="Google Shape;8891;p33"/>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2" name="Google Shape;8892;p33"/>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3" name="Google Shape;8893;p33"/>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4" name="Google Shape;8894;p33"/>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5" name="Google Shape;8895;p33"/>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6" name="Google Shape;8896;p33"/>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7" name="Google Shape;8897;p33"/>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8" name="Google Shape;8898;p33"/>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9" name="Google Shape;8899;p33"/>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0" name="Google Shape;8900;p33"/>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1" name="Google Shape;8901;p33"/>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2" name="Google Shape;8902;p33"/>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3" name="Google Shape;8903;p33"/>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4" name="Google Shape;8904;p33"/>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5" name="Google Shape;8905;p33"/>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6" name="Google Shape;8906;p33"/>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7" name="Google Shape;8907;p33"/>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8" name="Google Shape;8908;p33"/>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9" name="Google Shape;8909;p33"/>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0" name="Google Shape;8910;p33"/>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1" name="Google Shape;8911;p33"/>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2" name="Google Shape;8912;p33"/>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3" name="Google Shape;8913;p33"/>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4" name="Google Shape;8914;p33"/>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5" name="Google Shape;8915;p33"/>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6" name="Google Shape;8916;p33"/>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7" name="Google Shape;8917;p33"/>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8" name="Google Shape;8918;p33"/>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9" name="Google Shape;8919;p33"/>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0" name="Google Shape;8920;p33"/>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1" name="Google Shape;8921;p33"/>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2" name="Google Shape;8922;p33"/>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3" name="Google Shape;8923;p33"/>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4" name="Google Shape;8924;p33"/>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5" name="Google Shape;8925;p33"/>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6" name="Google Shape;8926;p33"/>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7" name="Google Shape;8927;p33"/>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8" name="Google Shape;8928;p33"/>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9" name="Google Shape;8929;p33"/>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0" name="Google Shape;8930;p33"/>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1" name="Google Shape;8931;p33"/>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2" name="Google Shape;8932;p33"/>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3" name="Google Shape;8933;p33"/>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4" name="Google Shape;8934;p33"/>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5" name="Google Shape;8935;p33"/>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6" name="Google Shape;8936;p33"/>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7" name="Google Shape;8937;p33"/>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8" name="Google Shape;8938;p33"/>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9" name="Google Shape;8939;p33"/>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0" name="Google Shape;8940;p33"/>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1" name="Google Shape;8941;p33"/>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2" name="Google Shape;8942;p33"/>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3" name="Google Shape;8943;p33"/>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4" name="Google Shape;8944;p33"/>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5" name="Google Shape;8945;p33"/>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6" name="Google Shape;8946;p33"/>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7" name="Google Shape;8947;p33"/>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8" name="Google Shape;8948;p33"/>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9" name="Google Shape;8949;p33"/>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0" name="Google Shape;8950;p33"/>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1" name="Google Shape;8951;p33"/>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2" name="Google Shape;8952;p33"/>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3" name="Google Shape;8953;p33"/>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4" name="Google Shape;8954;p33"/>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5" name="Google Shape;8955;p33"/>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6" name="Google Shape;8956;p33"/>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7" name="Google Shape;8957;p33"/>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8" name="Google Shape;8958;p33"/>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9" name="Google Shape;8959;p33"/>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0" name="Google Shape;8960;p33"/>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1" name="Google Shape;8961;p33"/>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2" name="Google Shape;8962;p33"/>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3" name="Google Shape;8963;p33"/>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4" name="Google Shape;8964;p33"/>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5" name="Google Shape;8965;p33"/>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6" name="Google Shape;8966;p33"/>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7" name="Google Shape;8967;p33"/>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66963215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Numbers and text" preserve="1">
  <p:cSld name="Numbers and text">
    <p:spTree>
      <p:nvGrpSpPr>
        <p:cNvPr id="1" name="Shape 8968"/>
        <p:cNvGrpSpPr/>
        <p:nvPr/>
      </p:nvGrpSpPr>
      <p:grpSpPr>
        <a:xfrm>
          <a:off x="0" y="0"/>
          <a:ext cx="0" cy="0"/>
          <a:chOff x="0" y="0"/>
          <a:chExt cx="0" cy="0"/>
        </a:xfrm>
      </p:grpSpPr>
      <p:grpSp>
        <p:nvGrpSpPr>
          <p:cNvPr id="8969" name="Google Shape;8969;p34"/>
          <p:cNvGrpSpPr/>
          <p:nvPr/>
        </p:nvGrpSpPr>
        <p:grpSpPr>
          <a:xfrm rot="-5138900">
            <a:off x="6006125" y="-1177983"/>
            <a:ext cx="1158707" cy="2256236"/>
            <a:chOff x="4928950" y="2923850"/>
            <a:chExt cx="434675" cy="846400"/>
          </a:xfrm>
        </p:grpSpPr>
        <p:sp>
          <p:nvSpPr>
            <p:cNvPr id="8970" name="Google Shape;8970;p34"/>
            <p:cNvSpPr/>
            <p:nvPr/>
          </p:nvSpPr>
          <p:spPr>
            <a:xfrm>
              <a:off x="5082575" y="2939475"/>
              <a:ext cx="264375" cy="819350"/>
            </a:xfrm>
            <a:custGeom>
              <a:avLst/>
              <a:gdLst/>
              <a:ahLst/>
              <a:cxnLst/>
              <a:rect l="l" t="t" r="r" b="b"/>
              <a:pathLst>
                <a:path w="10575" h="32774" extrusionOk="0">
                  <a:moveTo>
                    <a:pt x="9954" y="1"/>
                  </a:moveTo>
                  <a:cubicBezTo>
                    <a:pt x="9951" y="1"/>
                    <a:pt x="9948" y="1"/>
                    <a:pt x="9944" y="1"/>
                  </a:cubicBezTo>
                  <a:cubicBezTo>
                    <a:pt x="8514" y="134"/>
                    <a:pt x="7216" y="1379"/>
                    <a:pt x="6215" y="2317"/>
                  </a:cubicBezTo>
                  <a:cubicBezTo>
                    <a:pt x="5024" y="3431"/>
                    <a:pt x="3982" y="4689"/>
                    <a:pt x="3111" y="6066"/>
                  </a:cubicBezTo>
                  <a:cubicBezTo>
                    <a:pt x="1361" y="8838"/>
                    <a:pt x="306" y="12041"/>
                    <a:pt x="117" y="15315"/>
                  </a:cubicBezTo>
                  <a:cubicBezTo>
                    <a:pt x="0" y="17331"/>
                    <a:pt x="200" y="19354"/>
                    <a:pt x="552" y="21337"/>
                  </a:cubicBezTo>
                  <a:cubicBezTo>
                    <a:pt x="878" y="23170"/>
                    <a:pt x="1314" y="24926"/>
                    <a:pt x="2352" y="26497"/>
                  </a:cubicBezTo>
                  <a:cubicBezTo>
                    <a:pt x="4162" y="29235"/>
                    <a:pt x="6933" y="31949"/>
                    <a:pt x="10194" y="32765"/>
                  </a:cubicBezTo>
                  <a:cubicBezTo>
                    <a:pt x="10218" y="32771"/>
                    <a:pt x="10241" y="32773"/>
                    <a:pt x="10263" y="32773"/>
                  </a:cubicBezTo>
                  <a:cubicBezTo>
                    <a:pt x="10494" y="32773"/>
                    <a:pt x="10574" y="32458"/>
                    <a:pt x="10340" y="32342"/>
                  </a:cubicBezTo>
                  <a:cubicBezTo>
                    <a:pt x="7369" y="30862"/>
                    <a:pt x="4505" y="28742"/>
                    <a:pt x="2675" y="25924"/>
                  </a:cubicBezTo>
                  <a:cubicBezTo>
                    <a:pt x="1677" y="24387"/>
                    <a:pt x="1294" y="22624"/>
                    <a:pt x="992" y="20841"/>
                  </a:cubicBezTo>
                  <a:cubicBezTo>
                    <a:pt x="669" y="18965"/>
                    <a:pt x="502" y="17055"/>
                    <a:pt x="622" y="15152"/>
                  </a:cubicBezTo>
                  <a:cubicBezTo>
                    <a:pt x="822" y="12035"/>
                    <a:pt x="1870" y="8994"/>
                    <a:pt x="3557" y="6369"/>
                  </a:cubicBezTo>
                  <a:cubicBezTo>
                    <a:pt x="4348" y="5125"/>
                    <a:pt x="5283" y="3980"/>
                    <a:pt x="6341" y="2949"/>
                  </a:cubicBezTo>
                  <a:cubicBezTo>
                    <a:pt x="7386" y="1934"/>
                    <a:pt x="8657" y="757"/>
                    <a:pt x="10011" y="194"/>
                  </a:cubicBezTo>
                  <a:cubicBezTo>
                    <a:pt x="10124" y="146"/>
                    <a:pt x="10055" y="1"/>
                    <a:pt x="99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1" name="Google Shape;8971;p34"/>
            <p:cNvSpPr/>
            <p:nvPr/>
          </p:nvSpPr>
          <p:spPr>
            <a:xfrm>
              <a:off x="5139625" y="2978525"/>
              <a:ext cx="201700" cy="684825"/>
            </a:xfrm>
            <a:custGeom>
              <a:avLst/>
              <a:gdLst/>
              <a:ahLst/>
              <a:cxnLst/>
              <a:rect l="l" t="t" r="r" b="b"/>
              <a:pathLst>
                <a:path w="8068" h="27393" extrusionOk="0">
                  <a:moveTo>
                    <a:pt x="7821" y="0"/>
                  </a:moveTo>
                  <a:cubicBezTo>
                    <a:pt x="7784" y="0"/>
                    <a:pt x="7746" y="13"/>
                    <a:pt x="7709" y="43"/>
                  </a:cubicBezTo>
                  <a:cubicBezTo>
                    <a:pt x="3567" y="3393"/>
                    <a:pt x="672" y="8427"/>
                    <a:pt x="320" y="13796"/>
                  </a:cubicBezTo>
                  <a:cubicBezTo>
                    <a:pt x="0" y="18624"/>
                    <a:pt x="2006" y="24765"/>
                    <a:pt x="6361" y="27357"/>
                  </a:cubicBezTo>
                  <a:cubicBezTo>
                    <a:pt x="6403" y="27382"/>
                    <a:pt x="6446" y="27393"/>
                    <a:pt x="6488" y="27393"/>
                  </a:cubicBezTo>
                  <a:cubicBezTo>
                    <a:pt x="6672" y="27393"/>
                    <a:pt x="6827" y="27175"/>
                    <a:pt x="6677" y="27004"/>
                  </a:cubicBezTo>
                  <a:cubicBezTo>
                    <a:pt x="5004" y="25118"/>
                    <a:pt x="3334" y="23314"/>
                    <a:pt x="2273" y="20989"/>
                  </a:cubicBezTo>
                  <a:cubicBezTo>
                    <a:pt x="1235" y="18713"/>
                    <a:pt x="829" y="16175"/>
                    <a:pt x="1018" y="13683"/>
                  </a:cubicBezTo>
                  <a:cubicBezTo>
                    <a:pt x="1414" y="8506"/>
                    <a:pt x="4229" y="3822"/>
                    <a:pt x="7938" y="306"/>
                  </a:cubicBezTo>
                  <a:cubicBezTo>
                    <a:pt x="8067" y="182"/>
                    <a:pt x="7959" y="0"/>
                    <a:pt x="78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2" name="Google Shape;8972;p34"/>
            <p:cNvSpPr/>
            <p:nvPr/>
          </p:nvSpPr>
          <p:spPr>
            <a:xfrm>
              <a:off x="4928950" y="2923850"/>
              <a:ext cx="434675" cy="846400"/>
            </a:xfrm>
            <a:custGeom>
              <a:avLst/>
              <a:gdLst/>
              <a:ahLst/>
              <a:cxnLst/>
              <a:rect l="l" t="t" r="r" b="b"/>
              <a:pathLst>
                <a:path w="17387" h="33856" extrusionOk="0">
                  <a:moveTo>
                    <a:pt x="16328" y="0"/>
                  </a:moveTo>
                  <a:cubicBezTo>
                    <a:pt x="16299" y="0"/>
                    <a:pt x="16268" y="7"/>
                    <a:pt x="16236" y="24"/>
                  </a:cubicBezTo>
                  <a:cubicBezTo>
                    <a:pt x="12672" y="1847"/>
                    <a:pt x="9522" y="4326"/>
                    <a:pt x="6744" y="7200"/>
                  </a:cubicBezTo>
                  <a:cubicBezTo>
                    <a:pt x="4462" y="9559"/>
                    <a:pt x="2349" y="12360"/>
                    <a:pt x="1494" y="15581"/>
                  </a:cubicBezTo>
                  <a:cubicBezTo>
                    <a:pt x="672" y="18675"/>
                    <a:pt x="1368" y="21922"/>
                    <a:pt x="2845" y="24710"/>
                  </a:cubicBezTo>
                  <a:cubicBezTo>
                    <a:pt x="4232" y="27325"/>
                    <a:pt x="6195" y="29597"/>
                    <a:pt x="8690" y="31204"/>
                  </a:cubicBezTo>
                  <a:cubicBezTo>
                    <a:pt x="9918" y="31996"/>
                    <a:pt x="11239" y="32631"/>
                    <a:pt x="12626" y="33093"/>
                  </a:cubicBezTo>
                  <a:cubicBezTo>
                    <a:pt x="13602" y="33413"/>
                    <a:pt x="14869" y="33855"/>
                    <a:pt x="15989" y="33855"/>
                  </a:cubicBezTo>
                  <a:cubicBezTo>
                    <a:pt x="16267" y="33855"/>
                    <a:pt x="16535" y="33828"/>
                    <a:pt x="16788" y="33765"/>
                  </a:cubicBezTo>
                  <a:cubicBezTo>
                    <a:pt x="17317" y="33636"/>
                    <a:pt x="17387" y="32897"/>
                    <a:pt x="16864" y="32701"/>
                  </a:cubicBezTo>
                  <a:cubicBezTo>
                    <a:pt x="16142" y="32428"/>
                    <a:pt x="15381" y="32475"/>
                    <a:pt x="14625" y="32345"/>
                  </a:cubicBezTo>
                  <a:cubicBezTo>
                    <a:pt x="13887" y="32215"/>
                    <a:pt x="13158" y="32022"/>
                    <a:pt x="12453" y="31776"/>
                  </a:cubicBezTo>
                  <a:cubicBezTo>
                    <a:pt x="10969" y="31267"/>
                    <a:pt x="9568" y="30548"/>
                    <a:pt x="8294" y="29640"/>
                  </a:cubicBezTo>
                  <a:cubicBezTo>
                    <a:pt x="3314" y="26110"/>
                    <a:pt x="0" y="19836"/>
                    <a:pt x="2698" y="13857"/>
                  </a:cubicBezTo>
                  <a:cubicBezTo>
                    <a:pt x="4013" y="10940"/>
                    <a:pt x="6301" y="8498"/>
                    <a:pt x="8610" y="6335"/>
                  </a:cubicBezTo>
                  <a:cubicBezTo>
                    <a:pt x="10999" y="4100"/>
                    <a:pt x="13664" y="2150"/>
                    <a:pt x="16409" y="373"/>
                  </a:cubicBezTo>
                  <a:lnTo>
                    <a:pt x="16405" y="373"/>
                  </a:lnTo>
                  <a:cubicBezTo>
                    <a:pt x="16582" y="262"/>
                    <a:pt x="16497" y="0"/>
                    <a:pt x="163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973" name="Google Shape;8973;p34"/>
          <p:cNvSpPr txBox="1">
            <a:spLocks noGrp="1"/>
          </p:cNvSpPr>
          <p:nvPr>
            <p:ph type="title" hasCustomPrompt="1"/>
          </p:nvPr>
        </p:nvSpPr>
        <p:spPr>
          <a:xfrm>
            <a:off x="953500" y="720000"/>
            <a:ext cx="6334400" cy="1104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200"/>
              <a:buNone/>
              <a:defRPr sz="6400">
                <a:solidFill>
                  <a:schemeClr val="lt2"/>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8974" name="Google Shape;8974;p34"/>
          <p:cNvSpPr txBox="1">
            <a:spLocks noGrp="1"/>
          </p:cNvSpPr>
          <p:nvPr>
            <p:ph type="subTitle" idx="1"/>
          </p:nvPr>
        </p:nvSpPr>
        <p:spPr>
          <a:xfrm>
            <a:off x="953467" y="1824400"/>
            <a:ext cx="6334400" cy="390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400"/>
              <a:buNone/>
              <a:defRPr sz="1867">
                <a:solidFill>
                  <a:schemeClr val="dk1"/>
                </a:solidFill>
              </a:defRPr>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r>
              <a:rPr lang="en-US"/>
              <a:t>Click to edit Master subtitle style</a:t>
            </a:r>
            <a:endParaRPr/>
          </a:p>
        </p:txBody>
      </p:sp>
      <p:sp>
        <p:nvSpPr>
          <p:cNvPr id="8975" name="Google Shape;8975;p34"/>
          <p:cNvSpPr txBox="1">
            <a:spLocks noGrp="1"/>
          </p:cNvSpPr>
          <p:nvPr>
            <p:ph type="title" idx="2" hasCustomPrompt="1"/>
          </p:nvPr>
        </p:nvSpPr>
        <p:spPr>
          <a:xfrm>
            <a:off x="953467" y="2634121"/>
            <a:ext cx="6334400" cy="1104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200"/>
              <a:buNone/>
              <a:defRPr sz="6400">
                <a:solidFill>
                  <a:schemeClr val="lt2"/>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8976" name="Google Shape;8976;p34"/>
          <p:cNvSpPr txBox="1">
            <a:spLocks noGrp="1"/>
          </p:cNvSpPr>
          <p:nvPr>
            <p:ph type="subTitle" idx="3"/>
          </p:nvPr>
        </p:nvSpPr>
        <p:spPr>
          <a:xfrm>
            <a:off x="953467" y="3738531"/>
            <a:ext cx="6334400" cy="390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400"/>
              <a:buNone/>
              <a:defRPr sz="1867">
                <a:solidFill>
                  <a:schemeClr val="dk1"/>
                </a:solidFill>
              </a:defRPr>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r>
              <a:rPr lang="en-US"/>
              <a:t>Click to edit Master subtitle style</a:t>
            </a:r>
            <a:endParaRPr/>
          </a:p>
        </p:txBody>
      </p:sp>
      <p:sp>
        <p:nvSpPr>
          <p:cNvPr id="8977" name="Google Shape;8977;p34"/>
          <p:cNvSpPr txBox="1">
            <a:spLocks noGrp="1"/>
          </p:cNvSpPr>
          <p:nvPr>
            <p:ph type="title" idx="4" hasCustomPrompt="1"/>
          </p:nvPr>
        </p:nvSpPr>
        <p:spPr>
          <a:xfrm>
            <a:off x="953467" y="4548261"/>
            <a:ext cx="6334400" cy="1104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200"/>
              <a:buNone/>
              <a:defRPr sz="6400">
                <a:solidFill>
                  <a:schemeClr val="lt2"/>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8978" name="Google Shape;8978;p34"/>
          <p:cNvSpPr txBox="1">
            <a:spLocks noGrp="1"/>
          </p:cNvSpPr>
          <p:nvPr>
            <p:ph type="subTitle" idx="5"/>
          </p:nvPr>
        </p:nvSpPr>
        <p:spPr>
          <a:xfrm>
            <a:off x="953467" y="5652667"/>
            <a:ext cx="6334400" cy="390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400"/>
              <a:buNone/>
              <a:defRPr sz="1867">
                <a:solidFill>
                  <a:schemeClr val="dk1"/>
                </a:solidFill>
              </a:defRPr>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r>
              <a:rPr lang="en-US"/>
              <a:t>Click to edit Master subtitle style</a:t>
            </a:r>
            <a:endParaRPr/>
          </a:p>
        </p:txBody>
      </p:sp>
      <p:grpSp>
        <p:nvGrpSpPr>
          <p:cNvPr id="8979" name="Google Shape;8979;p34"/>
          <p:cNvGrpSpPr/>
          <p:nvPr/>
        </p:nvGrpSpPr>
        <p:grpSpPr>
          <a:xfrm flipH="1">
            <a:off x="11613166" y="-222468"/>
            <a:ext cx="578831" cy="7314599"/>
            <a:chOff x="13274" y="-166851"/>
            <a:chExt cx="434123" cy="5485949"/>
          </a:xfrm>
        </p:grpSpPr>
        <p:sp>
          <p:nvSpPr>
            <p:cNvPr id="8980" name="Google Shape;8980;p34"/>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1" name="Google Shape;8981;p34"/>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2" name="Google Shape;8982;p34"/>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3" name="Google Shape;8983;p34"/>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4" name="Google Shape;8984;p34"/>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5" name="Google Shape;8985;p34"/>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6" name="Google Shape;8986;p34"/>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7" name="Google Shape;8987;p34"/>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8" name="Google Shape;8988;p34"/>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9" name="Google Shape;8989;p34"/>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0" name="Google Shape;8990;p34"/>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1" name="Google Shape;8991;p34"/>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2" name="Google Shape;8992;p34"/>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3" name="Google Shape;8993;p34"/>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4" name="Google Shape;8994;p34"/>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5" name="Google Shape;8995;p34"/>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6" name="Google Shape;8996;p34"/>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7" name="Google Shape;8997;p34"/>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8" name="Google Shape;8998;p34"/>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9" name="Google Shape;8999;p34"/>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0" name="Google Shape;9000;p34"/>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1" name="Google Shape;9001;p34"/>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2" name="Google Shape;9002;p34"/>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3" name="Google Shape;9003;p34"/>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4" name="Google Shape;9004;p34"/>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5" name="Google Shape;9005;p34"/>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6" name="Google Shape;9006;p34"/>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7" name="Google Shape;9007;p34"/>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8" name="Google Shape;9008;p34"/>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9" name="Google Shape;9009;p34"/>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0" name="Google Shape;9010;p34"/>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1" name="Google Shape;9011;p34"/>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2" name="Google Shape;9012;p34"/>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3" name="Google Shape;9013;p34"/>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4" name="Google Shape;9014;p34"/>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5" name="Google Shape;9015;p34"/>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6" name="Google Shape;9016;p34"/>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7" name="Google Shape;9017;p34"/>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8" name="Google Shape;9018;p34"/>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9" name="Google Shape;9019;p34"/>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0" name="Google Shape;9020;p34"/>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1" name="Google Shape;9021;p34"/>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2" name="Google Shape;9022;p34"/>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3" name="Google Shape;9023;p34"/>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4" name="Google Shape;9024;p34"/>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5" name="Google Shape;9025;p34"/>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6" name="Google Shape;9026;p34"/>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7" name="Google Shape;9027;p34"/>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8" name="Google Shape;9028;p34"/>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9" name="Google Shape;9029;p34"/>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0" name="Google Shape;9030;p34"/>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1" name="Google Shape;9031;p34"/>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2" name="Google Shape;9032;p34"/>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3" name="Google Shape;9033;p34"/>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4" name="Google Shape;9034;p34"/>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5" name="Google Shape;9035;p34"/>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6" name="Google Shape;9036;p34"/>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7" name="Google Shape;9037;p34"/>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8" name="Google Shape;9038;p34"/>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9" name="Google Shape;9039;p34"/>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0" name="Google Shape;9040;p34"/>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1" name="Google Shape;9041;p34"/>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2" name="Google Shape;9042;p34"/>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3" name="Google Shape;9043;p34"/>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4" name="Google Shape;9044;p34"/>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5" name="Google Shape;9045;p34"/>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6" name="Google Shape;9046;p34"/>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7" name="Google Shape;9047;p34"/>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8" name="Google Shape;9048;p34"/>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9" name="Google Shape;9049;p34"/>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0" name="Google Shape;9050;p34"/>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1" name="Google Shape;9051;p34"/>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2" name="Google Shape;9052;p34"/>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3" name="Google Shape;9053;p34"/>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4" name="Google Shape;9054;p34"/>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5" name="Google Shape;9055;p34"/>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6" name="Google Shape;9056;p34"/>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7" name="Google Shape;9057;p34"/>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8" name="Google Shape;9058;p34"/>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9" name="Google Shape;9059;p34"/>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0" name="Google Shape;9060;p34"/>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1" name="Google Shape;9061;p34"/>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2" name="Google Shape;9062;p34"/>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3" name="Google Shape;9063;p34"/>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4" name="Google Shape;9064;p34"/>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5" name="Google Shape;9065;p34"/>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6" name="Google Shape;9066;p34"/>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7" name="Google Shape;9067;p34"/>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8" name="Google Shape;9068;p34"/>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9" name="Google Shape;9069;p34"/>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0" name="Google Shape;9070;p34"/>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1" name="Google Shape;9071;p34"/>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2" name="Google Shape;9072;p34"/>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3" name="Google Shape;9073;p34"/>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4" name="Google Shape;9074;p34"/>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5" name="Google Shape;9075;p34"/>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6" name="Google Shape;9076;p34"/>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7" name="Google Shape;9077;p34"/>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8" name="Google Shape;9078;p34"/>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9" name="Google Shape;9079;p34"/>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0" name="Google Shape;9080;p34"/>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1" name="Google Shape;9081;p34"/>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2" name="Google Shape;9082;p34"/>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3" name="Google Shape;9083;p34"/>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4" name="Google Shape;9084;p34"/>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5" name="Google Shape;9085;p34"/>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6" name="Google Shape;9086;p34"/>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7" name="Google Shape;9087;p34"/>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8" name="Google Shape;9088;p34"/>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9" name="Google Shape;9089;p34"/>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0" name="Google Shape;9090;p34"/>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1" name="Google Shape;9091;p34"/>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2" name="Google Shape;9092;p34"/>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3" name="Google Shape;9093;p34"/>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4" name="Google Shape;9094;p34"/>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5" name="Google Shape;9095;p34"/>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6" name="Google Shape;9096;p34"/>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7" name="Google Shape;9097;p34"/>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8" name="Google Shape;9098;p34"/>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9" name="Google Shape;9099;p34"/>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0" name="Google Shape;9100;p34"/>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1" name="Google Shape;9101;p34"/>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2" name="Google Shape;9102;p34"/>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3" name="Google Shape;9103;p34"/>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4" name="Google Shape;9104;p34"/>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5" name="Google Shape;9105;p34"/>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6" name="Google Shape;9106;p34"/>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7" name="Google Shape;9107;p34"/>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8" name="Google Shape;9108;p34"/>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9" name="Google Shape;9109;p34"/>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0" name="Google Shape;9110;p34"/>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1" name="Google Shape;9111;p34"/>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2" name="Google Shape;9112;p34"/>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3" name="Google Shape;9113;p34"/>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4" name="Google Shape;9114;p34"/>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5" name="Google Shape;9115;p34"/>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116" name="Google Shape;9116;p34"/>
          <p:cNvGrpSpPr/>
          <p:nvPr/>
        </p:nvGrpSpPr>
        <p:grpSpPr>
          <a:xfrm>
            <a:off x="66" y="-222468"/>
            <a:ext cx="578831" cy="7314599"/>
            <a:chOff x="13274" y="-166851"/>
            <a:chExt cx="434123" cy="5485949"/>
          </a:xfrm>
        </p:grpSpPr>
        <p:sp>
          <p:nvSpPr>
            <p:cNvPr id="9117" name="Google Shape;9117;p34"/>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8" name="Google Shape;9118;p34"/>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9" name="Google Shape;9119;p34"/>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0" name="Google Shape;9120;p34"/>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1" name="Google Shape;9121;p34"/>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2" name="Google Shape;9122;p34"/>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3" name="Google Shape;9123;p34"/>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4" name="Google Shape;9124;p34"/>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5" name="Google Shape;9125;p34"/>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6" name="Google Shape;9126;p34"/>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7" name="Google Shape;9127;p34"/>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8" name="Google Shape;9128;p34"/>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9" name="Google Shape;9129;p34"/>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0" name="Google Shape;9130;p34"/>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1" name="Google Shape;9131;p34"/>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2" name="Google Shape;9132;p34"/>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3" name="Google Shape;9133;p34"/>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4" name="Google Shape;9134;p34"/>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5" name="Google Shape;9135;p34"/>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6" name="Google Shape;9136;p34"/>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7" name="Google Shape;9137;p34"/>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8" name="Google Shape;9138;p34"/>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9" name="Google Shape;9139;p34"/>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0" name="Google Shape;9140;p34"/>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1" name="Google Shape;9141;p34"/>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2" name="Google Shape;9142;p34"/>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3" name="Google Shape;9143;p34"/>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4" name="Google Shape;9144;p34"/>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5" name="Google Shape;9145;p34"/>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6" name="Google Shape;9146;p34"/>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7" name="Google Shape;9147;p34"/>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8" name="Google Shape;9148;p34"/>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9" name="Google Shape;9149;p34"/>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0" name="Google Shape;9150;p34"/>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1" name="Google Shape;9151;p34"/>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2" name="Google Shape;9152;p34"/>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3" name="Google Shape;9153;p34"/>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4" name="Google Shape;9154;p34"/>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5" name="Google Shape;9155;p34"/>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6" name="Google Shape;9156;p34"/>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7" name="Google Shape;9157;p34"/>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8" name="Google Shape;9158;p34"/>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9" name="Google Shape;9159;p34"/>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0" name="Google Shape;9160;p34"/>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1" name="Google Shape;9161;p34"/>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2" name="Google Shape;9162;p34"/>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3" name="Google Shape;9163;p34"/>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4" name="Google Shape;9164;p34"/>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5" name="Google Shape;9165;p34"/>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6" name="Google Shape;9166;p34"/>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7" name="Google Shape;9167;p34"/>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8" name="Google Shape;9168;p34"/>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9" name="Google Shape;9169;p34"/>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0" name="Google Shape;9170;p34"/>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1" name="Google Shape;9171;p34"/>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2" name="Google Shape;9172;p34"/>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3" name="Google Shape;9173;p34"/>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4" name="Google Shape;9174;p34"/>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5" name="Google Shape;9175;p34"/>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6" name="Google Shape;9176;p34"/>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7" name="Google Shape;9177;p34"/>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8" name="Google Shape;9178;p34"/>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9" name="Google Shape;9179;p34"/>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0" name="Google Shape;9180;p34"/>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1" name="Google Shape;9181;p34"/>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2" name="Google Shape;9182;p34"/>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3" name="Google Shape;9183;p34"/>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4" name="Google Shape;9184;p34"/>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5" name="Google Shape;9185;p34"/>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6" name="Google Shape;9186;p34"/>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7" name="Google Shape;9187;p34"/>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8" name="Google Shape;9188;p34"/>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9" name="Google Shape;9189;p34"/>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0" name="Google Shape;9190;p34"/>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1" name="Google Shape;9191;p34"/>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2" name="Google Shape;9192;p34"/>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3" name="Google Shape;9193;p34"/>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4" name="Google Shape;9194;p34"/>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5" name="Google Shape;9195;p34"/>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6" name="Google Shape;9196;p34"/>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7" name="Google Shape;9197;p34"/>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8" name="Google Shape;9198;p34"/>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9" name="Google Shape;9199;p34"/>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0" name="Google Shape;9200;p34"/>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1" name="Google Shape;9201;p34"/>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2" name="Google Shape;9202;p34"/>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3" name="Google Shape;9203;p34"/>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4" name="Google Shape;9204;p34"/>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5" name="Google Shape;9205;p34"/>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6" name="Google Shape;9206;p34"/>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7" name="Google Shape;9207;p34"/>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8" name="Google Shape;9208;p34"/>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9" name="Google Shape;9209;p34"/>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0" name="Google Shape;9210;p34"/>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1" name="Google Shape;9211;p34"/>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2" name="Google Shape;9212;p34"/>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3" name="Google Shape;9213;p34"/>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4" name="Google Shape;9214;p34"/>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5" name="Google Shape;9215;p34"/>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6" name="Google Shape;9216;p34"/>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7" name="Google Shape;9217;p34"/>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8" name="Google Shape;9218;p34"/>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9" name="Google Shape;9219;p34"/>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0" name="Google Shape;9220;p34"/>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1" name="Google Shape;9221;p34"/>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2" name="Google Shape;9222;p34"/>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3" name="Google Shape;9223;p34"/>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4" name="Google Shape;9224;p34"/>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5" name="Google Shape;9225;p34"/>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6" name="Google Shape;9226;p34"/>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7" name="Google Shape;9227;p34"/>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8" name="Google Shape;9228;p34"/>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9" name="Google Shape;9229;p34"/>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0" name="Google Shape;9230;p34"/>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1" name="Google Shape;9231;p34"/>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2" name="Google Shape;9232;p34"/>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3" name="Google Shape;9233;p34"/>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4" name="Google Shape;9234;p34"/>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5" name="Google Shape;9235;p34"/>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6" name="Google Shape;9236;p34"/>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7" name="Google Shape;9237;p34"/>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8" name="Google Shape;9238;p34"/>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9" name="Google Shape;9239;p34"/>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0" name="Google Shape;9240;p34"/>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1" name="Google Shape;9241;p34"/>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2" name="Google Shape;9242;p34"/>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3" name="Google Shape;9243;p34"/>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4" name="Google Shape;9244;p34"/>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5" name="Google Shape;9245;p34"/>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6" name="Google Shape;9246;p34"/>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7" name="Google Shape;9247;p34"/>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8" name="Google Shape;9248;p34"/>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9" name="Google Shape;9249;p34"/>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0" name="Google Shape;9250;p34"/>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1" name="Google Shape;9251;p34"/>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2" name="Google Shape;9252;p34"/>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87501010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Numbers and text 1" preserve="1">
  <p:cSld name="Numbers and text 1">
    <p:spTree>
      <p:nvGrpSpPr>
        <p:cNvPr id="1" name="Shape 9253"/>
        <p:cNvGrpSpPr/>
        <p:nvPr/>
      </p:nvGrpSpPr>
      <p:grpSpPr>
        <a:xfrm>
          <a:off x="0" y="0"/>
          <a:ext cx="0" cy="0"/>
          <a:chOff x="0" y="0"/>
          <a:chExt cx="0" cy="0"/>
        </a:xfrm>
      </p:grpSpPr>
      <p:grpSp>
        <p:nvGrpSpPr>
          <p:cNvPr id="9254" name="Google Shape;9254;p35"/>
          <p:cNvGrpSpPr/>
          <p:nvPr/>
        </p:nvGrpSpPr>
        <p:grpSpPr>
          <a:xfrm rot="10167469">
            <a:off x="7356307" y="-1089888"/>
            <a:ext cx="3293175" cy="2619247"/>
            <a:chOff x="2173200" y="3006475"/>
            <a:chExt cx="883975" cy="703075"/>
          </a:xfrm>
        </p:grpSpPr>
        <p:sp>
          <p:nvSpPr>
            <p:cNvPr id="9255" name="Google Shape;9255;p35"/>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6" name="Google Shape;9256;p35"/>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7" name="Google Shape;9257;p35"/>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8" name="Google Shape;9258;p35"/>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9259" name="Google Shape;9259;p35"/>
          <p:cNvSpPr txBox="1">
            <a:spLocks noGrp="1"/>
          </p:cNvSpPr>
          <p:nvPr>
            <p:ph type="title" hasCustomPrompt="1"/>
          </p:nvPr>
        </p:nvSpPr>
        <p:spPr>
          <a:xfrm>
            <a:off x="942167" y="3267633"/>
            <a:ext cx="3115200" cy="8560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4000">
                <a:solidFill>
                  <a:schemeClr val="accent1"/>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9260" name="Google Shape;9260;p35"/>
          <p:cNvSpPr txBox="1">
            <a:spLocks noGrp="1"/>
          </p:cNvSpPr>
          <p:nvPr>
            <p:ph type="subTitle" idx="1"/>
          </p:nvPr>
        </p:nvSpPr>
        <p:spPr>
          <a:xfrm>
            <a:off x="942167" y="4724067"/>
            <a:ext cx="3115200" cy="93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9261" name="Google Shape;9261;p35"/>
          <p:cNvSpPr txBox="1">
            <a:spLocks noGrp="1"/>
          </p:cNvSpPr>
          <p:nvPr>
            <p:ph type="title" idx="2" hasCustomPrompt="1"/>
          </p:nvPr>
        </p:nvSpPr>
        <p:spPr>
          <a:xfrm>
            <a:off x="8134700" y="3274469"/>
            <a:ext cx="3115200" cy="8560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4000">
                <a:solidFill>
                  <a:schemeClr val="accent1"/>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9262" name="Google Shape;9262;p35"/>
          <p:cNvSpPr txBox="1">
            <a:spLocks noGrp="1"/>
          </p:cNvSpPr>
          <p:nvPr>
            <p:ph type="subTitle" idx="3"/>
          </p:nvPr>
        </p:nvSpPr>
        <p:spPr>
          <a:xfrm>
            <a:off x="8134700" y="4724067"/>
            <a:ext cx="3115200" cy="93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9263" name="Google Shape;9263;p35"/>
          <p:cNvSpPr txBox="1">
            <a:spLocks noGrp="1"/>
          </p:cNvSpPr>
          <p:nvPr>
            <p:ph type="title" idx="4" hasCustomPrompt="1"/>
          </p:nvPr>
        </p:nvSpPr>
        <p:spPr>
          <a:xfrm>
            <a:off x="4538433" y="3267600"/>
            <a:ext cx="3115200" cy="8560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4000">
                <a:solidFill>
                  <a:schemeClr val="accent1"/>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9264" name="Google Shape;9264;p35"/>
          <p:cNvSpPr txBox="1">
            <a:spLocks noGrp="1"/>
          </p:cNvSpPr>
          <p:nvPr>
            <p:ph type="subTitle" idx="5"/>
          </p:nvPr>
        </p:nvSpPr>
        <p:spPr>
          <a:xfrm>
            <a:off x="4538417" y="4724067"/>
            <a:ext cx="3115200" cy="93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r>
              <a:rPr lang="en-US"/>
              <a:t>Click to edit Master subtitle style</a:t>
            </a:r>
            <a:endParaRPr/>
          </a:p>
        </p:txBody>
      </p:sp>
      <p:sp>
        <p:nvSpPr>
          <p:cNvPr id="9265" name="Google Shape;9265;p35"/>
          <p:cNvSpPr txBox="1">
            <a:spLocks noGrp="1"/>
          </p:cNvSpPr>
          <p:nvPr>
            <p:ph type="subTitle" idx="6"/>
          </p:nvPr>
        </p:nvSpPr>
        <p:spPr>
          <a:xfrm>
            <a:off x="942167" y="4130467"/>
            <a:ext cx="3115200" cy="5936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9266" name="Google Shape;9266;p35"/>
          <p:cNvSpPr txBox="1">
            <a:spLocks noGrp="1"/>
          </p:cNvSpPr>
          <p:nvPr>
            <p:ph type="subTitle" idx="7"/>
          </p:nvPr>
        </p:nvSpPr>
        <p:spPr>
          <a:xfrm>
            <a:off x="4538417" y="4130467"/>
            <a:ext cx="3115200" cy="5936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9267" name="Google Shape;9267;p35"/>
          <p:cNvSpPr txBox="1">
            <a:spLocks noGrp="1"/>
          </p:cNvSpPr>
          <p:nvPr>
            <p:ph type="subTitle" idx="8"/>
          </p:nvPr>
        </p:nvSpPr>
        <p:spPr>
          <a:xfrm>
            <a:off x="8134700" y="4130467"/>
            <a:ext cx="3115200" cy="5936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933">
                <a:solidFill>
                  <a:schemeClr val="lt2"/>
                </a:solidFill>
                <a:latin typeface="Aclonica"/>
                <a:ea typeface="Aclonica"/>
                <a:cs typeface="Aclonica"/>
                <a:sym typeface="Aclonica"/>
              </a:defRPr>
            </a:lvl1pPr>
            <a:lvl2pPr lvl="1"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3200">
                <a:solidFill>
                  <a:schemeClr val="dk1"/>
                </a:solidFill>
                <a:latin typeface="Bebas Neue"/>
                <a:ea typeface="Bebas Neue"/>
                <a:cs typeface="Bebas Neue"/>
                <a:sym typeface="Bebas Neue"/>
              </a:defRPr>
            </a:lvl9pPr>
          </a:lstStyle>
          <a:p>
            <a:r>
              <a:rPr lang="en-US"/>
              <a:t>Click to edit Master subtitle style</a:t>
            </a:r>
            <a:endParaRPr/>
          </a:p>
        </p:txBody>
      </p:sp>
      <p:sp>
        <p:nvSpPr>
          <p:cNvPr id="9268" name="Google Shape;9268;p35"/>
          <p:cNvSpPr txBox="1">
            <a:spLocks noGrp="1"/>
          </p:cNvSpPr>
          <p:nvPr>
            <p:ph type="title" idx="9"/>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r>
              <a:rPr lang="en-US"/>
              <a:t>Click to edit Master title style</a:t>
            </a:r>
            <a:endParaRPr/>
          </a:p>
        </p:txBody>
      </p:sp>
      <p:grpSp>
        <p:nvGrpSpPr>
          <p:cNvPr id="9269" name="Google Shape;9269;p35"/>
          <p:cNvGrpSpPr/>
          <p:nvPr/>
        </p:nvGrpSpPr>
        <p:grpSpPr>
          <a:xfrm flipH="1">
            <a:off x="11613166" y="-222468"/>
            <a:ext cx="578831" cy="7314599"/>
            <a:chOff x="13274" y="-166851"/>
            <a:chExt cx="434123" cy="5485949"/>
          </a:xfrm>
        </p:grpSpPr>
        <p:sp>
          <p:nvSpPr>
            <p:cNvPr id="9270" name="Google Shape;9270;p35"/>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1" name="Google Shape;9271;p35"/>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2" name="Google Shape;9272;p35"/>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3" name="Google Shape;9273;p35"/>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4" name="Google Shape;9274;p35"/>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5" name="Google Shape;9275;p35"/>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6" name="Google Shape;9276;p35"/>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7" name="Google Shape;9277;p35"/>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8" name="Google Shape;9278;p35"/>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9" name="Google Shape;9279;p35"/>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0" name="Google Shape;9280;p35"/>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1" name="Google Shape;9281;p35"/>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2" name="Google Shape;9282;p35"/>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3" name="Google Shape;9283;p35"/>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4" name="Google Shape;9284;p35"/>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5" name="Google Shape;9285;p35"/>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6" name="Google Shape;9286;p35"/>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7" name="Google Shape;9287;p35"/>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8" name="Google Shape;9288;p35"/>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9" name="Google Shape;9289;p35"/>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0" name="Google Shape;9290;p35"/>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1" name="Google Shape;9291;p35"/>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2" name="Google Shape;9292;p35"/>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3" name="Google Shape;9293;p35"/>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4" name="Google Shape;9294;p35"/>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5" name="Google Shape;9295;p35"/>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6" name="Google Shape;9296;p35"/>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7" name="Google Shape;9297;p35"/>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8" name="Google Shape;9298;p35"/>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9" name="Google Shape;9299;p35"/>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0" name="Google Shape;9300;p35"/>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1" name="Google Shape;9301;p35"/>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2" name="Google Shape;9302;p35"/>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3" name="Google Shape;9303;p35"/>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4" name="Google Shape;9304;p35"/>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5" name="Google Shape;9305;p35"/>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6" name="Google Shape;9306;p35"/>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7" name="Google Shape;9307;p35"/>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8" name="Google Shape;9308;p35"/>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9" name="Google Shape;9309;p35"/>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0" name="Google Shape;9310;p35"/>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1" name="Google Shape;9311;p35"/>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2" name="Google Shape;9312;p35"/>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3" name="Google Shape;9313;p35"/>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4" name="Google Shape;9314;p35"/>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5" name="Google Shape;9315;p35"/>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6" name="Google Shape;9316;p35"/>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7" name="Google Shape;9317;p35"/>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8" name="Google Shape;9318;p35"/>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9" name="Google Shape;9319;p35"/>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0" name="Google Shape;9320;p35"/>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1" name="Google Shape;9321;p35"/>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2" name="Google Shape;9322;p35"/>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3" name="Google Shape;9323;p35"/>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4" name="Google Shape;9324;p35"/>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5" name="Google Shape;9325;p35"/>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6" name="Google Shape;9326;p35"/>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7" name="Google Shape;9327;p35"/>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8" name="Google Shape;9328;p35"/>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9" name="Google Shape;9329;p35"/>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0" name="Google Shape;9330;p35"/>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1" name="Google Shape;9331;p35"/>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2" name="Google Shape;9332;p35"/>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3" name="Google Shape;9333;p35"/>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4" name="Google Shape;9334;p35"/>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5" name="Google Shape;9335;p35"/>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6" name="Google Shape;9336;p35"/>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7" name="Google Shape;9337;p35"/>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8" name="Google Shape;9338;p35"/>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9" name="Google Shape;9339;p35"/>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0" name="Google Shape;9340;p35"/>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1" name="Google Shape;9341;p35"/>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2" name="Google Shape;9342;p35"/>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3" name="Google Shape;9343;p35"/>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4" name="Google Shape;9344;p35"/>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5" name="Google Shape;9345;p35"/>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6" name="Google Shape;9346;p35"/>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7" name="Google Shape;9347;p35"/>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8" name="Google Shape;9348;p35"/>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9" name="Google Shape;9349;p35"/>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0" name="Google Shape;9350;p35"/>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1" name="Google Shape;9351;p35"/>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2" name="Google Shape;9352;p35"/>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3" name="Google Shape;9353;p35"/>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4" name="Google Shape;9354;p35"/>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5" name="Google Shape;9355;p35"/>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6" name="Google Shape;9356;p35"/>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7" name="Google Shape;9357;p35"/>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8" name="Google Shape;9358;p35"/>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9" name="Google Shape;9359;p35"/>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0" name="Google Shape;9360;p35"/>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1" name="Google Shape;9361;p35"/>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2" name="Google Shape;9362;p35"/>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3" name="Google Shape;9363;p35"/>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4" name="Google Shape;9364;p35"/>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5" name="Google Shape;9365;p35"/>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6" name="Google Shape;9366;p35"/>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7" name="Google Shape;9367;p35"/>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8" name="Google Shape;9368;p35"/>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9" name="Google Shape;9369;p35"/>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0" name="Google Shape;9370;p35"/>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1" name="Google Shape;9371;p35"/>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2" name="Google Shape;9372;p35"/>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3" name="Google Shape;9373;p35"/>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4" name="Google Shape;9374;p35"/>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5" name="Google Shape;9375;p35"/>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6" name="Google Shape;9376;p35"/>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7" name="Google Shape;9377;p35"/>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8" name="Google Shape;9378;p35"/>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9" name="Google Shape;9379;p35"/>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0" name="Google Shape;9380;p35"/>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1" name="Google Shape;9381;p35"/>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2" name="Google Shape;9382;p35"/>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3" name="Google Shape;9383;p35"/>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4" name="Google Shape;9384;p35"/>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5" name="Google Shape;9385;p35"/>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6" name="Google Shape;9386;p35"/>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7" name="Google Shape;9387;p35"/>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8" name="Google Shape;9388;p35"/>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9" name="Google Shape;9389;p35"/>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0" name="Google Shape;9390;p35"/>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1" name="Google Shape;9391;p35"/>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2" name="Google Shape;9392;p35"/>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3" name="Google Shape;9393;p35"/>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4" name="Google Shape;9394;p35"/>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5" name="Google Shape;9395;p35"/>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6" name="Google Shape;9396;p35"/>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7" name="Google Shape;9397;p35"/>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8" name="Google Shape;9398;p35"/>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9" name="Google Shape;9399;p35"/>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0" name="Google Shape;9400;p35"/>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1" name="Google Shape;9401;p35"/>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2" name="Google Shape;9402;p35"/>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3" name="Google Shape;9403;p35"/>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4" name="Google Shape;9404;p35"/>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5" name="Google Shape;9405;p35"/>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406" name="Google Shape;9406;p35"/>
          <p:cNvGrpSpPr/>
          <p:nvPr/>
        </p:nvGrpSpPr>
        <p:grpSpPr>
          <a:xfrm>
            <a:off x="66" y="-222468"/>
            <a:ext cx="578831" cy="7314599"/>
            <a:chOff x="13274" y="-166851"/>
            <a:chExt cx="434123" cy="5485949"/>
          </a:xfrm>
        </p:grpSpPr>
        <p:sp>
          <p:nvSpPr>
            <p:cNvPr id="9407" name="Google Shape;9407;p35"/>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8" name="Google Shape;9408;p35"/>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9" name="Google Shape;9409;p35"/>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0" name="Google Shape;9410;p35"/>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1" name="Google Shape;9411;p35"/>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2" name="Google Shape;9412;p35"/>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3" name="Google Shape;9413;p35"/>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4" name="Google Shape;9414;p35"/>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5" name="Google Shape;9415;p35"/>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6" name="Google Shape;9416;p35"/>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7" name="Google Shape;9417;p35"/>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8" name="Google Shape;9418;p35"/>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9" name="Google Shape;9419;p35"/>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0" name="Google Shape;9420;p35"/>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1" name="Google Shape;9421;p35"/>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2" name="Google Shape;9422;p35"/>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3" name="Google Shape;9423;p35"/>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4" name="Google Shape;9424;p35"/>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5" name="Google Shape;9425;p35"/>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6" name="Google Shape;9426;p35"/>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7" name="Google Shape;9427;p35"/>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8" name="Google Shape;9428;p35"/>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9" name="Google Shape;9429;p35"/>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0" name="Google Shape;9430;p35"/>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1" name="Google Shape;9431;p35"/>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2" name="Google Shape;9432;p35"/>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3" name="Google Shape;9433;p35"/>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4" name="Google Shape;9434;p35"/>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5" name="Google Shape;9435;p35"/>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6" name="Google Shape;9436;p35"/>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7" name="Google Shape;9437;p35"/>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8" name="Google Shape;9438;p35"/>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9" name="Google Shape;9439;p35"/>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0" name="Google Shape;9440;p35"/>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1" name="Google Shape;9441;p35"/>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2" name="Google Shape;9442;p35"/>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3" name="Google Shape;9443;p35"/>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4" name="Google Shape;9444;p35"/>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5" name="Google Shape;9445;p35"/>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6" name="Google Shape;9446;p35"/>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7" name="Google Shape;9447;p35"/>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8" name="Google Shape;9448;p35"/>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9" name="Google Shape;9449;p35"/>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0" name="Google Shape;9450;p35"/>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1" name="Google Shape;9451;p35"/>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2" name="Google Shape;9452;p35"/>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3" name="Google Shape;9453;p35"/>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4" name="Google Shape;9454;p35"/>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5" name="Google Shape;9455;p35"/>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6" name="Google Shape;9456;p35"/>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7" name="Google Shape;9457;p35"/>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8" name="Google Shape;9458;p35"/>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9" name="Google Shape;9459;p35"/>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0" name="Google Shape;9460;p35"/>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1" name="Google Shape;9461;p35"/>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2" name="Google Shape;9462;p35"/>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3" name="Google Shape;9463;p35"/>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4" name="Google Shape;9464;p35"/>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5" name="Google Shape;9465;p35"/>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6" name="Google Shape;9466;p35"/>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7" name="Google Shape;9467;p35"/>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8" name="Google Shape;9468;p35"/>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9" name="Google Shape;9469;p35"/>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0" name="Google Shape;9470;p35"/>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1" name="Google Shape;9471;p35"/>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2" name="Google Shape;9472;p35"/>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3" name="Google Shape;9473;p35"/>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4" name="Google Shape;9474;p35"/>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5" name="Google Shape;9475;p35"/>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6" name="Google Shape;9476;p35"/>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7" name="Google Shape;9477;p35"/>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8" name="Google Shape;9478;p35"/>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9" name="Google Shape;9479;p35"/>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0" name="Google Shape;9480;p35"/>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1" name="Google Shape;9481;p35"/>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2" name="Google Shape;9482;p35"/>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3" name="Google Shape;9483;p35"/>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4" name="Google Shape;9484;p35"/>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5" name="Google Shape;9485;p35"/>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6" name="Google Shape;9486;p35"/>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7" name="Google Shape;9487;p35"/>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8" name="Google Shape;9488;p35"/>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9" name="Google Shape;9489;p35"/>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0" name="Google Shape;9490;p35"/>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1" name="Google Shape;9491;p35"/>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2" name="Google Shape;9492;p35"/>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3" name="Google Shape;9493;p35"/>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4" name="Google Shape;9494;p35"/>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5" name="Google Shape;9495;p35"/>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6" name="Google Shape;9496;p35"/>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7" name="Google Shape;9497;p35"/>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8" name="Google Shape;9498;p35"/>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9" name="Google Shape;9499;p35"/>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0" name="Google Shape;9500;p35"/>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1" name="Google Shape;9501;p35"/>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2" name="Google Shape;9502;p35"/>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3" name="Google Shape;9503;p35"/>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4" name="Google Shape;9504;p35"/>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5" name="Google Shape;9505;p35"/>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6" name="Google Shape;9506;p35"/>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7" name="Google Shape;9507;p35"/>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8" name="Google Shape;9508;p35"/>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9" name="Google Shape;9509;p35"/>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0" name="Google Shape;9510;p35"/>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1" name="Google Shape;9511;p35"/>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2" name="Google Shape;9512;p35"/>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3" name="Google Shape;9513;p35"/>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4" name="Google Shape;9514;p35"/>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5" name="Google Shape;9515;p35"/>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6" name="Google Shape;9516;p35"/>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7" name="Google Shape;9517;p35"/>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8" name="Google Shape;9518;p35"/>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9" name="Google Shape;9519;p35"/>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0" name="Google Shape;9520;p35"/>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1" name="Google Shape;9521;p35"/>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2" name="Google Shape;9522;p35"/>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3" name="Google Shape;9523;p35"/>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4" name="Google Shape;9524;p35"/>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5" name="Google Shape;9525;p35"/>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6" name="Google Shape;9526;p35"/>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7" name="Google Shape;9527;p35"/>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8" name="Google Shape;9528;p35"/>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9" name="Google Shape;9529;p35"/>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0" name="Google Shape;9530;p35"/>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1" name="Google Shape;9531;p35"/>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2" name="Google Shape;9532;p35"/>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3" name="Google Shape;9533;p35"/>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4" name="Google Shape;9534;p35"/>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5" name="Google Shape;9535;p35"/>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6" name="Google Shape;9536;p35"/>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7" name="Google Shape;9537;p35"/>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8" name="Google Shape;9538;p35"/>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9" name="Google Shape;9539;p35"/>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0" name="Google Shape;9540;p35"/>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1" name="Google Shape;9541;p35"/>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2" name="Google Shape;9542;p35"/>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04391768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hanks" preserve="1">
  <p:cSld name="Thanks">
    <p:spTree>
      <p:nvGrpSpPr>
        <p:cNvPr id="1" name="Shape 9543"/>
        <p:cNvGrpSpPr/>
        <p:nvPr/>
      </p:nvGrpSpPr>
      <p:grpSpPr>
        <a:xfrm>
          <a:off x="0" y="0"/>
          <a:ext cx="0" cy="0"/>
          <a:chOff x="0" y="0"/>
          <a:chExt cx="0" cy="0"/>
        </a:xfrm>
      </p:grpSpPr>
      <p:grpSp>
        <p:nvGrpSpPr>
          <p:cNvPr id="9544" name="Google Shape;9544;p36"/>
          <p:cNvGrpSpPr/>
          <p:nvPr/>
        </p:nvGrpSpPr>
        <p:grpSpPr>
          <a:xfrm rot="7213709">
            <a:off x="9470898" y="404735"/>
            <a:ext cx="2737799" cy="1640960"/>
            <a:chOff x="3911500" y="3122300"/>
            <a:chExt cx="597375" cy="358050"/>
          </a:xfrm>
        </p:grpSpPr>
        <p:sp>
          <p:nvSpPr>
            <p:cNvPr id="9545" name="Google Shape;9545;p36"/>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6" name="Google Shape;9546;p36"/>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7" name="Google Shape;9547;p36"/>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8" name="Google Shape;9548;p36"/>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9" name="Google Shape;9549;p36"/>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0" name="Google Shape;9550;p36"/>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1" name="Google Shape;9551;p36"/>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2" name="Google Shape;9552;p36"/>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3" name="Google Shape;9553;p36"/>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4" name="Google Shape;9554;p36"/>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5" name="Google Shape;9555;p36"/>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6" name="Google Shape;9556;p36"/>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7" name="Google Shape;9557;p36"/>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8" name="Google Shape;9558;p36"/>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9" name="Google Shape;9559;p36"/>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0" name="Google Shape;9560;p36"/>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1" name="Google Shape;9561;p36"/>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2" name="Google Shape;9562;p36"/>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3" name="Google Shape;9563;p36"/>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4" name="Google Shape;9564;p36"/>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5" name="Google Shape;9565;p36"/>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6" name="Google Shape;9566;p36"/>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7" name="Google Shape;9567;p36"/>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8" name="Google Shape;9568;p36"/>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9" name="Google Shape;9569;p36"/>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0" name="Google Shape;9570;p36"/>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1" name="Google Shape;9571;p36"/>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2" name="Google Shape;9572;p36"/>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3" name="Google Shape;9573;p36"/>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4" name="Google Shape;9574;p36"/>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5" name="Google Shape;9575;p36"/>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9576" name="Google Shape;9576;p36"/>
          <p:cNvSpPr txBox="1">
            <a:spLocks noGrp="1"/>
          </p:cNvSpPr>
          <p:nvPr>
            <p:ph type="ctrTitle"/>
          </p:nvPr>
        </p:nvSpPr>
        <p:spPr>
          <a:xfrm>
            <a:off x="5918600" y="713333"/>
            <a:ext cx="5169600" cy="1042800"/>
          </a:xfrm>
          <a:prstGeom prst="rect">
            <a:avLst/>
          </a:prstGeom>
        </p:spPr>
        <p:txBody>
          <a:bodyPr spcFirstLastPara="1" wrap="square" lIns="91425" tIns="91425" rIns="91425" bIns="91425" anchor="ctr" anchorCtr="0">
            <a:noAutofit/>
          </a:bodyPr>
          <a:lstStyle>
            <a:lvl1pPr lvl="0" rtl="0">
              <a:spcBef>
                <a:spcPts val="0"/>
              </a:spcBef>
              <a:spcAft>
                <a:spcPts val="0"/>
              </a:spcAft>
              <a:buSzPts val="5200"/>
              <a:buNone/>
              <a:defRPr sz="6933"/>
            </a:lvl1pPr>
            <a:lvl2pPr lvl="1" algn="ctr" rtl="0">
              <a:spcBef>
                <a:spcPts val="0"/>
              </a:spcBef>
              <a:spcAft>
                <a:spcPts val="0"/>
              </a:spcAft>
              <a:buSzPts val="5200"/>
              <a:buNone/>
              <a:defRPr sz="6933"/>
            </a:lvl2pPr>
            <a:lvl3pPr lvl="2" algn="ctr" rtl="0">
              <a:spcBef>
                <a:spcPts val="0"/>
              </a:spcBef>
              <a:spcAft>
                <a:spcPts val="0"/>
              </a:spcAft>
              <a:buSzPts val="5200"/>
              <a:buNone/>
              <a:defRPr sz="6933"/>
            </a:lvl3pPr>
            <a:lvl4pPr lvl="3" algn="ctr" rtl="0">
              <a:spcBef>
                <a:spcPts val="0"/>
              </a:spcBef>
              <a:spcAft>
                <a:spcPts val="0"/>
              </a:spcAft>
              <a:buSzPts val="5200"/>
              <a:buNone/>
              <a:defRPr sz="6933"/>
            </a:lvl4pPr>
            <a:lvl5pPr lvl="4" algn="ctr" rtl="0">
              <a:spcBef>
                <a:spcPts val="0"/>
              </a:spcBef>
              <a:spcAft>
                <a:spcPts val="0"/>
              </a:spcAft>
              <a:buSzPts val="5200"/>
              <a:buNone/>
              <a:defRPr sz="6933"/>
            </a:lvl5pPr>
            <a:lvl6pPr lvl="5" algn="ctr" rtl="0">
              <a:spcBef>
                <a:spcPts val="0"/>
              </a:spcBef>
              <a:spcAft>
                <a:spcPts val="0"/>
              </a:spcAft>
              <a:buSzPts val="5200"/>
              <a:buNone/>
              <a:defRPr sz="6933"/>
            </a:lvl6pPr>
            <a:lvl7pPr lvl="6" algn="ctr" rtl="0">
              <a:spcBef>
                <a:spcPts val="0"/>
              </a:spcBef>
              <a:spcAft>
                <a:spcPts val="0"/>
              </a:spcAft>
              <a:buSzPts val="5200"/>
              <a:buNone/>
              <a:defRPr sz="6933"/>
            </a:lvl7pPr>
            <a:lvl8pPr lvl="7" algn="ctr" rtl="0">
              <a:spcBef>
                <a:spcPts val="0"/>
              </a:spcBef>
              <a:spcAft>
                <a:spcPts val="0"/>
              </a:spcAft>
              <a:buSzPts val="5200"/>
              <a:buNone/>
              <a:defRPr sz="6933"/>
            </a:lvl8pPr>
            <a:lvl9pPr lvl="8" algn="ctr" rtl="0">
              <a:spcBef>
                <a:spcPts val="0"/>
              </a:spcBef>
              <a:spcAft>
                <a:spcPts val="0"/>
              </a:spcAft>
              <a:buSzPts val="5200"/>
              <a:buNone/>
              <a:defRPr sz="6933"/>
            </a:lvl9pPr>
          </a:lstStyle>
          <a:p>
            <a:r>
              <a:rPr lang="en-US"/>
              <a:t>Click to edit Master title style</a:t>
            </a:r>
            <a:endParaRPr/>
          </a:p>
        </p:txBody>
      </p:sp>
      <p:sp>
        <p:nvSpPr>
          <p:cNvPr id="9577" name="Google Shape;9577;p36"/>
          <p:cNvSpPr txBox="1">
            <a:spLocks noGrp="1"/>
          </p:cNvSpPr>
          <p:nvPr>
            <p:ph type="subTitle" idx="1"/>
          </p:nvPr>
        </p:nvSpPr>
        <p:spPr>
          <a:xfrm>
            <a:off x="5918600" y="1756221"/>
            <a:ext cx="5181600" cy="147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r>
              <a:rPr lang="en-US"/>
              <a:t>Click to edit Master subtitle style</a:t>
            </a:r>
            <a:endParaRPr/>
          </a:p>
        </p:txBody>
      </p:sp>
      <p:grpSp>
        <p:nvGrpSpPr>
          <p:cNvPr id="9578" name="Google Shape;9578;p36"/>
          <p:cNvGrpSpPr/>
          <p:nvPr/>
        </p:nvGrpSpPr>
        <p:grpSpPr>
          <a:xfrm flipH="1">
            <a:off x="11613166" y="-222468"/>
            <a:ext cx="578831" cy="7314599"/>
            <a:chOff x="13274" y="-166851"/>
            <a:chExt cx="434123" cy="5485949"/>
          </a:xfrm>
        </p:grpSpPr>
        <p:sp>
          <p:nvSpPr>
            <p:cNvPr id="9579" name="Google Shape;9579;p36"/>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0" name="Google Shape;9580;p36"/>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1" name="Google Shape;9581;p36"/>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2" name="Google Shape;9582;p36"/>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3" name="Google Shape;9583;p36"/>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4" name="Google Shape;9584;p36"/>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5" name="Google Shape;9585;p36"/>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6" name="Google Shape;9586;p36"/>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7" name="Google Shape;9587;p36"/>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8" name="Google Shape;9588;p36"/>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9" name="Google Shape;9589;p36"/>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0" name="Google Shape;9590;p36"/>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1" name="Google Shape;9591;p36"/>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2" name="Google Shape;9592;p36"/>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3" name="Google Shape;9593;p36"/>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4" name="Google Shape;9594;p36"/>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5" name="Google Shape;9595;p36"/>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6" name="Google Shape;9596;p36"/>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7" name="Google Shape;9597;p36"/>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8" name="Google Shape;9598;p36"/>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9" name="Google Shape;9599;p36"/>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0" name="Google Shape;9600;p36"/>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1" name="Google Shape;9601;p36"/>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2" name="Google Shape;9602;p36"/>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3" name="Google Shape;9603;p36"/>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4" name="Google Shape;9604;p36"/>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5" name="Google Shape;9605;p36"/>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6" name="Google Shape;9606;p36"/>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7" name="Google Shape;9607;p36"/>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8" name="Google Shape;9608;p36"/>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9" name="Google Shape;9609;p36"/>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0" name="Google Shape;9610;p36"/>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1" name="Google Shape;9611;p36"/>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2" name="Google Shape;9612;p36"/>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3" name="Google Shape;9613;p36"/>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4" name="Google Shape;9614;p36"/>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5" name="Google Shape;9615;p36"/>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6" name="Google Shape;9616;p36"/>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7" name="Google Shape;9617;p36"/>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8" name="Google Shape;9618;p36"/>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9" name="Google Shape;9619;p36"/>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0" name="Google Shape;9620;p36"/>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1" name="Google Shape;9621;p36"/>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2" name="Google Shape;9622;p36"/>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3" name="Google Shape;9623;p36"/>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4" name="Google Shape;9624;p36"/>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5" name="Google Shape;9625;p36"/>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6" name="Google Shape;9626;p36"/>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7" name="Google Shape;9627;p36"/>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8" name="Google Shape;9628;p36"/>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9" name="Google Shape;9629;p36"/>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0" name="Google Shape;9630;p36"/>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1" name="Google Shape;9631;p36"/>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2" name="Google Shape;9632;p36"/>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3" name="Google Shape;9633;p36"/>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4" name="Google Shape;9634;p36"/>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5" name="Google Shape;9635;p36"/>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6" name="Google Shape;9636;p36"/>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7" name="Google Shape;9637;p36"/>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8" name="Google Shape;9638;p36"/>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9" name="Google Shape;9639;p36"/>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0" name="Google Shape;9640;p36"/>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1" name="Google Shape;9641;p36"/>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2" name="Google Shape;9642;p36"/>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3" name="Google Shape;9643;p36"/>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4" name="Google Shape;9644;p36"/>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5" name="Google Shape;9645;p36"/>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6" name="Google Shape;9646;p36"/>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7" name="Google Shape;9647;p36"/>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8" name="Google Shape;9648;p36"/>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9" name="Google Shape;9649;p36"/>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0" name="Google Shape;9650;p36"/>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1" name="Google Shape;9651;p36"/>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2" name="Google Shape;9652;p36"/>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3" name="Google Shape;9653;p36"/>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4" name="Google Shape;9654;p36"/>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5" name="Google Shape;9655;p36"/>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6" name="Google Shape;9656;p36"/>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7" name="Google Shape;9657;p36"/>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8" name="Google Shape;9658;p36"/>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9" name="Google Shape;9659;p36"/>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0" name="Google Shape;9660;p36"/>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1" name="Google Shape;9661;p36"/>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2" name="Google Shape;9662;p36"/>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3" name="Google Shape;9663;p36"/>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4" name="Google Shape;9664;p36"/>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5" name="Google Shape;9665;p36"/>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6" name="Google Shape;9666;p36"/>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7" name="Google Shape;9667;p36"/>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8" name="Google Shape;9668;p36"/>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9" name="Google Shape;9669;p36"/>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0" name="Google Shape;9670;p36"/>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1" name="Google Shape;9671;p36"/>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2" name="Google Shape;9672;p36"/>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3" name="Google Shape;9673;p36"/>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4" name="Google Shape;9674;p36"/>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5" name="Google Shape;9675;p36"/>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6" name="Google Shape;9676;p36"/>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7" name="Google Shape;9677;p36"/>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8" name="Google Shape;9678;p36"/>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9" name="Google Shape;9679;p36"/>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0" name="Google Shape;9680;p36"/>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1" name="Google Shape;9681;p36"/>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2" name="Google Shape;9682;p36"/>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3" name="Google Shape;9683;p36"/>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4" name="Google Shape;9684;p36"/>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5" name="Google Shape;9685;p36"/>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6" name="Google Shape;9686;p36"/>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7" name="Google Shape;9687;p36"/>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8" name="Google Shape;9688;p36"/>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9" name="Google Shape;9689;p36"/>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0" name="Google Shape;9690;p36"/>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1" name="Google Shape;9691;p36"/>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2" name="Google Shape;9692;p36"/>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3" name="Google Shape;9693;p36"/>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4" name="Google Shape;9694;p36"/>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5" name="Google Shape;9695;p36"/>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6" name="Google Shape;9696;p36"/>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7" name="Google Shape;9697;p36"/>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8" name="Google Shape;9698;p36"/>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9" name="Google Shape;9699;p36"/>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0" name="Google Shape;9700;p36"/>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1" name="Google Shape;9701;p36"/>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2" name="Google Shape;9702;p36"/>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3" name="Google Shape;9703;p36"/>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4" name="Google Shape;9704;p36"/>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5" name="Google Shape;9705;p36"/>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6" name="Google Shape;9706;p36"/>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7" name="Google Shape;9707;p36"/>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8" name="Google Shape;9708;p36"/>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9" name="Google Shape;9709;p36"/>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0" name="Google Shape;9710;p36"/>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1" name="Google Shape;9711;p36"/>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2" name="Google Shape;9712;p36"/>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3" name="Google Shape;9713;p36"/>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4" name="Google Shape;9714;p36"/>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715" name="Google Shape;9715;p36"/>
          <p:cNvGrpSpPr/>
          <p:nvPr/>
        </p:nvGrpSpPr>
        <p:grpSpPr>
          <a:xfrm>
            <a:off x="66" y="-222468"/>
            <a:ext cx="578831" cy="7314599"/>
            <a:chOff x="13274" y="-166851"/>
            <a:chExt cx="434123" cy="5485949"/>
          </a:xfrm>
        </p:grpSpPr>
        <p:sp>
          <p:nvSpPr>
            <p:cNvPr id="9716" name="Google Shape;9716;p36"/>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7" name="Google Shape;9717;p36"/>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8" name="Google Shape;9718;p36"/>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9" name="Google Shape;9719;p36"/>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0" name="Google Shape;9720;p36"/>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1" name="Google Shape;9721;p36"/>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2" name="Google Shape;9722;p36"/>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3" name="Google Shape;9723;p36"/>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4" name="Google Shape;9724;p36"/>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5" name="Google Shape;9725;p36"/>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6" name="Google Shape;9726;p36"/>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7" name="Google Shape;9727;p36"/>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8" name="Google Shape;9728;p36"/>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9" name="Google Shape;9729;p36"/>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0" name="Google Shape;9730;p36"/>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1" name="Google Shape;9731;p36"/>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2" name="Google Shape;9732;p36"/>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3" name="Google Shape;9733;p36"/>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4" name="Google Shape;9734;p36"/>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5" name="Google Shape;9735;p36"/>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6" name="Google Shape;9736;p36"/>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7" name="Google Shape;9737;p36"/>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8" name="Google Shape;9738;p36"/>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9" name="Google Shape;9739;p36"/>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0" name="Google Shape;9740;p36"/>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1" name="Google Shape;9741;p36"/>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2" name="Google Shape;9742;p36"/>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3" name="Google Shape;9743;p36"/>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4" name="Google Shape;9744;p36"/>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5" name="Google Shape;9745;p36"/>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6" name="Google Shape;9746;p36"/>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7" name="Google Shape;9747;p36"/>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8" name="Google Shape;9748;p36"/>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9" name="Google Shape;9749;p36"/>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0" name="Google Shape;9750;p36"/>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1" name="Google Shape;9751;p36"/>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2" name="Google Shape;9752;p36"/>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3" name="Google Shape;9753;p36"/>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4" name="Google Shape;9754;p36"/>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5" name="Google Shape;9755;p36"/>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6" name="Google Shape;9756;p36"/>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7" name="Google Shape;9757;p36"/>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8" name="Google Shape;9758;p36"/>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9" name="Google Shape;9759;p36"/>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0" name="Google Shape;9760;p36"/>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1" name="Google Shape;9761;p36"/>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2" name="Google Shape;9762;p36"/>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3" name="Google Shape;9763;p36"/>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4" name="Google Shape;9764;p36"/>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5" name="Google Shape;9765;p36"/>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6" name="Google Shape;9766;p36"/>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7" name="Google Shape;9767;p36"/>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8" name="Google Shape;9768;p36"/>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9" name="Google Shape;9769;p36"/>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0" name="Google Shape;9770;p36"/>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1" name="Google Shape;9771;p36"/>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2" name="Google Shape;9772;p36"/>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3" name="Google Shape;9773;p36"/>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4" name="Google Shape;9774;p36"/>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5" name="Google Shape;9775;p36"/>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6" name="Google Shape;9776;p36"/>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7" name="Google Shape;9777;p36"/>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8" name="Google Shape;9778;p36"/>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9" name="Google Shape;9779;p36"/>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0" name="Google Shape;9780;p36"/>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1" name="Google Shape;9781;p36"/>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2" name="Google Shape;9782;p36"/>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3" name="Google Shape;9783;p36"/>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4" name="Google Shape;9784;p36"/>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5" name="Google Shape;9785;p36"/>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6" name="Google Shape;9786;p36"/>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7" name="Google Shape;9787;p36"/>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8" name="Google Shape;9788;p36"/>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9" name="Google Shape;9789;p36"/>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0" name="Google Shape;9790;p36"/>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1" name="Google Shape;9791;p36"/>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2" name="Google Shape;9792;p36"/>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3" name="Google Shape;9793;p36"/>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4" name="Google Shape;9794;p36"/>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5" name="Google Shape;9795;p36"/>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6" name="Google Shape;9796;p36"/>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7" name="Google Shape;9797;p36"/>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8" name="Google Shape;9798;p36"/>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9" name="Google Shape;9799;p36"/>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0" name="Google Shape;9800;p36"/>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1" name="Google Shape;9801;p36"/>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2" name="Google Shape;9802;p36"/>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3" name="Google Shape;9803;p36"/>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4" name="Google Shape;9804;p36"/>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5" name="Google Shape;9805;p36"/>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6" name="Google Shape;9806;p36"/>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7" name="Google Shape;9807;p36"/>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8" name="Google Shape;9808;p36"/>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9" name="Google Shape;9809;p36"/>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0" name="Google Shape;9810;p36"/>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1" name="Google Shape;9811;p36"/>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2" name="Google Shape;9812;p36"/>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3" name="Google Shape;9813;p36"/>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4" name="Google Shape;9814;p36"/>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5" name="Google Shape;9815;p36"/>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6" name="Google Shape;9816;p36"/>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7" name="Google Shape;9817;p36"/>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8" name="Google Shape;9818;p36"/>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9" name="Google Shape;9819;p36"/>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0" name="Google Shape;9820;p36"/>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1" name="Google Shape;9821;p36"/>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2" name="Google Shape;9822;p36"/>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3" name="Google Shape;9823;p36"/>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4" name="Google Shape;9824;p36"/>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5" name="Google Shape;9825;p36"/>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6" name="Google Shape;9826;p36"/>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7" name="Google Shape;9827;p36"/>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8" name="Google Shape;9828;p36"/>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9" name="Google Shape;9829;p36"/>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0" name="Google Shape;9830;p36"/>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1" name="Google Shape;9831;p36"/>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2" name="Google Shape;9832;p36"/>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3" name="Google Shape;9833;p36"/>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4" name="Google Shape;9834;p36"/>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5" name="Google Shape;9835;p36"/>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6" name="Google Shape;9836;p36"/>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7" name="Google Shape;9837;p36"/>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8" name="Google Shape;9838;p36"/>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9" name="Google Shape;9839;p36"/>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0" name="Google Shape;9840;p36"/>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1" name="Google Shape;9841;p36"/>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2" name="Google Shape;9842;p36"/>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3" name="Google Shape;9843;p36"/>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4" name="Google Shape;9844;p36"/>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5" name="Google Shape;9845;p36"/>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6" name="Google Shape;9846;p36"/>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7" name="Google Shape;9847;p36"/>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8" name="Google Shape;9848;p36"/>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9" name="Google Shape;9849;p36"/>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0" name="Google Shape;9850;p36"/>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1" name="Google Shape;9851;p36"/>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9852" name="Google Shape;9852;p36"/>
          <p:cNvSpPr/>
          <p:nvPr/>
        </p:nvSpPr>
        <p:spPr>
          <a:xfrm>
            <a:off x="6056933" y="4632200"/>
            <a:ext cx="5169600" cy="938000"/>
          </a:xfrm>
          <a:prstGeom prst="round2DiagRect">
            <a:avLst>
              <a:gd name="adj1" fmla="val 47483"/>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r>
              <a:rPr lang="en" sz="1600">
                <a:solidFill>
                  <a:schemeClr val="lt1"/>
                </a:solidFill>
                <a:latin typeface="DM Sans"/>
                <a:ea typeface="DM Sans"/>
                <a:cs typeface="DM Sans"/>
                <a:sym typeface="DM Sans"/>
              </a:rPr>
              <a:t>CREDITS: This presentation template was created by </a:t>
            </a:r>
            <a:r>
              <a:rPr lang="en" sz="1600" b="1">
                <a:solidFill>
                  <a:schemeClr val="lt1"/>
                </a:solidFill>
                <a:uFill>
                  <a:noFill/>
                </a:uFill>
                <a:latin typeface="DM Sans"/>
                <a:ea typeface="DM Sans"/>
                <a:cs typeface="DM Sans"/>
                <a:sym typeface="DM Sans"/>
                <a:hlinkClick r:id="rId2">
                  <a:extLst>
                    <a:ext uri="{A12FA001-AC4F-418D-AE19-62706E023703}">
                      <ahyp:hlinkClr xmlns:ahyp="http://schemas.microsoft.com/office/drawing/2018/hyperlinkcolor" val="tx"/>
                    </a:ext>
                  </a:extLst>
                </a:hlinkClick>
              </a:rPr>
              <a:t>Slidesgo</a:t>
            </a:r>
            <a:r>
              <a:rPr lang="en" sz="1600">
                <a:solidFill>
                  <a:schemeClr val="lt1"/>
                </a:solidFill>
                <a:latin typeface="DM Sans"/>
                <a:ea typeface="DM Sans"/>
                <a:cs typeface="DM Sans"/>
                <a:sym typeface="DM Sans"/>
              </a:rPr>
              <a:t>, including icons by </a:t>
            </a:r>
            <a:r>
              <a:rPr lang="en" sz="1600" b="1">
                <a:solidFill>
                  <a:schemeClr val="lt1"/>
                </a:solidFill>
                <a:uFill>
                  <a:noFill/>
                </a:uFill>
                <a:latin typeface="DM Sans"/>
                <a:ea typeface="DM Sans"/>
                <a:cs typeface="DM Sans"/>
                <a:sym typeface="DM Sans"/>
                <a:hlinkClick r:id="rId3">
                  <a:extLst>
                    <a:ext uri="{A12FA001-AC4F-418D-AE19-62706E023703}">
                      <ahyp:hlinkClr xmlns:ahyp="http://schemas.microsoft.com/office/drawing/2018/hyperlinkcolor" val="tx"/>
                    </a:ext>
                  </a:extLst>
                </a:hlinkClick>
              </a:rPr>
              <a:t>Flaticon</a:t>
            </a:r>
            <a:r>
              <a:rPr lang="en" sz="1600" b="1">
                <a:solidFill>
                  <a:schemeClr val="lt1"/>
                </a:solidFill>
                <a:latin typeface="DM Sans"/>
                <a:ea typeface="DM Sans"/>
                <a:cs typeface="DM Sans"/>
                <a:sym typeface="DM Sans"/>
              </a:rPr>
              <a:t> </a:t>
            </a:r>
            <a:r>
              <a:rPr lang="en" sz="1600">
                <a:solidFill>
                  <a:schemeClr val="lt1"/>
                </a:solidFill>
                <a:latin typeface="DM Sans"/>
                <a:ea typeface="DM Sans"/>
                <a:cs typeface="DM Sans"/>
                <a:sym typeface="DM Sans"/>
              </a:rPr>
              <a:t>and infographics &amp; images by </a:t>
            </a:r>
            <a:r>
              <a:rPr lang="en" sz="1600" b="1">
                <a:solidFill>
                  <a:schemeClr val="lt1"/>
                </a:solidFill>
                <a:uFill>
                  <a:noFill/>
                </a:uFill>
                <a:latin typeface="DM Sans"/>
                <a:ea typeface="DM Sans"/>
                <a:cs typeface="DM Sans"/>
                <a:sym typeface="DM Sans"/>
                <a:hlinkClick r:id="rId4">
                  <a:extLst>
                    <a:ext uri="{A12FA001-AC4F-418D-AE19-62706E023703}">
                      <ahyp:hlinkClr xmlns:ahyp="http://schemas.microsoft.com/office/drawing/2018/hyperlinkcolor" val="tx"/>
                    </a:ext>
                  </a:extLst>
                </a:hlinkClick>
              </a:rPr>
              <a:t>Freepik</a:t>
            </a:r>
            <a:endParaRPr sz="1600" b="1">
              <a:solidFill>
                <a:schemeClr val="lt1"/>
              </a:solidFill>
              <a:latin typeface="DM Sans"/>
              <a:ea typeface="DM Sans"/>
              <a:cs typeface="DM Sans"/>
              <a:sym typeface="DM Sans"/>
            </a:endParaRPr>
          </a:p>
        </p:txBody>
      </p:sp>
    </p:spTree>
    <p:extLst>
      <p:ext uri="{BB962C8B-B14F-4D97-AF65-F5344CB8AC3E}">
        <p14:creationId xmlns:p14="http://schemas.microsoft.com/office/powerpoint/2010/main" val="156057512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Background" preserve="1">
  <p:cSld name="Background">
    <p:spTree>
      <p:nvGrpSpPr>
        <p:cNvPr id="1" name="Shape 9853"/>
        <p:cNvGrpSpPr/>
        <p:nvPr/>
      </p:nvGrpSpPr>
      <p:grpSpPr>
        <a:xfrm>
          <a:off x="0" y="0"/>
          <a:ext cx="0" cy="0"/>
          <a:chOff x="0" y="0"/>
          <a:chExt cx="0" cy="0"/>
        </a:xfrm>
      </p:grpSpPr>
      <p:grpSp>
        <p:nvGrpSpPr>
          <p:cNvPr id="9854" name="Google Shape;9854;p37"/>
          <p:cNvGrpSpPr/>
          <p:nvPr/>
        </p:nvGrpSpPr>
        <p:grpSpPr>
          <a:xfrm rot="10167469">
            <a:off x="7356307" y="-1089888"/>
            <a:ext cx="3293175" cy="2619247"/>
            <a:chOff x="2173200" y="3006475"/>
            <a:chExt cx="883975" cy="703075"/>
          </a:xfrm>
        </p:grpSpPr>
        <p:sp>
          <p:nvSpPr>
            <p:cNvPr id="9855" name="Google Shape;9855;p37"/>
            <p:cNvSpPr/>
            <p:nvPr/>
          </p:nvSpPr>
          <p:spPr>
            <a:xfrm>
              <a:off x="2173200" y="3006475"/>
              <a:ext cx="866100" cy="564200"/>
            </a:xfrm>
            <a:custGeom>
              <a:avLst/>
              <a:gdLst/>
              <a:ahLst/>
              <a:cxnLst/>
              <a:rect l="l" t="t" r="r" b="b"/>
              <a:pathLst>
                <a:path w="34644" h="22568" extrusionOk="0">
                  <a:moveTo>
                    <a:pt x="9350" y="1"/>
                  </a:moveTo>
                  <a:cubicBezTo>
                    <a:pt x="8838" y="1"/>
                    <a:pt x="8326" y="50"/>
                    <a:pt x="7822" y="156"/>
                  </a:cubicBezTo>
                  <a:cubicBezTo>
                    <a:pt x="5942" y="548"/>
                    <a:pt x="4352" y="1673"/>
                    <a:pt x="3188" y="3180"/>
                  </a:cubicBezTo>
                  <a:cubicBezTo>
                    <a:pt x="1864" y="4887"/>
                    <a:pt x="1118" y="6969"/>
                    <a:pt x="689" y="9069"/>
                  </a:cubicBezTo>
                  <a:cubicBezTo>
                    <a:pt x="460" y="10193"/>
                    <a:pt x="290" y="11338"/>
                    <a:pt x="167" y="12479"/>
                  </a:cubicBezTo>
                  <a:cubicBezTo>
                    <a:pt x="50" y="13570"/>
                    <a:pt x="0" y="14674"/>
                    <a:pt x="87" y="15769"/>
                  </a:cubicBezTo>
                  <a:cubicBezTo>
                    <a:pt x="237" y="17705"/>
                    <a:pt x="799" y="19635"/>
                    <a:pt x="1790" y="21308"/>
                  </a:cubicBezTo>
                  <a:cubicBezTo>
                    <a:pt x="2037" y="21721"/>
                    <a:pt x="2309" y="22120"/>
                    <a:pt x="2599" y="22499"/>
                  </a:cubicBezTo>
                  <a:cubicBezTo>
                    <a:pt x="2636" y="22547"/>
                    <a:pt x="2684" y="22567"/>
                    <a:pt x="2730" y="22567"/>
                  </a:cubicBezTo>
                  <a:cubicBezTo>
                    <a:pt x="2844" y="22567"/>
                    <a:pt x="2950" y="22444"/>
                    <a:pt x="2872" y="22316"/>
                  </a:cubicBezTo>
                  <a:cubicBezTo>
                    <a:pt x="1890" y="20726"/>
                    <a:pt x="1165" y="18926"/>
                    <a:pt x="845" y="17083"/>
                  </a:cubicBezTo>
                  <a:cubicBezTo>
                    <a:pt x="483" y="15014"/>
                    <a:pt x="689" y="12914"/>
                    <a:pt x="992" y="10852"/>
                  </a:cubicBezTo>
                  <a:cubicBezTo>
                    <a:pt x="1305" y="8729"/>
                    <a:pt x="1750" y="6537"/>
                    <a:pt x="2802" y="4644"/>
                  </a:cubicBezTo>
                  <a:cubicBezTo>
                    <a:pt x="3697" y="3034"/>
                    <a:pt x="5054" y="1600"/>
                    <a:pt x="6784" y="898"/>
                  </a:cubicBezTo>
                  <a:cubicBezTo>
                    <a:pt x="7581" y="575"/>
                    <a:pt x="8428" y="431"/>
                    <a:pt x="9280" y="431"/>
                  </a:cubicBezTo>
                  <a:cubicBezTo>
                    <a:pt x="10209" y="431"/>
                    <a:pt x="11144" y="602"/>
                    <a:pt x="12021" y="898"/>
                  </a:cubicBezTo>
                  <a:cubicBezTo>
                    <a:pt x="13890" y="1530"/>
                    <a:pt x="15504" y="2704"/>
                    <a:pt x="16891" y="4082"/>
                  </a:cubicBezTo>
                  <a:cubicBezTo>
                    <a:pt x="17650" y="4840"/>
                    <a:pt x="18345" y="5655"/>
                    <a:pt x="19007" y="6494"/>
                  </a:cubicBezTo>
                  <a:cubicBezTo>
                    <a:pt x="19656" y="7312"/>
                    <a:pt x="20238" y="8190"/>
                    <a:pt x="20947" y="8955"/>
                  </a:cubicBezTo>
                  <a:cubicBezTo>
                    <a:pt x="21562" y="9621"/>
                    <a:pt x="22317" y="10083"/>
                    <a:pt x="23212" y="10250"/>
                  </a:cubicBezTo>
                  <a:cubicBezTo>
                    <a:pt x="23546" y="10311"/>
                    <a:pt x="23883" y="10335"/>
                    <a:pt x="24221" y="10335"/>
                  </a:cubicBezTo>
                  <a:cubicBezTo>
                    <a:pt x="24684" y="10335"/>
                    <a:pt x="25148" y="10290"/>
                    <a:pt x="25604" y="10236"/>
                  </a:cubicBezTo>
                  <a:cubicBezTo>
                    <a:pt x="26436" y="10140"/>
                    <a:pt x="27268" y="10003"/>
                    <a:pt x="28109" y="10003"/>
                  </a:cubicBezTo>
                  <a:cubicBezTo>
                    <a:pt x="29127" y="10010"/>
                    <a:pt x="30052" y="10333"/>
                    <a:pt x="30927" y="10835"/>
                  </a:cubicBezTo>
                  <a:cubicBezTo>
                    <a:pt x="32567" y="11780"/>
                    <a:pt x="34218" y="13270"/>
                    <a:pt x="34291" y="15300"/>
                  </a:cubicBezTo>
                  <a:cubicBezTo>
                    <a:pt x="34311" y="15752"/>
                    <a:pt x="34228" y="16205"/>
                    <a:pt x="34048" y="16624"/>
                  </a:cubicBezTo>
                  <a:cubicBezTo>
                    <a:pt x="34021" y="16688"/>
                    <a:pt x="34072" y="16737"/>
                    <a:pt x="34124" y="16737"/>
                  </a:cubicBezTo>
                  <a:cubicBezTo>
                    <a:pt x="34151" y="16737"/>
                    <a:pt x="34177" y="16724"/>
                    <a:pt x="34194" y="16694"/>
                  </a:cubicBezTo>
                  <a:cubicBezTo>
                    <a:pt x="34607" y="15882"/>
                    <a:pt x="34643" y="14947"/>
                    <a:pt x="34417" y="14076"/>
                  </a:cubicBezTo>
                  <a:cubicBezTo>
                    <a:pt x="34171" y="13137"/>
                    <a:pt x="33565" y="12319"/>
                    <a:pt x="32863" y="11667"/>
                  </a:cubicBezTo>
                  <a:cubicBezTo>
                    <a:pt x="32058" y="10922"/>
                    <a:pt x="31127" y="10329"/>
                    <a:pt x="30112" y="9917"/>
                  </a:cubicBezTo>
                  <a:cubicBezTo>
                    <a:pt x="29418" y="9641"/>
                    <a:pt x="28700" y="9535"/>
                    <a:pt x="27966" y="9535"/>
                  </a:cubicBezTo>
                  <a:cubicBezTo>
                    <a:pt x="27778" y="9535"/>
                    <a:pt x="27590" y="9541"/>
                    <a:pt x="27401" y="9554"/>
                  </a:cubicBezTo>
                  <a:cubicBezTo>
                    <a:pt x="26383" y="9623"/>
                    <a:pt x="25286" y="9883"/>
                    <a:pt x="24227" y="9883"/>
                  </a:cubicBezTo>
                  <a:cubicBezTo>
                    <a:pt x="23593" y="9883"/>
                    <a:pt x="22973" y="9790"/>
                    <a:pt x="22390" y="9508"/>
                  </a:cubicBezTo>
                  <a:cubicBezTo>
                    <a:pt x="21429" y="9042"/>
                    <a:pt x="20817" y="8120"/>
                    <a:pt x="20191" y="7292"/>
                  </a:cubicBezTo>
                  <a:cubicBezTo>
                    <a:pt x="19523" y="6397"/>
                    <a:pt x="18834" y="5515"/>
                    <a:pt x="18089" y="4680"/>
                  </a:cubicBezTo>
                  <a:cubicBezTo>
                    <a:pt x="16711" y="3130"/>
                    <a:pt x="15115" y="1713"/>
                    <a:pt x="13202" y="864"/>
                  </a:cubicBezTo>
                  <a:cubicBezTo>
                    <a:pt x="11998" y="330"/>
                    <a:pt x="10673" y="1"/>
                    <a:pt x="9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6" name="Google Shape;9856;p37"/>
            <p:cNvSpPr/>
            <p:nvPr/>
          </p:nvSpPr>
          <p:spPr>
            <a:xfrm>
              <a:off x="2197400" y="3086200"/>
              <a:ext cx="859775" cy="575100"/>
            </a:xfrm>
            <a:custGeom>
              <a:avLst/>
              <a:gdLst/>
              <a:ahLst/>
              <a:cxnLst/>
              <a:rect l="l" t="t" r="r" b="b"/>
              <a:pathLst>
                <a:path w="34391" h="23004" extrusionOk="0">
                  <a:moveTo>
                    <a:pt x="6971" y="1"/>
                  </a:moveTo>
                  <a:cubicBezTo>
                    <a:pt x="6414" y="1"/>
                    <a:pt x="5858" y="74"/>
                    <a:pt x="5317" y="237"/>
                  </a:cubicBezTo>
                  <a:cubicBezTo>
                    <a:pt x="3218" y="866"/>
                    <a:pt x="2180" y="2832"/>
                    <a:pt x="1478" y="4752"/>
                  </a:cubicBezTo>
                  <a:cubicBezTo>
                    <a:pt x="713" y="6851"/>
                    <a:pt x="197" y="9057"/>
                    <a:pt x="94" y="11289"/>
                  </a:cubicBezTo>
                  <a:cubicBezTo>
                    <a:pt x="1" y="13402"/>
                    <a:pt x="313" y="15551"/>
                    <a:pt x="1132" y="17504"/>
                  </a:cubicBezTo>
                  <a:cubicBezTo>
                    <a:pt x="1897" y="19337"/>
                    <a:pt x="3101" y="21117"/>
                    <a:pt x="4768" y="22245"/>
                  </a:cubicBezTo>
                  <a:cubicBezTo>
                    <a:pt x="5164" y="22517"/>
                    <a:pt x="5580" y="22764"/>
                    <a:pt x="6012" y="22980"/>
                  </a:cubicBezTo>
                  <a:cubicBezTo>
                    <a:pt x="6044" y="22996"/>
                    <a:pt x="6074" y="23003"/>
                    <a:pt x="6102" y="23003"/>
                  </a:cubicBezTo>
                  <a:cubicBezTo>
                    <a:pt x="6269" y="23003"/>
                    <a:pt x="6349" y="22745"/>
                    <a:pt x="6175" y="22637"/>
                  </a:cubicBezTo>
                  <a:cubicBezTo>
                    <a:pt x="4548" y="21639"/>
                    <a:pt x="3221" y="20139"/>
                    <a:pt x="2299" y="18478"/>
                  </a:cubicBezTo>
                  <a:cubicBezTo>
                    <a:pt x="1328" y="16735"/>
                    <a:pt x="832" y="14769"/>
                    <a:pt x="726" y="12783"/>
                  </a:cubicBezTo>
                  <a:cubicBezTo>
                    <a:pt x="616" y="10647"/>
                    <a:pt x="925" y="8504"/>
                    <a:pt x="1491" y="6448"/>
                  </a:cubicBezTo>
                  <a:cubicBezTo>
                    <a:pt x="2013" y="4569"/>
                    <a:pt x="2732" y="2350"/>
                    <a:pt x="4472" y="1249"/>
                  </a:cubicBezTo>
                  <a:cubicBezTo>
                    <a:pt x="5202" y="787"/>
                    <a:pt x="6027" y="604"/>
                    <a:pt x="6865" y="604"/>
                  </a:cubicBezTo>
                  <a:cubicBezTo>
                    <a:pt x="7884" y="604"/>
                    <a:pt x="8924" y="875"/>
                    <a:pt x="9842" y="1249"/>
                  </a:cubicBezTo>
                  <a:cubicBezTo>
                    <a:pt x="10933" y="1694"/>
                    <a:pt x="11947" y="2313"/>
                    <a:pt x="12842" y="3085"/>
                  </a:cubicBezTo>
                  <a:cubicBezTo>
                    <a:pt x="13661" y="3794"/>
                    <a:pt x="14396" y="4595"/>
                    <a:pt x="15091" y="5424"/>
                  </a:cubicBezTo>
                  <a:cubicBezTo>
                    <a:pt x="16455" y="7054"/>
                    <a:pt x="17690" y="8817"/>
                    <a:pt x="19423" y="10095"/>
                  </a:cubicBezTo>
                  <a:cubicBezTo>
                    <a:pt x="20238" y="10694"/>
                    <a:pt x="21133" y="11186"/>
                    <a:pt x="22111" y="11462"/>
                  </a:cubicBezTo>
                  <a:cubicBezTo>
                    <a:pt x="22634" y="11612"/>
                    <a:pt x="23161" y="11681"/>
                    <a:pt x="23689" y="11681"/>
                  </a:cubicBezTo>
                  <a:cubicBezTo>
                    <a:pt x="24136" y="11681"/>
                    <a:pt x="24584" y="11632"/>
                    <a:pt x="25032" y="11539"/>
                  </a:cubicBezTo>
                  <a:cubicBezTo>
                    <a:pt x="25541" y="11432"/>
                    <a:pt x="26050" y="11296"/>
                    <a:pt x="26569" y="11233"/>
                  </a:cubicBezTo>
                  <a:cubicBezTo>
                    <a:pt x="26743" y="11211"/>
                    <a:pt x="26918" y="11200"/>
                    <a:pt x="27092" y="11200"/>
                  </a:cubicBezTo>
                  <a:cubicBezTo>
                    <a:pt x="27435" y="11200"/>
                    <a:pt x="27777" y="11242"/>
                    <a:pt x="28109" y="11326"/>
                  </a:cubicBezTo>
                  <a:cubicBezTo>
                    <a:pt x="29167" y="11582"/>
                    <a:pt x="30156" y="12151"/>
                    <a:pt x="31070" y="12726"/>
                  </a:cubicBezTo>
                  <a:cubicBezTo>
                    <a:pt x="32721" y="13764"/>
                    <a:pt x="34364" y="15461"/>
                    <a:pt x="33985" y="17590"/>
                  </a:cubicBezTo>
                  <a:cubicBezTo>
                    <a:pt x="33902" y="18043"/>
                    <a:pt x="33705" y="18465"/>
                    <a:pt x="33409" y="18818"/>
                  </a:cubicBezTo>
                  <a:cubicBezTo>
                    <a:pt x="33347" y="18892"/>
                    <a:pt x="33415" y="18983"/>
                    <a:pt x="33489" y="18983"/>
                  </a:cubicBezTo>
                  <a:cubicBezTo>
                    <a:pt x="33514" y="18983"/>
                    <a:pt x="33540" y="18973"/>
                    <a:pt x="33562" y="18948"/>
                  </a:cubicBezTo>
                  <a:lnTo>
                    <a:pt x="33562" y="18948"/>
                  </a:lnTo>
                  <a:lnTo>
                    <a:pt x="33556" y="18954"/>
                  </a:lnTo>
                  <a:cubicBezTo>
                    <a:pt x="34181" y="18242"/>
                    <a:pt x="34391" y="17268"/>
                    <a:pt x="34278" y="16343"/>
                  </a:cubicBezTo>
                  <a:cubicBezTo>
                    <a:pt x="34151" y="15335"/>
                    <a:pt x="33662" y="14470"/>
                    <a:pt x="32977" y="13734"/>
                  </a:cubicBezTo>
                  <a:cubicBezTo>
                    <a:pt x="32238" y="12943"/>
                    <a:pt x="31313" y="12340"/>
                    <a:pt x="30385" y="11798"/>
                  </a:cubicBezTo>
                  <a:cubicBezTo>
                    <a:pt x="29407" y="11233"/>
                    <a:pt x="28356" y="10753"/>
                    <a:pt x="27208" y="10717"/>
                  </a:cubicBezTo>
                  <a:cubicBezTo>
                    <a:pt x="27169" y="10716"/>
                    <a:pt x="27130" y="10715"/>
                    <a:pt x="27092" y="10715"/>
                  </a:cubicBezTo>
                  <a:cubicBezTo>
                    <a:pt x="26044" y="10715"/>
                    <a:pt x="25053" y="11135"/>
                    <a:pt x="24011" y="11203"/>
                  </a:cubicBezTo>
                  <a:cubicBezTo>
                    <a:pt x="23911" y="11209"/>
                    <a:pt x="23811" y="11212"/>
                    <a:pt x="23712" y="11212"/>
                  </a:cubicBezTo>
                  <a:cubicBezTo>
                    <a:pt x="22786" y="11212"/>
                    <a:pt x="21876" y="10952"/>
                    <a:pt x="21046" y="10544"/>
                  </a:cubicBezTo>
                  <a:cubicBezTo>
                    <a:pt x="19040" y="9552"/>
                    <a:pt x="17610" y="7819"/>
                    <a:pt x="16256" y="6096"/>
                  </a:cubicBezTo>
                  <a:cubicBezTo>
                    <a:pt x="15560" y="5204"/>
                    <a:pt x="14872" y="4303"/>
                    <a:pt x="14100" y="3474"/>
                  </a:cubicBezTo>
                  <a:cubicBezTo>
                    <a:pt x="13292" y="2606"/>
                    <a:pt x="12353" y="1864"/>
                    <a:pt x="11322" y="1278"/>
                  </a:cubicBezTo>
                  <a:cubicBezTo>
                    <a:pt x="10025" y="543"/>
                    <a:pt x="8491" y="1"/>
                    <a:pt x="69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7" name="Google Shape;9857;p37"/>
            <p:cNvSpPr/>
            <p:nvPr/>
          </p:nvSpPr>
          <p:spPr>
            <a:xfrm>
              <a:off x="2271175" y="3195800"/>
              <a:ext cx="758750" cy="513750"/>
            </a:xfrm>
            <a:custGeom>
              <a:avLst/>
              <a:gdLst/>
              <a:ahLst/>
              <a:cxnLst/>
              <a:rect l="l" t="t" r="r" b="b"/>
              <a:pathLst>
                <a:path w="30350" h="20550" extrusionOk="0">
                  <a:moveTo>
                    <a:pt x="7165" y="1"/>
                  </a:moveTo>
                  <a:cubicBezTo>
                    <a:pt x="7010" y="1"/>
                    <a:pt x="6856" y="4"/>
                    <a:pt x="6704" y="12"/>
                  </a:cubicBezTo>
                  <a:cubicBezTo>
                    <a:pt x="6272" y="28"/>
                    <a:pt x="5829" y="62"/>
                    <a:pt x="5410" y="168"/>
                  </a:cubicBezTo>
                  <a:cubicBezTo>
                    <a:pt x="4595" y="378"/>
                    <a:pt x="3800" y="690"/>
                    <a:pt x="3121" y="1193"/>
                  </a:cubicBezTo>
                  <a:cubicBezTo>
                    <a:pt x="2349" y="1758"/>
                    <a:pt x="1724" y="2490"/>
                    <a:pt x="1285" y="3339"/>
                  </a:cubicBezTo>
                  <a:cubicBezTo>
                    <a:pt x="789" y="4293"/>
                    <a:pt x="486" y="5371"/>
                    <a:pt x="310" y="6433"/>
                  </a:cubicBezTo>
                  <a:cubicBezTo>
                    <a:pt x="1" y="8286"/>
                    <a:pt x="200" y="10209"/>
                    <a:pt x="1025" y="11912"/>
                  </a:cubicBezTo>
                  <a:cubicBezTo>
                    <a:pt x="1814" y="13542"/>
                    <a:pt x="2895" y="14943"/>
                    <a:pt x="4219" y="16184"/>
                  </a:cubicBezTo>
                  <a:cubicBezTo>
                    <a:pt x="5759" y="17624"/>
                    <a:pt x="7566" y="18795"/>
                    <a:pt x="9416" y="19797"/>
                  </a:cubicBezTo>
                  <a:cubicBezTo>
                    <a:pt x="9885" y="20050"/>
                    <a:pt x="10350" y="20296"/>
                    <a:pt x="10830" y="20529"/>
                  </a:cubicBezTo>
                  <a:cubicBezTo>
                    <a:pt x="10859" y="20543"/>
                    <a:pt x="10887" y="20550"/>
                    <a:pt x="10913" y="20550"/>
                  </a:cubicBezTo>
                  <a:cubicBezTo>
                    <a:pt x="11069" y="20550"/>
                    <a:pt x="11139" y="20312"/>
                    <a:pt x="10979" y="20209"/>
                  </a:cubicBezTo>
                  <a:cubicBezTo>
                    <a:pt x="9259" y="19101"/>
                    <a:pt x="7473" y="18097"/>
                    <a:pt x="5876" y="16806"/>
                  </a:cubicBezTo>
                  <a:cubicBezTo>
                    <a:pt x="4465" y="15665"/>
                    <a:pt x="3241" y="14331"/>
                    <a:pt x="2379" y="12724"/>
                  </a:cubicBezTo>
                  <a:cubicBezTo>
                    <a:pt x="1627" y="11320"/>
                    <a:pt x="1165" y="9646"/>
                    <a:pt x="1268" y="8046"/>
                  </a:cubicBezTo>
                  <a:cubicBezTo>
                    <a:pt x="1331" y="7081"/>
                    <a:pt x="1567" y="6107"/>
                    <a:pt x="1887" y="5238"/>
                  </a:cubicBezTo>
                  <a:cubicBezTo>
                    <a:pt x="2216" y="4340"/>
                    <a:pt x="2605" y="3508"/>
                    <a:pt x="3238" y="2820"/>
                  </a:cubicBezTo>
                  <a:cubicBezTo>
                    <a:pt x="3297" y="2753"/>
                    <a:pt x="3361" y="2687"/>
                    <a:pt x="3427" y="2623"/>
                  </a:cubicBezTo>
                  <a:cubicBezTo>
                    <a:pt x="3460" y="2587"/>
                    <a:pt x="3497" y="2554"/>
                    <a:pt x="3534" y="2520"/>
                  </a:cubicBezTo>
                  <a:cubicBezTo>
                    <a:pt x="3549" y="2507"/>
                    <a:pt x="3597" y="2463"/>
                    <a:pt x="3601" y="2458"/>
                  </a:cubicBezTo>
                  <a:lnTo>
                    <a:pt x="3601" y="2458"/>
                  </a:lnTo>
                  <a:cubicBezTo>
                    <a:pt x="3743" y="2337"/>
                    <a:pt x="3890" y="2225"/>
                    <a:pt x="4039" y="2118"/>
                  </a:cubicBezTo>
                  <a:cubicBezTo>
                    <a:pt x="4189" y="2015"/>
                    <a:pt x="4345" y="1925"/>
                    <a:pt x="4498" y="1828"/>
                  </a:cubicBezTo>
                  <a:cubicBezTo>
                    <a:pt x="4582" y="1775"/>
                    <a:pt x="4665" y="1718"/>
                    <a:pt x="4751" y="1665"/>
                  </a:cubicBezTo>
                  <a:cubicBezTo>
                    <a:pt x="4785" y="1645"/>
                    <a:pt x="4821" y="1625"/>
                    <a:pt x="4854" y="1605"/>
                  </a:cubicBezTo>
                  <a:cubicBezTo>
                    <a:pt x="4854" y="1605"/>
                    <a:pt x="4960" y="1551"/>
                    <a:pt x="4958" y="1551"/>
                  </a:cubicBezTo>
                  <a:lnTo>
                    <a:pt x="4958" y="1551"/>
                  </a:lnTo>
                  <a:cubicBezTo>
                    <a:pt x="4957" y="1551"/>
                    <a:pt x="4950" y="1554"/>
                    <a:pt x="4934" y="1562"/>
                  </a:cubicBezTo>
                  <a:cubicBezTo>
                    <a:pt x="5280" y="1389"/>
                    <a:pt x="5650" y="1273"/>
                    <a:pt x="6012" y="1136"/>
                  </a:cubicBezTo>
                  <a:cubicBezTo>
                    <a:pt x="6378" y="1003"/>
                    <a:pt x="6757" y="907"/>
                    <a:pt x="7143" y="857"/>
                  </a:cubicBezTo>
                  <a:cubicBezTo>
                    <a:pt x="7482" y="810"/>
                    <a:pt x="7810" y="747"/>
                    <a:pt x="8151" y="747"/>
                  </a:cubicBezTo>
                  <a:cubicBezTo>
                    <a:pt x="8195" y="747"/>
                    <a:pt x="8240" y="748"/>
                    <a:pt x="8284" y="750"/>
                  </a:cubicBezTo>
                  <a:cubicBezTo>
                    <a:pt x="8687" y="767"/>
                    <a:pt x="9086" y="820"/>
                    <a:pt x="9479" y="910"/>
                  </a:cubicBezTo>
                  <a:cubicBezTo>
                    <a:pt x="10417" y="1130"/>
                    <a:pt x="11322" y="1572"/>
                    <a:pt x="12124" y="2094"/>
                  </a:cubicBezTo>
                  <a:cubicBezTo>
                    <a:pt x="12912" y="2620"/>
                    <a:pt x="13637" y="3242"/>
                    <a:pt x="14273" y="3944"/>
                  </a:cubicBezTo>
                  <a:cubicBezTo>
                    <a:pt x="14962" y="4693"/>
                    <a:pt x="15504" y="5528"/>
                    <a:pt x="16066" y="6366"/>
                  </a:cubicBezTo>
                  <a:cubicBezTo>
                    <a:pt x="17147" y="7976"/>
                    <a:pt x="18578" y="9493"/>
                    <a:pt x="20478" y="10089"/>
                  </a:cubicBezTo>
                  <a:cubicBezTo>
                    <a:pt x="20826" y="10199"/>
                    <a:pt x="21190" y="10268"/>
                    <a:pt x="21554" y="10268"/>
                  </a:cubicBezTo>
                  <a:cubicBezTo>
                    <a:pt x="21642" y="10268"/>
                    <a:pt x="21730" y="10264"/>
                    <a:pt x="21818" y="10255"/>
                  </a:cubicBezTo>
                  <a:cubicBezTo>
                    <a:pt x="22264" y="10219"/>
                    <a:pt x="22693" y="10076"/>
                    <a:pt x="23116" y="9929"/>
                  </a:cubicBezTo>
                  <a:cubicBezTo>
                    <a:pt x="23783" y="9701"/>
                    <a:pt x="24443" y="9540"/>
                    <a:pt x="25140" y="9540"/>
                  </a:cubicBezTo>
                  <a:cubicBezTo>
                    <a:pt x="25267" y="9540"/>
                    <a:pt x="25395" y="9545"/>
                    <a:pt x="25524" y="9557"/>
                  </a:cubicBezTo>
                  <a:cubicBezTo>
                    <a:pt x="27101" y="9700"/>
                    <a:pt x="28555" y="10485"/>
                    <a:pt x="29540" y="11726"/>
                  </a:cubicBezTo>
                  <a:cubicBezTo>
                    <a:pt x="29783" y="12032"/>
                    <a:pt x="29986" y="12368"/>
                    <a:pt x="30152" y="12724"/>
                  </a:cubicBezTo>
                  <a:cubicBezTo>
                    <a:pt x="30169" y="12762"/>
                    <a:pt x="30203" y="12778"/>
                    <a:pt x="30236" y="12778"/>
                  </a:cubicBezTo>
                  <a:cubicBezTo>
                    <a:pt x="30293" y="12778"/>
                    <a:pt x="30349" y="12731"/>
                    <a:pt x="30322" y="12664"/>
                  </a:cubicBezTo>
                  <a:lnTo>
                    <a:pt x="30325" y="12661"/>
                  </a:lnTo>
                  <a:cubicBezTo>
                    <a:pt x="29723" y="11183"/>
                    <a:pt x="28462" y="10076"/>
                    <a:pt x="26965" y="9557"/>
                  </a:cubicBezTo>
                  <a:cubicBezTo>
                    <a:pt x="26349" y="9340"/>
                    <a:pt x="25705" y="9229"/>
                    <a:pt x="25054" y="9229"/>
                  </a:cubicBezTo>
                  <a:cubicBezTo>
                    <a:pt x="24917" y="9229"/>
                    <a:pt x="24780" y="9234"/>
                    <a:pt x="24643" y="9244"/>
                  </a:cubicBezTo>
                  <a:cubicBezTo>
                    <a:pt x="24237" y="9280"/>
                    <a:pt x="23838" y="9360"/>
                    <a:pt x="23448" y="9483"/>
                  </a:cubicBezTo>
                  <a:cubicBezTo>
                    <a:pt x="22989" y="9626"/>
                    <a:pt x="22544" y="9809"/>
                    <a:pt x="22071" y="9893"/>
                  </a:cubicBezTo>
                  <a:cubicBezTo>
                    <a:pt x="21912" y="9920"/>
                    <a:pt x="21753" y="9933"/>
                    <a:pt x="21595" y="9933"/>
                  </a:cubicBezTo>
                  <a:cubicBezTo>
                    <a:pt x="20749" y="9933"/>
                    <a:pt x="19929" y="9563"/>
                    <a:pt x="19220" y="9117"/>
                  </a:cubicBezTo>
                  <a:cubicBezTo>
                    <a:pt x="18318" y="8552"/>
                    <a:pt x="17570" y="7783"/>
                    <a:pt x="16968" y="6908"/>
                  </a:cubicBezTo>
                  <a:cubicBezTo>
                    <a:pt x="16375" y="6047"/>
                    <a:pt x="15840" y="5155"/>
                    <a:pt x="15184" y="4340"/>
                  </a:cubicBezTo>
                  <a:cubicBezTo>
                    <a:pt x="14566" y="3562"/>
                    <a:pt x="13864" y="2853"/>
                    <a:pt x="13089" y="2231"/>
                  </a:cubicBezTo>
                  <a:cubicBezTo>
                    <a:pt x="12317" y="1619"/>
                    <a:pt x="11465" y="1096"/>
                    <a:pt x="10550" y="730"/>
                  </a:cubicBezTo>
                  <a:cubicBezTo>
                    <a:pt x="9715" y="398"/>
                    <a:pt x="8860" y="198"/>
                    <a:pt x="7968" y="88"/>
                  </a:cubicBezTo>
                  <a:cubicBezTo>
                    <a:pt x="7752" y="62"/>
                    <a:pt x="7539" y="5"/>
                    <a:pt x="7320" y="2"/>
                  </a:cubicBezTo>
                  <a:cubicBezTo>
                    <a:pt x="7268" y="1"/>
                    <a:pt x="7217" y="1"/>
                    <a:pt x="7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8" name="Google Shape;9858;p37"/>
            <p:cNvSpPr/>
            <p:nvPr/>
          </p:nvSpPr>
          <p:spPr>
            <a:xfrm>
              <a:off x="2211050" y="3124900"/>
              <a:ext cx="345750" cy="231825"/>
            </a:xfrm>
            <a:custGeom>
              <a:avLst/>
              <a:gdLst/>
              <a:ahLst/>
              <a:cxnLst/>
              <a:rect l="l" t="t" r="r" b="b"/>
              <a:pathLst>
                <a:path w="13830" h="9273" extrusionOk="0">
                  <a:moveTo>
                    <a:pt x="7708" y="1"/>
                  </a:moveTo>
                  <a:cubicBezTo>
                    <a:pt x="7454" y="1"/>
                    <a:pt x="7200" y="19"/>
                    <a:pt x="6947" y="57"/>
                  </a:cubicBezTo>
                  <a:cubicBezTo>
                    <a:pt x="4309" y="452"/>
                    <a:pt x="2432" y="2645"/>
                    <a:pt x="1175" y="4834"/>
                  </a:cubicBezTo>
                  <a:cubicBezTo>
                    <a:pt x="782" y="5519"/>
                    <a:pt x="330" y="6241"/>
                    <a:pt x="160" y="7023"/>
                  </a:cubicBezTo>
                  <a:cubicBezTo>
                    <a:pt x="0" y="7752"/>
                    <a:pt x="117" y="8510"/>
                    <a:pt x="280" y="9225"/>
                  </a:cubicBezTo>
                  <a:cubicBezTo>
                    <a:pt x="288" y="9258"/>
                    <a:pt x="313" y="9272"/>
                    <a:pt x="340" y="9272"/>
                  </a:cubicBezTo>
                  <a:cubicBezTo>
                    <a:pt x="379" y="9272"/>
                    <a:pt x="421" y="9243"/>
                    <a:pt x="419" y="9195"/>
                  </a:cubicBezTo>
                  <a:cubicBezTo>
                    <a:pt x="369" y="8547"/>
                    <a:pt x="273" y="7898"/>
                    <a:pt x="373" y="7249"/>
                  </a:cubicBezTo>
                  <a:cubicBezTo>
                    <a:pt x="476" y="6581"/>
                    <a:pt x="825" y="5975"/>
                    <a:pt x="1145" y="5390"/>
                  </a:cubicBezTo>
                  <a:cubicBezTo>
                    <a:pt x="1787" y="4212"/>
                    <a:pt x="2549" y="3061"/>
                    <a:pt x="3547" y="2149"/>
                  </a:cubicBezTo>
                  <a:cubicBezTo>
                    <a:pt x="4395" y="1377"/>
                    <a:pt x="5413" y="782"/>
                    <a:pt x="6531" y="499"/>
                  </a:cubicBezTo>
                  <a:cubicBezTo>
                    <a:pt x="6965" y="390"/>
                    <a:pt x="7408" y="341"/>
                    <a:pt x="7852" y="341"/>
                  </a:cubicBezTo>
                  <a:cubicBezTo>
                    <a:pt x="8638" y="341"/>
                    <a:pt x="9427" y="494"/>
                    <a:pt x="10170" y="739"/>
                  </a:cubicBezTo>
                  <a:cubicBezTo>
                    <a:pt x="10826" y="958"/>
                    <a:pt x="11465" y="1231"/>
                    <a:pt x="12077" y="1554"/>
                  </a:cubicBezTo>
                  <a:cubicBezTo>
                    <a:pt x="12719" y="1893"/>
                    <a:pt x="13324" y="2315"/>
                    <a:pt x="13754" y="2911"/>
                  </a:cubicBezTo>
                  <a:cubicBezTo>
                    <a:pt x="13761" y="2922"/>
                    <a:pt x="13772" y="2926"/>
                    <a:pt x="13782" y="2926"/>
                  </a:cubicBezTo>
                  <a:cubicBezTo>
                    <a:pt x="13806" y="2926"/>
                    <a:pt x="13830" y="2899"/>
                    <a:pt x="13813" y="2871"/>
                  </a:cubicBezTo>
                  <a:cubicBezTo>
                    <a:pt x="13131" y="1780"/>
                    <a:pt x="11867" y="1171"/>
                    <a:pt x="10719" y="692"/>
                  </a:cubicBezTo>
                  <a:cubicBezTo>
                    <a:pt x="9768" y="294"/>
                    <a:pt x="8742" y="1"/>
                    <a:pt x="7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859" name="Google Shape;9859;p37"/>
          <p:cNvGrpSpPr/>
          <p:nvPr/>
        </p:nvGrpSpPr>
        <p:grpSpPr>
          <a:xfrm flipH="1">
            <a:off x="11613166" y="-222468"/>
            <a:ext cx="578831" cy="7314599"/>
            <a:chOff x="13274" y="-166851"/>
            <a:chExt cx="434123" cy="5485949"/>
          </a:xfrm>
        </p:grpSpPr>
        <p:sp>
          <p:nvSpPr>
            <p:cNvPr id="9860" name="Google Shape;9860;p37"/>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1" name="Google Shape;9861;p37"/>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2" name="Google Shape;9862;p37"/>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3" name="Google Shape;9863;p37"/>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4" name="Google Shape;9864;p37"/>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5" name="Google Shape;9865;p37"/>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6" name="Google Shape;9866;p37"/>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7" name="Google Shape;9867;p37"/>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8" name="Google Shape;9868;p37"/>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9" name="Google Shape;9869;p37"/>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0" name="Google Shape;9870;p37"/>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1" name="Google Shape;9871;p37"/>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2" name="Google Shape;9872;p37"/>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3" name="Google Shape;9873;p37"/>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4" name="Google Shape;9874;p37"/>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5" name="Google Shape;9875;p37"/>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6" name="Google Shape;9876;p37"/>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7" name="Google Shape;9877;p37"/>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8" name="Google Shape;9878;p37"/>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9" name="Google Shape;9879;p37"/>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0" name="Google Shape;9880;p37"/>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1" name="Google Shape;9881;p37"/>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2" name="Google Shape;9882;p37"/>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3" name="Google Shape;9883;p37"/>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4" name="Google Shape;9884;p37"/>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5" name="Google Shape;9885;p37"/>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6" name="Google Shape;9886;p37"/>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7" name="Google Shape;9887;p37"/>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8" name="Google Shape;9888;p37"/>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9" name="Google Shape;9889;p37"/>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0" name="Google Shape;9890;p37"/>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1" name="Google Shape;9891;p37"/>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2" name="Google Shape;9892;p37"/>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3" name="Google Shape;9893;p37"/>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4" name="Google Shape;9894;p37"/>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5" name="Google Shape;9895;p37"/>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6" name="Google Shape;9896;p37"/>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7" name="Google Shape;9897;p37"/>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8" name="Google Shape;9898;p37"/>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9" name="Google Shape;9899;p37"/>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0" name="Google Shape;9900;p37"/>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1" name="Google Shape;9901;p37"/>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2" name="Google Shape;9902;p37"/>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3" name="Google Shape;9903;p37"/>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4" name="Google Shape;9904;p37"/>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5" name="Google Shape;9905;p37"/>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6" name="Google Shape;9906;p37"/>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7" name="Google Shape;9907;p37"/>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8" name="Google Shape;9908;p37"/>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9" name="Google Shape;9909;p37"/>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0" name="Google Shape;9910;p37"/>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1" name="Google Shape;9911;p37"/>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2" name="Google Shape;9912;p37"/>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3" name="Google Shape;9913;p37"/>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4" name="Google Shape;9914;p37"/>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5" name="Google Shape;9915;p37"/>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6" name="Google Shape;9916;p37"/>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7" name="Google Shape;9917;p37"/>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8" name="Google Shape;9918;p37"/>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9" name="Google Shape;9919;p37"/>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0" name="Google Shape;9920;p37"/>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1" name="Google Shape;9921;p37"/>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2" name="Google Shape;9922;p37"/>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3" name="Google Shape;9923;p37"/>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4" name="Google Shape;9924;p37"/>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5" name="Google Shape;9925;p37"/>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6" name="Google Shape;9926;p37"/>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7" name="Google Shape;9927;p37"/>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8" name="Google Shape;9928;p37"/>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9" name="Google Shape;9929;p37"/>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0" name="Google Shape;9930;p37"/>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1" name="Google Shape;9931;p37"/>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2" name="Google Shape;9932;p37"/>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3" name="Google Shape;9933;p37"/>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4" name="Google Shape;9934;p37"/>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5" name="Google Shape;9935;p37"/>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6" name="Google Shape;9936;p37"/>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7" name="Google Shape;9937;p37"/>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8" name="Google Shape;9938;p37"/>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9" name="Google Shape;9939;p37"/>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0" name="Google Shape;9940;p37"/>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1" name="Google Shape;9941;p37"/>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2" name="Google Shape;9942;p37"/>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3" name="Google Shape;9943;p37"/>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4" name="Google Shape;9944;p37"/>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5" name="Google Shape;9945;p37"/>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6" name="Google Shape;9946;p37"/>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7" name="Google Shape;9947;p37"/>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8" name="Google Shape;9948;p37"/>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9" name="Google Shape;9949;p37"/>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0" name="Google Shape;9950;p37"/>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1" name="Google Shape;9951;p37"/>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2" name="Google Shape;9952;p37"/>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3" name="Google Shape;9953;p37"/>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4" name="Google Shape;9954;p37"/>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5" name="Google Shape;9955;p37"/>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6" name="Google Shape;9956;p37"/>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7" name="Google Shape;9957;p37"/>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8" name="Google Shape;9958;p37"/>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9" name="Google Shape;9959;p37"/>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0" name="Google Shape;9960;p37"/>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1" name="Google Shape;9961;p37"/>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2" name="Google Shape;9962;p37"/>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3" name="Google Shape;9963;p37"/>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4" name="Google Shape;9964;p37"/>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5" name="Google Shape;9965;p37"/>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6" name="Google Shape;9966;p37"/>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7" name="Google Shape;9967;p37"/>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8" name="Google Shape;9968;p37"/>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9" name="Google Shape;9969;p37"/>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0" name="Google Shape;9970;p37"/>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1" name="Google Shape;9971;p37"/>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2" name="Google Shape;9972;p37"/>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3" name="Google Shape;9973;p37"/>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4" name="Google Shape;9974;p37"/>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5" name="Google Shape;9975;p37"/>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6" name="Google Shape;9976;p37"/>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7" name="Google Shape;9977;p37"/>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8" name="Google Shape;9978;p37"/>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9" name="Google Shape;9979;p37"/>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0" name="Google Shape;9980;p37"/>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1" name="Google Shape;9981;p37"/>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2" name="Google Shape;9982;p37"/>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3" name="Google Shape;9983;p37"/>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4" name="Google Shape;9984;p37"/>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5" name="Google Shape;9985;p37"/>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6" name="Google Shape;9986;p37"/>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7" name="Google Shape;9987;p37"/>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8" name="Google Shape;9988;p37"/>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9" name="Google Shape;9989;p37"/>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0" name="Google Shape;9990;p37"/>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1" name="Google Shape;9991;p37"/>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2" name="Google Shape;9992;p37"/>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3" name="Google Shape;9993;p37"/>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4" name="Google Shape;9994;p37"/>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5" name="Google Shape;9995;p37"/>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996" name="Google Shape;9996;p37"/>
          <p:cNvGrpSpPr/>
          <p:nvPr/>
        </p:nvGrpSpPr>
        <p:grpSpPr>
          <a:xfrm>
            <a:off x="66" y="-222468"/>
            <a:ext cx="578831" cy="7314599"/>
            <a:chOff x="13274" y="-166851"/>
            <a:chExt cx="434123" cy="5485949"/>
          </a:xfrm>
        </p:grpSpPr>
        <p:sp>
          <p:nvSpPr>
            <p:cNvPr id="9997" name="Google Shape;9997;p37"/>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8" name="Google Shape;9998;p37"/>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9" name="Google Shape;9999;p37"/>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0" name="Google Shape;10000;p37"/>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1" name="Google Shape;10001;p37"/>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2" name="Google Shape;10002;p37"/>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3" name="Google Shape;10003;p37"/>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4" name="Google Shape;10004;p37"/>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5" name="Google Shape;10005;p37"/>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6" name="Google Shape;10006;p37"/>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7" name="Google Shape;10007;p37"/>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8" name="Google Shape;10008;p37"/>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9" name="Google Shape;10009;p37"/>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0" name="Google Shape;10010;p37"/>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1" name="Google Shape;10011;p37"/>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2" name="Google Shape;10012;p37"/>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3" name="Google Shape;10013;p37"/>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4" name="Google Shape;10014;p37"/>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5" name="Google Shape;10015;p37"/>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6" name="Google Shape;10016;p37"/>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7" name="Google Shape;10017;p37"/>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8" name="Google Shape;10018;p37"/>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9" name="Google Shape;10019;p37"/>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0" name="Google Shape;10020;p37"/>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1" name="Google Shape;10021;p37"/>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2" name="Google Shape;10022;p37"/>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3" name="Google Shape;10023;p37"/>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4" name="Google Shape;10024;p37"/>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5" name="Google Shape;10025;p37"/>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6" name="Google Shape;10026;p37"/>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7" name="Google Shape;10027;p37"/>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8" name="Google Shape;10028;p37"/>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9" name="Google Shape;10029;p37"/>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0" name="Google Shape;10030;p37"/>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1" name="Google Shape;10031;p37"/>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2" name="Google Shape;10032;p37"/>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3" name="Google Shape;10033;p37"/>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4" name="Google Shape;10034;p37"/>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5" name="Google Shape;10035;p37"/>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6" name="Google Shape;10036;p37"/>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7" name="Google Shape;10037;p37"/>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8" name="Google Shape;10038;p37"/>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9" name="Google Shape;10039;p37"/>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0" name="Google Shape;10040;p37"/>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1" name="Google Shape;10041;p37"/>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2" name="Google Shape;10042;p37"/>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3" name="Google Shape;10043;p37"/>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4" name="Google Shape;10044;p37"/>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5" name="Google Shape;10045;p37"/>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6" name="Google Shape;10046;p37"/>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7" name="Google Shape;10047;p37"/>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8" name="Google Shape;10048;p37"/>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9" name="Google Shape;10049;p37"/>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0" name="Google Shape;10050;p37"/>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1" name="Google Shape;10051;p37"/>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2" name="Google Shape;10052;p37"/>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3" name="Google Shape;10053;p37"/>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4" name="Google Shape;10054;p37"/>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5" name="Google Shape;10055;p37"/>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6" name="Google Shape;10056;p37"/>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7" name="Google Shape;10057;p37"/>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8" name="Google Shape;10058;p37"/>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9" name="Google Shape;10059;p37"/>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0" name="Google Shape;10060;p37"/>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1" name="Google Shape;10061;p37"/>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2" name="Google Shape;10062;p37"/>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3" name="Google Shape;10063;p37"/>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4" name="Google Shape;10064;p37"/>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5" name="Google Shape;10065;p37"/>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6" name="Google Shape;10066;p37"/>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7" name="Google Shape;10067;p37"/>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8" name="Google Shape;10068;p37"/>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9" name="Google Shape;10069;p37"/>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0" name="Google Shape;10070;p37"/>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1" name="Google Shape;10071;p37"/>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2" name="Google Shape;10072;p37"/>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3" name="Google Shape;10073;p37"/>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4" name="Google Shape;10074;p37"/>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5" name="Google Shape;10075;p37"/>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6" name="Google Shape;10076;p37"/>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7" name="Google Shape;10077;p37"/>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8" name="Google Shape;10078;p37"/>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9" name="Google Shape;10079;p37"/>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0" name="Google Shape;10080;p37"/>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1" name="Google Shape;10081;p37"/>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2" name="Google Shape;10082;p37"/>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3" name="Google Shape;10083;p37"/>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4" name="Google Shape;10084;p37"/>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5" name="Google Shape;10085;p37"/>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6" name="Google Shape;10086;p37"/>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7" name="Google Shape;10087;p37"/>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8" name="Google Shape;10088;p37"/>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9" name="Google Shape;10089;p37"/>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0" name="Google Shape;10090;p37"/>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1" name="Google Shape;10091;p37"/>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2" name="Google Shape;10092;p37"/>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3" name="Google Shape;10093;p37"/>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4" name="Google Shape;10094;p37"/>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5" name="Google Shape;10095;p37"/>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6" name="Google Shape;10096;p37"/>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7" name="Google Shape;10097;p37"/>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8" name="Google Shape;10098;p37"/>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9" name="Google Shape;10099;p37"/>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0" name="Google Shape;10100;p37"/>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1" name="Google Shape;10101;p37"/>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2" name="Google Shape;10102;p37"/>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3" name="Google Shape;10103;p37"/>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4" name="Google Shape;10104;p37"/>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5" name="Google Shape;10105;p37"/>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6" name="Google Shape;10106;p37"/>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7" name="Google Shape;10107;p37"/>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8" name="Google Shape;10108;p37"/>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9" name="Google Shape;10109;p37"/>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0" name="Google Shape;10110;p37"/>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1" name="Google Shape;10111;p37"/>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2" name="Google Shape;10112;p37"/>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3" name="Google Shape;10113;p37"/>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4" name="Google Shape;10114;p37"/>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5" name="Google Shape;10115;p37"/>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6" name="Google Shape;10116;p37"/>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7" name="Google Shape;10117;p37"/>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8" name="Google Shape;10118;p37"/>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9" name="Google Shape;10119;p37"/>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0" name="Google Shape;10120;p37"/>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1" name="Google Shape;10121;p37"/>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2" name="Google Shape;10122;p37"/>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3" name="Google Shape;10123;p37"/>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4" name="Google Shape;10124;p37"/>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5" name="Google Shape;10125;p37"/>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6" name="Google Shape;10126;p37"/>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7" name="Google Shape;10127;p37"/>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8" name="Google Shape;10128;p37"/>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9" name="Google Shape;10129;p37"/>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0" name="Google Shape;10130;p37"/>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1" name="Google Shape;10131;p37"/>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2" name="Google Shape;10132;p37"/>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34170567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Background 1" preserve="1">
  <p:cSld name="Background 1">
    <p:spTree>
      <p:nvGrpSpPr>
        <p:cNvPr id="1" name="Shape 10133"/>
        <p:cNvGrpSpPr/>
        <p:nvPr/>
      </p:nvGrpSpPr>
      <p:grpSpPr>
        <a:xfrm>
          <a:off x="0" y="0"/>
          <a:ext cx="0" cy="0"/>
          <a:chOff x="0" y="0"/>
          <a:chExt cx="0" cy="0"/>
        </a:xfrm>
      </p:grpSpPr>
      <p:grpSp>
        <p:nvGrpSpPr>
          <p:cNvPr id="10134" name="Google Shape;10134;p38"/>
          <p:cNvGrpSpPr/>
          <p:nvPr/>
        </p:nvGrpSpPr>
        <p:grpSpPr>
          <a:xfrm flipH="1">
            <a:off x="11613166" y="-222468"/>
            <a:ext cx="578831" cy="7314599"/>
            <a:chOff x="13274" y="-166851"/>
            <a:chExt cx="434123" cy="5485949"/>
          </a:xfrm>
        </p:grpSpPr>
        <p:sp>
          <p:nvSpPr>
            <p:cNvPr id="10135" name="Google Shape;10135;p38"/>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6" name="Google Shape;10136;p38"/>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7" name="Google Shape;10137;p38"/>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8" name="Google Shape;10138;p38"/>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9" name="Google Shape;10139;p38"/>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0" name="Google Shape;10140;p38"/>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1" name="Google Shape;10141;p38"/>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2" name="Google Shape;10142;p38"/>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3" name="Google Shape;10143;p38"/>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4" name="Google Shape;10144;p38"/>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5" name="Google Shape;10145;p38"/>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6" name="Google Shape;10146;p38"/>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7" name="Google Shape;10147;p38"/>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8" name="Google Shape;10148;p38"/>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9" name="Google Shape;10149;p38"/>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0" name="Google Shape;10150;p38"/>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1" name="Google Shape;10151;p38"/>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2" name="Google Shape;10152;p38"/>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3" name="Google Shape;10153;p38"/>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4" name="Google Shape;10154;p38"/>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5" name="Google Shape;10155;p38"/>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6" name="Google Shape;10156;p38"/>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7" name="Google Shape;10157;p38"/>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8" name="Google Shape;10158;p38"/>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9" name="Google Shape;10159;p38"/>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0" name="Google Shape;10160;p38"/>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1" name="Google Shape;10161;p38"/>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2" name="Google Shape;10162;p38"/>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3" name="Google Shape;10163;p38"/>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4" name="Google Shape;10164;p38"/>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5" name="Google Shape;10165;p38"/>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6" name="Google Shape;10166;p38"/>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7" name="Google Shape;10167;p38"/>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8" name="Google Shape;10168;p38"/>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9" name="Google Shape;10169;p38"/>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0" name="Google Shape;10170;p38"/>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1" name="Google Shape;10171;p38"/>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2" name="Google Shape;10172;p38"/>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3" name="Google Shape;10173;p38"/>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4" name="Google Shape;10174;p38"/>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5" name="Google Shape;10175;p38"/>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6" name="Google Shape;10176;p38"/>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7" name="Google Shape;10177;p38"/>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8" name="Google Shape;10178;p38"/>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9" name="Google Shape;10179;p38"/>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0" name="Google Shape;10180;p38"/>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1" name="Google Shape;10181;p38"/>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2" name="Google Shape;10182;p38"/>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3" name="Google Shape;10183;p38"/>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4" name="Google Shape;10184;p38"/>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5" name="Google Shape;10185;p38"/>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6" name="Google Shape;10186;p38"/>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7" name="Google Shape;10187;p38"/>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8" name="Google Shape;10188;p38"/>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9" name="Google Shape;10189;p38"/>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0" name="Google Shape;10190;p38"/>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1" name="Google Shape;10191;p38"/>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2" name="Google Shape;10192;p38"/>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3" name="Google Shape;10193;p38"/>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4" name="Google Shape;10194;p38"/>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5" name="Google Shape;10195;p38"/>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6" name="Google Shape;10196;p38"/>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7" name="Google Shape;10197;p38"/>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8" name="Google Shape;10198;p38"/>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9" name="Google Shape;10199;p38"/>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0" name="Google Shape;10200;p38"/>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1" name="Google Shape;10201;p38"/>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2" name="Google Shape;10202;p38"/>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3" name="Google Shape;10203;p38"/>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4" name="Google Shape;10204;p38"/>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5" name="Google Shape;10205;p38"/>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6" name="Google Shape;10206;p38"/>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7" name="Google Shape;10207;p38"/>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8" name="Google Shape;10208;p38"/>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9" name="Google Shape;10209;p38"/>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0" name="Google Shape;10210;p38"/>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1" name="Google Shape;10211;p38"/>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2" name="Google Shape;10212;p38"/>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3" name="Google Shape;10213;p38"/>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4" name="Google Shape;10214;p38"/>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5" name="Google Shape;10215;p38"/>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6" name="Google Shape;10216;p38"/>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7" name="Google Shape;10217;p38"/>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8" name="Google Shape;10218;p38"/>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9" name="Google Shape;10219;p38"/>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0" name="Google Shape;10220;p38"/>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1" name="Google Shape;10221;p38"/>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2" name="Google Shape;10222;p38"/>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3" name="Google Shape;10223;p38"/>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4" name="Google Shape;10224;p38"/>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5" name="Google Shape;10225;p38"/>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6" name="Google Shape;10226;p38"/>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7" name="Google Shape;10227;p38"/>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8" name="Google Shape;10228;p38"/>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9" name="Google Shape;10229;p38"/>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0" name="Google Shape;10230;p38"/>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1" name="Google Shape;10231;p38"/>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2" name="Google Shape;10232;p38"/>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3" name="Google Shape;10233;p38"/>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4" name="Google Shape;10234;p38"/>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5" name="Google Shape;10235;p38"/>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6" name="Google Shape;10236;p38"/>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7" name="Google Shape;10237;p38"/>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8" name="Google Shape;10238;p38"/>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9" name="Google Shape;10239;p38"/>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0" name="Google Shape;10240;p38"/>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1" name="Google Shape;10241;p38"/>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2" name="Google Shape;10242;p38"/>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3" name="Google Shape;10243;p38"/>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4" name="Google Shape;10244;p38"/>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5" name="Google Shape;10245;p38"/>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6" name="Google Shape;10246;p38"/>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7" name="Google Shape;10247;p38"/>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8" name="Google Shape;10248;p38"/>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9" name="Google Shape;10249;p38"/>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0" name="Google Shape;10250;p38"/>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1" name="Google Shape;10251;p38"/>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2" name="Google Shape;10252;p38"/>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3" name="Google Shape;10253;p38"/>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4" name="Google Shape;10254;p38"/>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5" name="Google Shape;10255;p38"/>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6" name="Google Shape;10256;p38"/>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7" name="Google Shape;10257;p38"/>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8" name="Google Shape;10258;p38"/>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9" name="Google Shape;10259;p38"/>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0" name="Google Shape;10260;p38"/>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1" name="Google Shape;10261;p38"/>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2" name="Google Shape;10262;p38"/>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3" name="Google Shape;10263;p38"/>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4" name="Google Shape;10264;p38"/>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5" name="Google Shape;10265;p38"/>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6" name="Google Shape;10266;p38"/>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7" name="Google Shape;10267;p38"/>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8" name="Google Shape;10268;p38"/>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9" name="Google Shape;10269;p38"/>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0" name="Google Shape;10270;p38"/>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271" name="Google Shape;10271;p38"/>
          <p:cNvGrpSpPr/>
          <p:nvPr/>
        </p:nvGrpSpPr>
        <p:grpSpPr>
          <a:xfrm>
            <a:off x="66" y="-222468"/>
            <a:ext cx="578831" cy="7314599"/>
            <a:chOff x="13274" y="-166851"/>
            <a:chExt cx="434123" cy="5485949"/>
          </a:xfrm>
        </p:grpSpPr>
        <p:sp>
          <p:nvSpPr>
            <p:cNvPr id="10272" name="Google Shape;10272;p38"/>
            <p:cNvSpPr/>
            <p:nvPr/>
          </p:nvSpPr>
          <p:spPr>
            <a:xfrm rot="-5400000">
              <a:off x="-76071" y="4648688"/>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0" y="5509"/>
                    <a:pt x="13242" y="4611"/>
                    <a:pt x="13661" y="3407"/>
                  </a:cubicBezTo>
                  <a:cubicBezTo>
                    <a:pt x="14020" y="2372"/>
                    <a:pt x="13844" y="1181"/>
                    <a:pt x="13172" y="0"/>
                  </a:cubicBezTo>
                  <a:lnTo>
                    <a:pt x="12912" y="0"/>
                  </a:lnTo>
                  <a:cubicBezTo>
                    <a:pt x="13608" y="1161"/>
                    <a:pt x="13801" y="2332"/>
                    <a:pt x="13451" y="3334"/>
                  </a:cubicBezTo>
                  <a:cubicBezTo>
                    <a:pt x="13059" y="4468"/>
                    <a:pt x="12027" y="5316"/>
                    <a:pt x="10470" y="5789"/>
                  </a:cubicBezTo>
                  <a:cubicBezTo>
                    <a:pt x="8035" y="6527"/>
                    <a:pt x="7257" y="7702"/>
                    <a:pt x="7010" y="8311"/>
                  </a:cubicBezTo>
                  <a:cubicBezTo>
                    <a:pt x="6764" y="7702"/>
                    <a:pt x="5989" y="6527"/>
                    <a:pt x="3554" y="5789"/>
                  </a:cubicBezTo>
                  <a:cubicBezTo>
                    <a:pt x="1997" y="5316"/>
                    <a:pt x="962" y="4468"/>
                    <a:pt x="570"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3" name="Google Shape;10273;p38"/>
            <p:cNvSpPr/>
            <p:nvPr/>
          </p:nvSpPr>
          <p:spPr>
            <a:xfrm rot="-5400000">
              <a:off x="-60135" y="4680164"/>
              <a:ext cx="489326" cy="342507"/>
            </a:xfrm>
            <a:custGeom>
              <a:avLst/>
              <a:gdLst/>
              <a:ahLst/>
              <a:cxnLst/>
              <a:rect l="l" t="t" r="r" b="b"/>
              <a:pathLst>
                <a:path w="11745" h="8221" extrusionOk="0">
                  <a:moveTo>
                    <a:pt x="666" y="0"/>
                  </a:moveTo>
                  <a:cubicBezTo>
                    <a:pt x="137" y="965"/>
                    <a:pt x="0" y="1936"/>
                    <a:pt x="297" y="2781"/>
                  </a:cubicBezTo>
                  <a:cubicBezTo>
                    <a:pt x="646" y="3793"/>
                    <a:pt x="1557"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4" y="1936"/>
                    <a:pt x="11611" y="965"/>
                    <a:pt x="11082" y="0"/>
                  </a:cubicBezTo>
                  <a:lnTo>
                    <a:pt x="10830" y="0"/>
                  </a:lnTo>
                  <a:cubicBezTo>
                    <a:pt x="11378" y="945"/>
                    <a:pt x="11525" y="1893"/>
                    <a:pt x="11242" y="2708"/>
                  </a:cubicBezTo>
                  <a:cubicBezTo>
                    <a:pt x="10913" y="3650"/>
                    <a:pt x="10054" y="4358"/>
                    <a:pt x="8760" y="4751"/>
                  </a:cubicBezTo>
                  <a:cubicBezTo>
                    <a:pt x="6771" y="5356"/>
                    <a:pt x="6099" y="6308"/>
                    <a:pt x="5872"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4" name="Google Shape;10274;p38"/>
            <p:cNvSpPr/>
            <p:nvPr/>
          </p:nvSpPr>
          <p:spPr>
            <a:xfrm rot="-5400000">
              <a:off x="73289" y="4749803"/>
              <a:ext cx="91074" cy="203105"/>
            </a:xfrm>
            <a:custGeom>
              <a:avLst/>
              <a:gdLst/>
              <a:ahLst/>
              <a:cxnLst/>
              <a:rect l="l" t="t" r="r" b="b"/>
              <a:pathLst>
                <a:path w="2186" h="4875" extrusionOk="0">
                  <a:moveTo>
                    <a:pt x="1091" y="223"/>
                  </a:moveTo>
                  <a:cubicBezTo>
                    <a:pt x="1464" y="223"/>
                    <a:pt x="1963" y="3041"/>
                    <a:pt x="1963" y="3780"/>
                  </a:cubicBezTo>
                  <a:cubicBezTo>
                    <a:pt x="1963" y="4262"/>
                    <a:pt x="1574" y="4651"/>
                    <a:pt x="1091" y="4651"/>
                  </a:cubicBezTo>
                  <a:cubicBezTo>
                    <a:pt x="612" y="4648"/>
                    <a:pt x="223" y="4262"/>
                    <a:pt x="223" y="3780"/>
                  </a:cubicBezTo>
                  <a:cubicBezTo>
                    <a:pt x="223" y="3041"/>
                    <a:pt x="719" y="223"/>
                    <a:pt x="1091" y="223"/>
                  </a:cubicBezTo>
                  <a:close/>
                  <a:moveTo>
                    <a:pt x="1091" y="0"/>
                  </a:moveTo>
                  <a:cubicBezTo>
                    <a:pt x="389" y="0"/>
                    <a:pt x="0" y="3421"/>
                    <a:pt x="0" y="3780"/>
                  </a:cubicBezTo>
                  <a:cubicBezTo>
                    <a:pt x="0" y="4385"/>
                    <a:pt x="489" y="4874"/>
                    <a:pt x="1091" y="4874"/>
                  </a:cubicBezTo>
                  <a:cubicBezTo>
                    <a:pt x="1697" y="4874"/>
                    <a:pt x="2186" y="4385"/>
                    <a:pt x="2186" y="3780"/>
                  </a:cubicBezTo>
                  <a:cubicBezTo>
                    <a:pt x="2186" y="3421"/>
                    <a:pt x="1797" y="0"/>
                    <a:pt x="1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5" name="Google Shape;10275;p38"/>
            <p:cNvSpPr/>
            <p:nvPr/>
          </p:nvSpPr>
          <p:spPr>
            <a:xfrm rot="-5400000">
              <a:off x="13503" y="4871249"/>
              <a:ext cx="156568" cy="157026"/>
            </a:xfrm>
            <a:custGeom>
              <a:avLst/>
              <a:gdLst/>
              <a:ahLst/>
              <a:cxnLst/>
              <a:rect l="l" t="t" r="r" b="b"/>
              <a:pathLst>
                <a:path w="3758" h="3769" extrusionOk="0">
                  <a:moveTo>
                    <a:pt x="2726" y="0"/>
                  </a:moveTo>
                  <a:cubicBezTo>
                    <a:pt x="1797" y="569"/>
                    <a:pt x="547" y="1787"/>
                    <a:pt x="384" y="1980"/>
                  </a:cubicBezTo>
                  <a:cubicBezTo>
                    <a:pt x="1" y="2445"/>
                    <a:pt x="68" y="3134"/>
                    <a:pt x="530" y="3520"/>
                  </a:cubicBezTo>
                  <a:cubicBezTo>
                    <a:pt x="735" y="3687"/>
                    <a:pt x="981" y="3768"/>
                    <a:pt x="1225" y="3768"/>
                  </a:cubicBezTo>
                  <a:cubicBezTo>
                    <a:pt x="1540" y="3768"/>
                    <a:pt x="1853" y="3633"/>
                    <a:pt x="2070" y="3370"/>
                  </a:cubicBezTo>
                  <a:cubicBezTo>
                    <a:pt x="2250" y="3154"/>
                    <a:pt x="2749" y="2375"/>
                    <a:pt x="3158" y="1597"/>
                  </a:cubicBezTo>
                  <a:cubicBezTo>
                    <a:pt x="3637" y="689"/>
                    <a:pt x="3757" y="240"/>
                    <a:pt x="3740" y="0"/>
                  </a:cubicBezTo>
                  <a:lnTo>
                    <a:pt x="3527" y="0"/>
                  </a:lnTo>
                  <a:cubicBezTo>
                    <a:pt x="3614" y="462"/>
                    <a:pt x="2343" y="2691"/>
                    <a:pt x="1901" y="3230"/>
                  </a:cubicBezTo>
                  <a:cubicBezTo>
                    <a:pt x="1734" y="3430"/>
                    <a:pt x="1488" y="3546"/>
                    <a:pt x="1229" y="3546"/>
                  </a:cubicBezTo>
                  <a:cubicBezTo>
                    <a:pt x="1026" y="3546"/>
                    <a:pt x="829" y="3477"/>
                    <a:pt x="673" y="3347"/>
                  </a:cubicBezTo>
                  <a:cubicBezTo>
                    <a:pt x="304" y="3041"/>
                    <a:pt x="254" y="2492"/>
                    <a:pt x="557" y="2123"/>
                  </a:cubicBezTo>
                  <a:cubicBezTo>
                    <a:pt x="939" y="1660"/>
                    <a:pt x="2446" y="3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6" name="Google Shape;10276;p38"/>
            <p:cNvSpPr/>
            <p:nvPr/>
          </p:nvSpPr>
          <p:spPr>
            <a:xfrm rot="-5400000">
              <a:off x="15940" y="4677706"/>
              <a:ext cx="151943" cy="157276"/>
            </a:xfrm>
            <a:custGeom>
              <a:avLst/>
              <a:gdLst/>
              <a:ahLst/>
              <a:cxnLst/>
              <a:rect l="l" t="t" r="r" b="b"/>
              <a:pathLst>
                <a:path w="3647" h="3775" extrusionOk="0">
                  <a:moveTo>
                    <a:pt x="240" y="0"/>
                  </a:moveTo>
                  <a:lnTo>
                    <a:pt x="17" y="3"/>
                  </a:lnTo>
                  <a:cubicBezTo>
                    <a:pt x="1" y="243"/>
                    <a:pt x="120" y="695"/>
                    <a:pt x="599" y="1600"/>
                  </a:cubicBezTo>
                  <a:cubicBezTo>
                    <a:pt x="1005" y="2379"/>
                    <a:pt x="1508" y="3157"/>
                    <a:pt x="1687" y="3377"/>
                  </a:cubicBezTo>
                  <a:cubicBezTo>
                    <a:pt x="1870" y="3600"/>
                    <a:pt x="2136" y="3739"/>
                    <a:pt x="2426" y="3769"/>
                  </a:cubicBezTo>
                  <a:cubicBezTo>
                    <a:pt x="2460" y="3773"/>
                    <a:pt x="2494" y="3774"/>
                    <a:pt x="2528" y="3774"/>
                  </a:cubicBezTo>
                  <a:cubicBezTo>
                    <a:pt x="2782" y="3774"/>
                    <a:pt x="3028" y="3687"/>
                    <a:pt x="3224" y="3523"/>
                  </a:cubicBezTo>
                  <a:cubicBezTo>
                    <a:pt x="3451" y="3340"/>
                    <a:pt x="3590" y="3071"/>
                    <a:pt x="3617" y="2785"/>
                  </a:cubicBezTo>
                  <a:cubicBezTo>
                    <a:pt x="3647" y="2495"/>
                    <a:pt x="3557" y="2206"/>
                    <a:pt x="3374" y="1983"/>
                  </a:cubicBezTo>
                  <a:cubicBezTo>
                    <a:pt x="3194" y="1767"/>
                    <a:pt x="2522" y="1128"/>
                    <a:pt x="1837" y="579"/>
                  </a:cubicBezTo>
                  <a:cubicBezTo>
                    <a:pt x="1584" y="373"/>
                    <a:pt x="1318" y="180"/>
                    <a:pt x="1042" y="3"/>
                  </a:cubicBezTo>
                  <a:lnTo>
                    <a:pt x="586" y="3"/>
                  </a:lnTo>
                  <a:cubicBezTo>
                    <a:pt x="799" y="100"/>
                    <a:pt x="1142" y="306"/>
                    <a:pt x="1697" y="752"/>
                  </a:cubicBezTo>
                  <a:cubicBezTo>
                    <a:pt x="2363" y="1281"/>
                    <a:pt x="3031" y="1920"/>
                    <a:pt x="3201" y="2123"/>
                  </a:cubicBezTo>
                  <a:cubicBezTo>
                    <a:pt x="3347" y="2302"/>
                    <a:pt x="3417" y="2532"/>
                    <a:pt x="3397" y="2761"/>
                  </a:cubicBezTo>
                  <a:cubicBezTo>
                    <a:pt x="3374" y="2991"/>
                    <a:pt x="3261" y="3204"/>
                    <a:pt x="3085" y="3350"/>
                  </a:cubicBezTo>
                  <a:cubicBezTo>
                    <a:pt x="2928" y="3480"/>
                    <a:pt x="2732" y="3550"/>
                    <a:pt x="2529" y="3550"/>
                  </a:cubicBezTo>
                  <a:cubicBezTo>
                    <a:pt x="2502" y="3550"/>
                    <a:pt x="2476" y="3546"/>
                    <a:pt x="2446" y="3546"/>
                  </a:cubicBezTo>
                  <a:cubicBezTo>
                    <a:pt x="2216" y="3523"/>
                    <a:pt x="2003" y="3410"/>
                    <a:pt x="1857" y="3234"/>
                  </a:cubicBezTo>
                  <a:cubicBezTo>
                    <a:pt x="1691" y="3027"/>
                    <a:pt x="1192" y="2249"/>
                    <a:pt x="796" y="1497"/>
                  </a:cubicBezTo>
                  <a:cubicBezTo>
                    <a:pt x="270" y="496"/>
                    <a:pt x="223"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7" name="Google Shape;10277;p38"/>
            <p:cNvSpPr/>
            <p:nvPr/>
          </p:nvSpPr>
          <p:spPr>
            <a:xfrm rot="-5400000">
              <a:off x="30106" y="4882519"/>
              <a:ext cx="92324" cy="107739"/>
            </a:xfrm>
            <a:custGeom>
              <a:avLst/>
              <a:gdLst/>
              <a:ahLst/>
              <a:cxnLst/>
              <a:rect l="l" t="t" r="r" b="b"/>
              <a:pathLst>
                <a:path w="2216" h="2586" extrusionOk="0">
                  <a:moveTo>
                    <a:pt x="2089" y="1"/>
                  </a:moveTo>
                  <a:cubicBezTo>
                    <a:pt x="2056" y="4"/>
                    <a:pt x="2026" y="17"/>
                    <a:pt x="2006" y="44"/>
                  </a:cubicBezTo>
                  <a:lnTo>
                    <a:pt x="37" y="2403"/>
                  </a:lnTo>
                  <a:cubicBezTo>
                    <a:pt x="0" y="2449"/>
                    <a:pt x="4"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8" name="Google Shape;10278;p38"/>
            <p:cNvSpPr/>
            <p:nvPr/>
          </p:nvSpPr>
          <p:spPr>
            <a:xfrm rot="-5400000">
              <a:off x="101807" y="4771988"/>
              <a:ext cx="9332" cy="158734"/>
            </a:xfrm>
            <a:custGeom>
              <a:avLst/>
              <a:gdLst/>
              <a:ahLst/>
              <a:cxnLst/>
              <a:rect l="l" t="t" r="r" b="b"/>
              <a:pathLst>
                <a:path w="224" h="3810" extrusionOk="0">
                  <a:moveTo>
                    <a:pt x="110" y="1"/>
                  </a:moveTo>
                  <a:cubicBezTo>
                    <a:pt x="51" y="1"/>
                    <a:pt x="1" y="51"/>
                    <a:pt x="1" y="110"/>
                  </a:cubicBezTo>
                  <a:lnTo>
                    <a:pt x="1" y="3697"/>
                  </a:lnTo>
                  <a:cubicBezTo>
                    <a:pt x="1" y="3757"/>
                    <a:pt x="51" y="3810"/>
                    <a:pt x="110" y="3810"/>
                  </a:cubicBezTo>
                  <a:cubicBezTo>
                    <a:pt x="174" y="3810"/>
                    <a:pt x="224" y="3760"/>
                    <a:pt x="224" y="3697"/>
                  </a:cubicBezTo>
                  <a:lnTo>
                    <a:pt x="224" y="110"/>
                  </a:lnTo>
                  <a:cubicBezTo>
                    <a:pt x="224" y="51"/>
                    <a:pt x="174" y="1"/>
                    <a:pt x="1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9" name="Google Shape;10279;p38"/>
            <p:cNvSpPr/>
            <p:nvPr/>
          </p:nvSpPr>
          <p:spPr>
            <a:xfrm rot="-5400000">
              <a:off x="31356" y="471049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0" name="Google Shape;10280;p38"/>
            <p:cNvSpPr/>
            <p:nvPr/>
          </p:nvSpPr>
          <p:spPr>
            <a:xfrm rot="-5400000">
              <a:off x="174300" y="4915724"/>
              <a:ext cx="22498" cy="22498"/>
            </a:xfrm>
            <a:custGeom>
              <a:avLst/>
              <a:gdLst/>
              <a:ahLst/>
              <a:cxnLst/>
              <a:rect l="l" t="t" r="r" b="b"/>
              <a:pathLst>
                <a:path w="540" h="540" extrusionOk="0">
                  <a:moveTo>
                    <a:pt x="270" y="1"/>
                  </a:moveTo>
                  <a:cubicBezTo>
                    <a:pt x="124" y="1"/>
                    <a:pt x="1" y="124"/>
                    <a:pt x="1" y="270"/>
                  </a:cubicBezTo>
                  <a:cubicBezTo>
                    <a:pt x="4" y="420"/>
                    <a:pt x="124" y="540"/>
                    <a:pt x="270" y="540"/>
                  </a:cubicBezTo>
                  <a:cubicBezTo>
                    <a:pt x="420" y="540"/>
                    <a:pt x="540" y="420"/>
                    <a:pt x="540" y="270"/>
                  </a:cubicBezTo>
                  <a:cubicBezTo>
                    <a:pt x="540" y="124"/>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1" name="Google Shape;10281;p38"/>
            <p:cNvSpPr/>
            <p:nvPr/>
          </p:nvSpPr>
          <p:spPr>
            <a:xfrm rot="-5400000">
              <a:off x="53791" y="5017776"/>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9" y="536"/>
                    <a:pt x="539" y="417"/>
                    <a:pt x="539" y="267"/>
                  </a:cubicBezTo>
                  <a:cubicBezTo>
                    <a:pt x="539" y="121"/>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2" name="Google Shape;10282;p38"/>
            <p:cNvSpPr/>
            <p:nvPr/>
          </p:nvSpPr>
          <p:spPr>
            <a:xfrm rot="-5400000">
              <a:off x="53791" y="4663645"/>
              <a:ext cx="22498" cy="22373"/>
            </a:xfrm>
            <a:custGeom>
              <a:avLst/>
              <a:gdLst/>
              <a:ahLst/>
              <a:cxnLst/>
              <a:rect l="l" t="t" r="r" b="b"/>
              <a:pathLst>
                <a:path w="540" h="537" extrusionOk="0">
                  <a:moveTo>
                    <a:pt x="270" y="1"/>
                  </a:moveTo>
                  <a:cubicBezTo>
                    <a:pt x="124" y="1"/>
                    <a:pt x="0" y="121"/>
                    <a:pt x="0" y="267"/>
                  </a:cubicBezTo>
                  <a:cubicBezTo>
                    <a:pt x="0" y="417"/>
                    <a:pt x="124"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3" name="Google Shape;10283;p38"/>
            <p:cNvSpPr/>
            <p:nvPr/>
          </p:nvSpPr>
          <p:spPr>
            <a:xfrm rot="-5400000">
              <a:off x="174300" y="4766281"/>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4" name="Google Shape;10284;p38"/>
            <p:cNvSpPr/>
            <p:nvPr/>
          </p:nvSpPr>
          <p:spPr>
            <a:xfrm rot="-5400000">
              <a:off x="-76071" y="4079162"/>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78" y="6970"/>
                    <a:pt x="6901" y="8706"/>
                    <a:pt x="6901" y="8723"/>
                  </a:cubicBezTo>
                  <a:lnTo>
                    <a:pt x="7007" y="9731"/>
                  </a:lnTo>
                  <a:lnTo>
                    <a:pt x="7120" y="8726"/>
                  </a:lnTo>
                  <a:cubicBezTo>
                    <a:pt x="7120" y="8706"/>
                    <a:pt x="7353" y="6967"/>
                    <a:pt x="10530" y="6002"/>
                  </a:cubicBezTo>
                  <a:cubicBezTo>
                    <a:pt x="12161" y="5509"/>
                    <a:pt x="13242" y="4611"/>
                    <a:pt x="13661" y="3407"/>
                  </a:cubicBezTo>
                  <a:cubicBezTo>
                    <a:pt x="14020" y="2372"/>
                    <a:pt x="13844" y="1181"/>
                    <a:pt x="13169" y="0"/>
                  </a:cubicBezTo>
                  <a:lnTo>
                    <a:pt x="12909" y="0"/>
                  </a:lnTo>
                  <a:cubicBezTo>
                    <a:pt x="13605" y="1161"/>
                    <a:pt x="13801" y="2332"/>
                    <a:pt x="13451" y="3334"/>
                  </a:cubicBezTo>
                  <a:cubicBezTo>
                    <a:pt x="13056" y="4468"/>
                    <a:pt x="12024" y="5316"/>
                    <a:pt x="10467" y="5789"/>
                  </a:cubicBezTo>
                  <a:cubicBezTo>
                    <a:pt x="8032" y="6527"/>
                    <a:pt x="7253" y="7702"/>
                    <a:pt x="7011" y="8311"/>
                  </a:cubicBezTo>
                  <a:cubicBezTo>
                    <a:pt x="6764" y="7702"/>
                    <a:pt x="5986" y="6527"/>
                    <a:pt x="3551" y="5789"/>
                  </a:cubicBezTo>
                  <a:cubicBezTo>
                    <a:pt x="1994" y="5316"/>
                    <a:pt x="962" y="4468"/>
                    <a:pt x="566" y="3334"/>
                  </a:cubicBezTo>
                  <a:cubicBezTo>
                    <a:pt x="220" y="2332"/>
                    <a:pt x="413"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5" name="Google Shape;10285;p38"/>
            <p:cNvSpPr/>
            <p:nvPr/>
          </p:nvSpPr>
          <p:spPr>
            <a:xfrm rot="-5400000">
              <a:off x="-60135" y="4110638"/>
              <a:ext cx="489326" cy="342507"/>
            </a:xfrm>
            <a:custGeom>
              <a:avLst/>
              <a:gdLst/>
              <a:ahLst/>
              <a:cxnLst/>
              <a:rect l="l" t="t" r="r" b="b"/>
              <a:pathLst>
                <a:path w="11745" h="8221" extrusionOk="0">
                  <a:moveTo>
                    <a:pt x="663" y="0"/>
                  </a:moveTo>
                  <a:cubicBezTo>
                    <a:pt x="134"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68" y="5356"/>
                    <a:pt x="6096"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6" name="Google Shape;10286;p38"/>
            <p:cNvSpPr/>
            <p:nvPr/>
          </p:nvSpPr>
          <p:spPr>
            <a:xfrm rot="-5400000">
              <a:off x="73206" y="4180318"/>
              <a:ext cx="91241" cy="203105"/>
            </a:xfrm>
            <a:custGeom>
              <a:avLst/>
              <a:gdLst/>
              <a:ahLst/>
              <a:cxnLst/>
              <a:rect l="l" t="t" r="r" b="b"/>
              <a:pathLst>
                <a:path w="2190" h="4875" extrusionOk="0">
                  <a:moveTo>
                    <a:pt x="1095" y="223"/>
                  </a:moveTo>
                  <a:cubicBezTo>
                    <a:pt x="1467" y="223"/>
                    <a:pt x="1966" y="3041"/>
                    <a:pt x="1966" y="3780"/>
                  </a:cubicBezTo>
                  <a:cubicBezTo>
                    <a:pt x="1963" y="4262"/>
                    <a:pt x="1574" y="4648"/>
                    <a:pt x="1095" y="4651"/>
                  </a:cubicBezTo>
                  <a:cubicBezTo>
                    <a:pt x="612" y="4648"/>
                    <a:pt x="226" y="4262"/>
                    <a:pt x="223" y="3780"/>
                  </a:cubicBezTo>
                  <a:cubicBezTo>
                    <a:pt x="223" y="3041"/>
                    <a:pt x="722" y="223"/>
                    <a:pt x="1095" y="223"/>
                  </a:cubicBezTo>
                  <a:close/>
                  <a:moveTo>
                    <a:pt x="1095" y="0"/>
                  </a:moveTo>
                  <a:cubicBezTo>
                    <a:pt x="389" y="0"/>
                    <a:pt x="0" y="3421"/>
                    <a:pt x="0" y="3780"/>
                  </a:cubicBezTo>
                  <a:cubicBezTo>
                    <a:pt x="0" y="4385"/>
                    <a:pt x="489" y="4874"/>
                    <a:pt x="1095" y="4874"/>
                  </a:cubicBezTo>
                  <a:cubicBezTo>
                    <a:pt x="1697" y="4871"/>
                    <a:pt x="2186" y="4385"/>
                    <a:pt x="2189" y="3780"/>
                  </a:cubicBezTo>
                  <a:cubicBezTo>
                    <a:pt x="2189"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7" name="Google Shape;10287;p38"/>
            <p:cNvSpPr/>
            <p:nvPr/>
          </p:nvSpPr>
          <p:spPr>
            <a:xfrm rot="-5400000">
              <a:off x="13607" y="4301785"/>
              <a:ext cx="156359" cy="157026"/>
            </a:xfrm>
            <a:custGeom>
              <a:avLst/>
              <a:gdLst/>
              <a:ahLst/>
              <a:cxnLst/>
              <a:rect l="l" t="t" r="r" b="b"/>
              <a:pathLst>
                <a:path w="3753" h="3769" extrusionOk="0">
                  <a:moveTo>
                    <a:pt x="2722" y="0"/>
                  </a:moveTo>
                  <a:cubicBezTo>
                    <a:pt x="1793" y="569"/>
                    <a:pt x="542" y="1787"/>
                    <a:pt x="383" y="1980"/>
                  </a:cubicBezTo>
                  <a:cubicBezTo>
                    <a:pt x="0" y="2445"/>
                    <a:pt x="67" y="3134"/>
                    <a:pt x="529" y="3520"/>
                  </a:cubicBezTo>
                  <a:cubicBezTo>
                    <a:pt x="732" y="3687"/>
                    <a:pt x="978" y="3768"/>
                    <a:pt x="1223" y="3768"/>
                  </a:cubicBezTo>
                  <a:cubicBezTo>
                    <a:pt x="1538" y="3768"/>
                    <a:pt x="1852" y="3633"/>
                    <a:pt x="2069" y="3370"/>
                  </a:cubicBezTo>
                  <a:cubicBezTo>
                    <a:pt x="2249" y="3154"/>
                    <a:pt x="2748" y="2375"/>
                    <a:pt x="3157" y="1597"/>
                  </a:cubicBezTo>
                  <a:cubicBezTo>
                    <a:pt x="3636" y="689"/>
                    <a:pt x="3753" y="240"/>
                    <a:pt x="3740" y="0"/>
                  </a:cubicBezTo>
                  <a:lnTo>
                    <a:pt x="3527" y="0"/>
                  </a:lnTo>
                  <a:cubicBezTo>
                    <a:pt x="3613" y="462"/>
                    <a:pt x="2342" y="2691"/>
                    <a:pt x="1900" y="3230"/>
                  </a:cubicBezTo>
                  <a:cubicBezTo>
                    <a:pt x="1733" y="3430"/>
                    <a:pt x="1487" y="3546"/>
                    <a:pt x="1224"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8" name="Google Shape;10288;p38"/>
            <p:cNvSpPr/>
            <p:nvPr/>
          </p:nvSpPr>
          <p:spPr>
            <a:xfrm rot="-5400000">
              <a:off x="15940" y="4108138"/>
              <a:ext cx="151818" cy="157151"/>
            </a:xfrm>
            <a:custGeom>
              <a:avLst/>
              <a:gdLst/>
              <a:ahLst/>
              <a:cxnLst/>
              <a:rect l="l" t="t" r="r" b="b"/>
              <a:pathLst>
                <a:path w="3644" h="3772" extrusionOk="0">
                  <a:moveTo>
                    <a:pt x="13" y="0"/>
                  </a:moveTo>
                  <a:cubicBezTo>
                    <a:pt x="0" y="240"/>
                    <a:pt x="117" y="692"/>
                    <a:pt x="596" y="1600"/>
                  </a:cubicBezTo>
                  <a:cubicBezTo>
                    <a:pt x="1001" y="2375"/>
                    <a:pt x="1504" y="3157"/>
                    <a:pt x="1683" y="3373"/>
                  </a:cubicBezTo>
                  <a:cubicBezTo>
                    <a:pt x="1866" y="3596"/>
                    <a:pt x="2133" y="3739"/>
                    <a:pt x="2422" y="3766"/>
                  </a:cubicBezTo>
                  <a:cubicBezTo>
                    <a:pt x="2459" y="3770"/>
                    <a:pt x="2495" y="3772"/>
                    <a:pt x="2532" y="3772"/>
                  </a:cubicBezTo>
                  <a:cubicBezTo>
                    <a:pt x="2783" y="3772"/>
                    <a:pt x="3026" y="3683"/>
                    <a:pt x="3220" y="3520"/>
                  </a:cubicBezTo>
                  <a:cubicBezTo>
                    <a:pt x="3447" y="3337"/>
                    <a:pt x="3586" y="3071"/>
                    <a:pt x="3613" y="2781"/>
                  </a:cubicBezTo>
                  <a:cubicBezTo>
                    <a:pt x="3643" y="2492"/>
                    <a:pt x="3553" y="2206"/>
                    <a:pt x="3370" y="1983"/>
                  </a:cubicBezTo>
                  <a:cubicBezTo>
                    <a:pt x="3191" y="1763"/>
                    <a:pt x="2519" y="1124"/>
                    <a:pt x="1833" y="579"/>
                  </a:cubicBezTo>
                  <a:cubicBezTo>
                    <a:pt x="1580" y="369"/>
                    <a:pt x="1314" y="180"/>
                    <a:pt x="1041" y="0"/>
                  </a:cubicBezTo>
                  <a:lnTo>
                    <a:pt x="582" y="0"/>
                  </a:lnTo>
                  <a:cubicBezTo>
                    <a:pt x="795" y="96"/>
                    <a:pt x="1138" y="306"/>
                    <a:pt x="1693" y="749"/>
                  </a:cubicBezTo>
                  <a:cubicBezTo>
                    <a:pt x="2359" y="1281"/>
                    <a:pt x="3028" y="1916"/>
                    <a:pt x="3197" y="2123"/>
                  </a:cubicBezTo>
                  <a:cubicBezTo>
                    <a:pt x="3344" y="2299"/>
                    <a:pt x="3413" y="2528"/>
                    <a:pt x="3390" y="2758"/>
                  </a:cubicBezTo>
                  <a:cubicBezTo>
                    <a:pt x="3370" y="2991"/>
                    <a:pt x="3257" y="3200"/>
                    <a:pt x="3077" y="3347"/>
                  </a:cubicBezTo>
                  <a:cubicBezTo>
                    <a:pt x="2921" y="3477"/>
                    <a:pt x="2725" y="3546"/>
                    <a:pt x="2525" y="3546"/>
                  </a:cubicBezTo>
                  <a:cubicBezTo>
                    <a:pt x="2499" y="3546"/>
                    <a:pt x="2469" y="3546"/>
                    <a:pt x="2442" y="3543"/>
                  </a:cubicBezTo>
                  <a:cubicBezTo>
                    <a:pt x="2212" y="3523"/>
                    <a:pt x="2000" y="3410"/>
                    <a:pt x="1853" y="3230"/>
                  </a:cubicBezTo>
                  <a:cubicBezTo>
                    <a:pt x="1683"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9" name="Google Shape;10289;p38"/>
            <p:cNvSpPr/>
            <p:nvPr/>
          </p:nvSpPr>
          <p:spPr>
            <a:xfrm rot="-5400000">
              <a:off x="30022" y="4313034"/>
              <a:ext cx="92491" cy="107739"/>
            </a:xfrm>
            <a:custGeom>
              <a:avLst/>
              <a:gdLst/>
              <a:ahLst/>
              <a:cxnLst/>
              <a:rect l="l" t="t" r="r" b="b"/>
              <a:pathLst>
                <a:path w="2220" h="2586" extrusionOk="0">
                  <a:moveTo>
                    <a:pt x="2093" y="1"/>
                  </a:moveTo>
                  <a:cubicBezTo>
                    <a:pt x="2059" y="4"/>
                    <a:pt x="2029" y="17"/>
                    <a:pt x="2010" y="44"/>
                  </a:cubicBezTo>
                  <a:lnTo>
                    <a:pt x="40" y="2403"/>
                  </a:lnTo>
                  <a:cubicBezTo>
                    <a:pt x="0" y="2449"/>
                    <a:pt x="7" y="2519"/>
                    <a:pt x="53" y="2559"/>
                  </a:cubicBezTo>
                  <a:cubicBezTo>
                    <a:pt x="74" y="2577"/>
                    <a:pt x="99" y="2585"/>
                    <a:pt x="124" y="2585"/>
                  </a:cubicBezTo>
                  <a:cubicBezTo>
                    <a:pt x="156" y="2585"/>
                    <a:pt x="187" y="2572"/>
                    <a:pt x="210" y="2546"/>
                  </a:cubicBezTo>
                  <a:lnTo>
                    <a:pt x="2179" y="187"/>
                  </a:lnTo>
                  <a:cubicBezTo>
                    <a:pt x="2219" y="140"/>
                    <a:pt x="2212" y="67"/>
                    <a:pt x="2166" y="31"/>
                  </a:cubicBezTo>
                  <a:cubicBezTo>
                    <a:pt x="2146"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0" name="Google Shape;10290;p38"/>
            <p:cNvSpPr/>
            <p:nvPr/>
          </p:nvSpPr>
          <p:spPr>
            <a:xfrm rot="-5400000">
              <a:off x="101807" y="4202587"/>
              <a:ext cx="9332" cy="158734"/>
            </a:xfrm>
            <a:custGeom>
              <a:avLst/>
              <a:gdLst/>
              <a:ahLst/>
              <a:cxnLst/>
              <a:rect l="l" t="t" r="r" b="b"/>
              <a:pathLst>
                <a:path w="224" h="3810" extrusionOk="0">
                  <a:moveTo>
                    <a:pt x="114" y="1"/>
                  </a:moveTo>
                  <a:cubicBezTo>
                    <a:pt x="50" y="1"/>
                    <a:pt x="1" y="51"/>
                    <a:pt x="1" y="110"/>
                  </a:cubicBezTo>
                  <a:lnTo>
                    <a:pt x="1" y="3697"/>
                  </a:lnTo>
                  <a:cubicBezTo>
                    <a:pt x="1" y="3760"/>
                    <a:pt x="50" y="3810"/>
                    <a:pt x="114" y="3810"/>
                  </a:cubicBezTo>
                  <a:cubicBezTo>
                    <a:pt x="174" y="3807"/>
                    <a:pt x="223" y="3757"/>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1" name="Google Shape;10291;p38"/>
            <p:cNvSpPr/>
            <p:nvPr/>
          </p:nvSpPr>
          <p:spPr>
            <a:xfrm rot="-5400000">
              <a:off x="31293" y="4141031"/>
              <a:ext cx="89824" cy="107614"/>
            </a:xfrm>
            <a:custGeom>
              <a:avLst/>
              <a:gdLst/>
              <a:ahLst/>
              <a:cxnLst/>
              <a:rect l="l" t="t" r="r" b="b"/>
              <a:pathLst>
                <a:path w="2156" h="2583" extrusionOk="0">
                  <a:moveTo>
                    <a:pt x="126" y="1"/>
                  </a:moveTo>
                  <a:cubicBezTo>
                    <a:pt x="100" y="1"/>
                    <a:pt x="77" y="11"/>
                    <a:pt x="57" y="27"/>
                  </a:cubicBezTo>
                  <a:cubicBezTo>
                    <a:pt x="7" y="64"/>
                    <a:pt x="0" y="134"/>
                    <a:pt x="40" y="184"/>
                  </a:cubicBezTo>
                  <a:lnTo>
                    <a:pt x="1943" y="2542"/>
                  </a:lnTo>
                  <a:cubicBezTo>
                    <a:pt x="1966" y="2569"/>
                    <a:pt x="1998" y="2582"/>
                    <a:pt x="2030" y="2582"/>
                  </a:cubicBezTo>
                  <a:cubicBezTo>
                    <a:pt x="2055" y="2582"/>
                    <a:pt x="2079" y="2575"/>
                    <a:pt x="2099" y="2559"/>
                  </a:cubicBezTo>
                  <a:cubicBezTo>
                    <a:pt x="2149" y="2519"/>
                    <a:pt x="2156" y="2449"/>
                    <a:pt x="2116" y="2403"/>
                  </a:cubicBezTo>
                  <a:lnTo>
                    <a:pt x="213" y="44"/>
                  </a:lnTo>
                  <a:cubicBezTo>
                    <a:pt x="190" y="17"/>
                    <a:pt x="160" y="1"/>
                    <a:pt x="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2" name="Google Shape;10292;p38"/>
            <p:cNvSpPr/>
            <p:nvPr/>
          </p:nvSpPr>
          <p:spPr>
            <a:xfrm rot="-5400000">
              <a:off x="174300" y="4346198"/>
              <a:ext cx="22498" cy="22498"/>
            </a:xfrm>
            <a:custGeom>
              <a:avLst/>
              <a:gdLst/>
              <a:ahLst/>
              <a:cxnLst/>
              <a:rect l="l" t="t" r="r" b="b"/>
              <a:pathLst>
                <a:path w="540" h="540" extrusionOk="0">
                  <a:moveTo>
                    <a:pt x="270" y="1"/>
                  </a:moveTo>
                  <a:cubicBezTo>
                    <a:pt x="121" y="1"/>
                    <a:pt x="1" y="124"/>
                    <a:pt x="1" y="270"/>
                  </a:cubicBezTo>
                  <a:cubicBezTo>
                    <a:pt x="1" y="420"/>
                    <a:pt x="121" y="540"/>
                    <a:pt x="270" y="540"/>
                  </a:cubicBezTo>
                  <a:cubicBezTo>
                    <a:pt x="417" y="540"/>
                    <a:pt x="540" y="420"/>
                    <a:pt x="540" y="270"/>
                  </a:cubicBezTo>
                  <a:cubicBezTo>
                    <a:pt x="540" y="124"/>
                    <a:pt x="417"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3" name="Google Shape;10293;p38"/>
            <p:cNvSpPr/>
            <p:nvPr/>
          </p:nvSpPr>
          <p:spPr>
            <a:xfrm rot="-5400000">
              <a:off x="53853" y="4448313"/>
              <a:ext cx="22373" cy="22373"/>
            </a:xfrm>
            <a:custGeom>
              <a:avLst/>
              <a:gdLst/>
              <a:ahLst/>
              <a:cxnLst/>
              <a:rect l="l" t="t" r="r" b="b"/>
              <a:pathLst>
                <a:path w="537" h="537" extrusionOk="0">
                  <a:moveTo>
                    <a:pt x="270" y="1"/>
                  </a:moveTo>
                  <a:cubicBezTo>
                    <a:pt x="120" y="1"/>
                    <a:pt x="0" y="121"/>
                    <a:pt x="0" y="267"/>
                  </a:cubicBezTo>
                  <a:cubicBezTo>
                    <a:pt x="0" y="417"/>
                    <a:pt x="120" y="536"/>
                    <a:pt x="270" y="536"/>
                  </a:cubicBezTo>
                  <a:cubicBezTo>
                    <a:pt x="416" y="536"/>
                    <a:pt x="536" y="417"/>
                    <a:pt x="536" y="267"/>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4" name="Google Shape;10294;p38"/>
            <p:cNvSpPr/>
            <p:nvPr/>
          </p:nvSpPr>
          <p:spPr>
            <a:xfrm rot="-5400000">
              <a:off x="53791" y="4094119"/>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16" y="536"/>
                    <a:pt x="540" y="417"/>
                    <a:pt x="540" y="267"/>
                  </a:cubicBezTo>
                  <a:cubicBezTo>
                    <a:pt x="540"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5" name="Google Shape;10295;p38"/>
            <p:cNvSpPr/>
            <p:nvPr/>
          </p:nvSpPr>
          <p:spPr>
            <a:xfrm rot="-5400000">
              <a:off x="174362" y="4196817"/>
              <a:ext cx="22373" cy="22498"/>
            </a:xfrm>
            <a:custGeom>
              <a:avLst/>
              <a:gdLst/>
              <a:ahLst/>
              <a:cxnLst/>
              <a:rect l="l" t="t" r="r" b="b"/>
              <a:pathLst>
                <a:path w="537" h="540" extrusionOk="0">
                  <a:moveTo>
                    <a:pt x="270" y="1"/>
                  </a:moveTo>
                  <a:cubicBezTo>
                    <a:pt x="120" y="1"/>
                    <a:pt x="0" y="124"/>
                    <a:pt x="0" y="270"/>
                  </a:cubicBezTo>
                  <a:cubicBezTo>
                    <a:pt x="0" y="420"/>
                    <a:pt x="120" y="540"/>
                    <a:pt x="270" y="540"/>
                  </a:cubicBezTo>
                  <a:cubicBezTo>
                    <a:pt x="416" y="540"/>
                    <a:pt x="536" y="420"/>
                    <a:pt x="536" y="270"/>
                  </a:cubicBezTo>
                  <a:cubicBezTo>
                    <a:pt x="536"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6" name="Google Shape;10296;p38"/>
            <p:cNvSpPr/>
            <p:nvPr/>
          </p:nvSpPr>
          <p:spPr>
            <a:xfrm rot="-5400000">
              <a:off x="-76071" y="3509761"/>
              <a:ext cx="584150" cy="405459"/>
            </a:xfrm>
            <a:custGeom>
              <a:avLst/>
              <a:gdLst/>
              <a:ahLst/>
              <a:cxnLst/>
              <a:rect l="l" t="t" r="r" b="b"/>
              <a:pathLst>
                <a:path w="14021" h="9732" extrusionOk="0">
                  <a:moveTo>
                    <a:pt x="849" y="0"/>
                  </a:moveTo>
                  <a:cubicBezTo>
                    <a:pt x="177" y="1181"/>
                    <a:pt x="1" y="2372"/>
                    <a:pt x="360" y="3407"/>
                  </a:cubicBezTo>
                  <a:cubicBezTo>
                    <a:pt x="779" y="4611"/>
                    <a:pt x="1860" y="5509"/>
                    <a:pt x="3491" y="6002"/>
                  </a:cubicBezTo>
                  <a:cubicBezTo>
                    <a:pt x="6681" y="6970"/>
                    <a:pt x="6901" y="8706"/>
                    <a:pt x="6901" y="8723"/>
                  </a:cubicBezTo>
                  <a:lnTo>
                    <a:pt x="7007" y="9731"/>
                  </a:lnTo>
                  <a:lnTo>
                    <a:pt x="7120" y="8726"/>
                  </a:lnTo>
                  <a:cubicBezTo>
                    <a:pt x="7124" y="8706"/>
                    <a:pt x="7356" y="6967"/>
                    <a:pt x="10534" y="6002"/>
                  </a:cubicBezTo>
                  <a:cubicBezTo>
                    <a:pt x="12161" y="5509"/>
                    <a:pt x="13242" y="4611"/>
                    <a:pt x="13661" y="3407"/>
                  </a:cubicBezTo>
                  <a:cubicBezTo>
                    <a:pt x="14020" y="2372"/>
                    <a:pt x="13847" y="1181"/>
                    <a:pt x="13172" y="0"/>
                  </a:cubicBezTo>
                  <a:lnTo>
                    <a:pt x="12912" y="0"/>
                  </a:lnTo>
                  <a:cubicBezTo>
                    <a:pt x="13608" y="1161"/>
                    <a:pt x="13801" y="2332"/>
                    <a:pt x="13455" y="3334"/>
                  </a:cubicBezTo>
                  <a:cubicBezTo>
                    <a:pt x="13059" y="4468"/>
                    <a:pt x="12027" y="5316"/>
                    <a:pt x="10470" y="5789"/>
                  </a:cubicBezTo>
                  <a:cubicBezTo>
                    <a:pt x="8035" y="6527"/>
                    <a:pt x="7257" y="7702"/>
                    <a:pt x="7011" y="8311"/>
                  </a:cubicBezTo>
                  <a:cubicBezTo>
                    <a:pt x="6764" y="7702"/>
                    <a:pt x="5989" y="6527"/>
                    <a:pt x="3554" y="5789"/>
                  </a:cubicBezTo>
                  <a:cubicBezTo>
                    <a:pt x="1997" y="5316"/>
                    <a:pt x="966" y="4468"/>
                    <a:pt x="570" y="3334"/>
                  </a:cubicBezTo>
                  <a:cubicBezTo>
                    <a:pt x="220"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7" name="Google Shape;10297;p38"/>
            <p:cNvSpPr/>
            <p:nvPr/>
          </p:nvSpPr>
          <p:spPr>
            <a:xfrm rot="-5400000">
              <a:off x="-60198" y="3541174"/>
              <a:ext cx="489451" cy="342507"/>
            </a:xfrm>
            <a:custGeom>
              <a:avLst/>
              <a:gdLst/>
              <a:ahLst/>
              <a:cxnLst/>
              <a:rect l="l" t="t" r="r" b="b"/>
              <a:pathLst>
                <a:path w="11748" h="8221" extrusionOk="0">
                  <a:moveTo>
                    <a:pt x="666" y="0"/>
                  </a:moveTo>
                  <a:cubicBezTo>
                    <a:pt x="137" y="965"/>
                    <a:pt x="1" y="1936"/>
                    <a:pt x="297" y="2781"/>
                  </a:cubicBezTo>
                  <a:cubicBezTo>
                    <a:pt x="649" y="3793"/>
                    <a:pt x="1558" y="4548"/>
                    <a:pt x="2925" y="4964"/>
                  </a:cubicBezTo>
                  <a:cubicBezTo>
                    <a:pt x="5566" y="5766"/>
                    <a:pt x="5763" y="7209"/>
                    <a:pt x="5763" y="7223"/>
                  </a:cubicBezTo>
                  <a:lnTo>
                    <a:pt x="5879" y="8221"/>
                  </a:lnTo>
                  <a:lnTo>
                    <a:pt x="5986" y="7223"/>
                  </a:lnTo>
                  <a:cubicBezTo>
                    <a:pt x="5986" y="7209"/>
                    <a:pt x="6182" y="5766"/>
                    <a:pt x="8823" y="4964"/>
                  </a:cubicBezTo>
                  <a:cubicBezTo>
                    <a:pt x="10191" y="4548"/>
                    <a:pt x="11099" y="3793"/>
                    <a:pt x="11452" y="2781"/>
                  </a:cubicBezTo>
                  <a:cubicBezTo>
                    <a:pt x="11748" y="1936"/>
                    <a:pt x="11611" y="965"/>
                    <a:pt x="11082" y="0"/>
                  </a:cubicBezTo>
                  <a:lnTo>
                    <a:pt x="10830" y="0"/>
                  </a:lnTo>
                  <a:cubicBezTo>
                    <a:pt x="11379" y="945"/>
                    <a:pt x="11525" y="1893"/>
                    <a:pt x="11242" y="2708"/>
                  </a:cubicBezTo>
                  <a:cubicBezTo>
                    <a:pt x="10916" y="3650"/>
                    <a:pt x="10058" y="4358"/>
                    <a:pt x="8760" y="4751"/>
                  </a:cubicBezTo>
                  <a:cubicBezTo>
                    <a:pt x="6771" y="5356"/>
                    <a:pt x="6099" y="6308"/>
                    <a:pt x="5876" y="6830"/>
                  </a:cubicBezTo>
                  <a:cubicBezTo>
                    <a:pt x="5650" y="6304"/>
                    <a:pt x="4978" y="5353"/>
                    <a:pt x="2988" y="4751"/>
                  </a:cubicBezTo>
                  <a:cubicBezTo>
                    <a:pt x="1691" y="4358"/>
                    <a:pt x="832" y="3650"/>
                    <a:pt x="506" y="2708"/>
                  </a:cubicBezTo>
                  <a:cubicBezTo>
                    <a:pt x="223" y="1893"/>
                    <a:pt x="370" y="945"/>
                    <a:pt x="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8" name="Google Shape;10298;p38"/>
            <p:cNvSpPr/>
            <p:nvPr/>
          </p:nvSpPr>
          <p:spPr>
            <a:xfrm rot="-5400000">
              <a:off x="73268" y="3610855"/>
              <a:ext cx="91116" cy="203105"/>
            </a:xfrm>
            <a:custGeom>
              <a:avLst/>
              <a:gdLst/>
              <a:ahLst/>
              <a:cxnLst/>
              <a:rect l="l" t="t" r="r" b="b"/>
              <a:pathLst>
                <a:path w="2187" h="4875" extrusionOk="0">
                  <a:moveTo>
                    <a:pt x="1092" y="223"/>
                  </a:moveTo>
                  <a:cubicBezTo>
                    <a:pt x="1464" y="223"/>
                    <a:pt x="1963" y="3041"/>
                    <a:pt x="1963" y="3780"/>
                  </a:cubicBezTo>
                  <a:lnTo>
                    <a:pt x="1966" y="3780"/>
                  </a:lnTo>
                  <a:cubicBezTo>
                    <a:pt x="1963" y="4262"/>
                    <a:pt x="1574" y="4651"/>
                    <a:pt x="1092" y="4651"/>
                  </a:cubicBezTo>
                  <a:cubicBezTo>
                    <a:pt x="612" y="4651"/>
                    <a:pt x="220" y="4262"/>
                    <a:pt x="220" y="3780"/>
                  </a:cubicBezTo>
                  <a:cubicBezTo>
                    <a:pt x="220" y="3041"/>
                    <a:pt x="716"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9" name="Google Shape;10299;p38"/>
            <p:cNvSpPr/>
            <p:nvPr/>
          </p:nvSpPr>
          <p:spPr>
            <a:xfrm rot="-5400000">
              <a:off x="13587" y="3732238"/>
              <a:ext cx="156401" cy="157026"/>
            </a:xfrm>
            <a:custGeom>
              <a:avLst/>
              <a:gdLst/>
              <a:ahLst/>
              <a:cxnLst/>
              <a:rect l="l" t="t" r="r" b="b"/>
              <a:pathLst>
                <a:path w="3754" h="3769" extrusionOk="0">
                  <a:moveTo>
                    <a:pt x="2722" y="0"/>
                  </a:moveTo>
                  <a:cubicBezTo>
                    <a:pt x="1794" y="569"/>
                    <a:pt x="543" y="1787"/>
                    <a:pt x="383" y="1980"/>
                  </a:cubicBezTo>
                  <a:cubicBezTo>
                    <a:pt x="0" y="2449"/>
                    <a:pt x="64" y="3134"/>
                    <a:pt x="529" y="3520"/>
                  </a:cubicBezTo>
                  <a:cubicBezTo>
                    <a:pt x="733" y="3687"/>
                    <a:pt x="979" y="3769"/>
                    <a:pt x="1224" y="3769"/>
                  </a:cubicBezTo>
                  <a:cubicBezTo>
                    <a:pt x="1539" y="3769"/>
                    <a:pt x="1851" y="3634"/>
                    <a:pt x="2066" y="3373"/>
                  </a:cubicBezTo>
                  <a:cubicBezTo>
                    <a:pt x="2246" y="3157"/>
                    <a:pt x="2748" y="2375"/>
                    <a:pt x="3154" y="1600"/>
                  </a:cubicBezTo>
                  <a:cubicBezTo>
                    <a:pt x="3633" y="692"/>
                    <a:pt x="3753" y="240"/>
                    <a:pt x="3736" y="0"/>
                  </a:cubicBezTo>
                  <a:lnTo>
                    <a:pt x="3524" y="0"/>
                  </a:lnTo>
                  <a:cubicBezTo>
                    <a:pt x="3613" y="462"/>
                    <a:pt x="2339" y="2695"/>
                    <a:pt x="1897" y="3230"/>
                  </a:cubicBezTo>
                  <a:cubicBezTo>
                    <a:pt x="1730" y="3430"/>
                    <a:pt x="1484" y="3546"/>
                    <a:pt x="1225" y="3546"/>
                  </a:cubicBezTo>
                  <a:cubicBezTo>
                    <a:pt x="1022" y="3546"/>
                    <a:pt x="825" y="3477"/>
                    <a:pt x="672" y="3347"/>
                  </a:cubicBezTo>
                  <a:cubicBezTo>
                    <a:pt x="300" y="3041"/>
                    <a:pt x="250" y="2492"/>
                    <a:pt x="553" y="2123"/>
                  </a:cubicBezTo>
                  <a:cubicBezTo>
                    <a:pt x="935" y="1660"/>
                    <a:pt x="2439"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0" name="Google Shape;10300;p38"/>
            <p:cNvSpPr/>
            <p:nvPr/>
          </p:nvSpPr>
          <p:spPr>
            <a:xfrm rot="-5400000">
              <a:off x="15920" y="3538799"/>
              <a:ext cx="151818" cy="157109"/>
            </a:xfrm>
            <a:custGeom>
              <a:avLst/>
              <a:gdLst/>
              <a:ahLst/>
              <a:cxnLst/>
              <a:rect l="l" t="t" r="r" b="b"/>
              <a:pathLst>
                <a:path w="3644" h="3771" extrusionOk="0">
                  <a:moveTo>
                    <a:pt x="14" y="0"/>
                  </a:moveTo>
                  <a:cubicBezTo>
                    <a:pt x="1" y="240"/>
                    <a:pt x="117" y="692"/>
                    <a:pt x="596" y="1600"/>
                  </a:cubicBezTo>
                  <a:cubicBezTo>
                    <a:pt x="1002" y="2375"/>
                    <a:pt x="1505" y="3154"/>
                    <a:pt x="1684" y="3373"/>
                  </a:cubicBezTo>
                  <a:cubicBezTo>
                    <a:pt x="1867" y="3596"/>
                    <a:pt x="2133" y="3739"/>
                    <a:pt x="2423" y="3766"/>
                  </a:cubicBezTo>
                  <a:cubicBezTo>
                    <a:pt x="2457" y="3769"/>
                    <a:pt x="2491" y="3771"/>
                    <a:pt x="2526" y="3771"/>
                  </a:cubicBezTo>
                  <a:cubicBezTo>
                    <a:pt x="2779" y="3771"/>
                    <a:pt x="3025" y="3684"/>
                    <a:pt x="3221" y="3520"/>
                  </a:cubicBezTo>
                  <a:cubicBezTo>
                    <a:pt x="3448" y="3337"/>
                    <a:pt x="3587" y="3071"/>
                    <a:pt x="3614" y="2781"/>
                  </a:cubicBezTo>
                  <a:cubicBezTo>
                    <a:pt x="3644" y="2492"/>
                    <a:pt x="3554" y="2206"/>
                    <a:pt x="3371" y="1983"/>
                  </a:cubicBezTo>
                  <a:cubicBezTo>
                    <a:pt x="3191" y="1767"/>
                    <a:pt x="2519" y="1128"/>
                    <a:pt x="1834" y="579"/>
                  </a:cubicBezTo>
                  <a:cubicBezTo>
                    <a:pt x="1581" y="373"/>
                    <a:pt x="1315" y="180"/>
                    <a:pt x="1042" y="3"/>
                  </a:cubicBezTo>
                  <a:lnTo>
                    <a:pt x="583" y="3"/>
                  </a:lnTo>
                  <a:cubicBezTo>
                    <a:pt x="796" y="100"/>
                    <a:pt x="1139" y="306"/>
                    <a:pt x="1694" y="752"/>
                  </a:cubicBezTo>
                  <a:cubicBezTo>
                    <a:pt x="2360" y="1281"/>
                    <a:pt x="3028" y="1920"/>
                    <a:pt x="3198" y="2123"/>
                  </a:cubicBezTo>
                  <a:cubicBezTo>
                    <a:pt x="3344" y="2302"/>
                    <a:pt x="3414" y="2532"/>
                    <a:pt x="3394" y="2761"/>
                  </a:cubicBezTo>
                  <a:cubicBezTo>
                    <a:pt x="3371" y="2991"/>
                    <a:pt x="3258" y="3204"/>
                    <a:pt x="3082" y="3350"/>
                  </a:cubicBezTo>
                  <a:cubicBezTo>
                    <a:pt x="2925" y="3480"/>
                    <a:pt x="2729" y="3550"/>
                    <a:pt x="2529" y="3550"/>
                  </a:cubicBezTo>
                  <a:cubicBezTo>
                    <a:pt x="2503" y="3550"/>
                    <a:pt x="2473" y="3546"/>
                    <a:pt x="2446" y="3546"/>
                  </a:cubicBezTo>
                  <a:cubicBezTo>
                    <a:pt x="2213" y="3523"/>
                    <a:pt x="2004" y="3410"/>
                    <a:pt x="1857" y="3234"/>
                  </a:cubicBezTo>
                  <a:cubicBezTo>
                    <a:pt x="1688" y="3027"/>
                    <a:pt x="1189" y="2249"/>
                    <a:pt x="793" y="1497"/>
                  </a:cubicBezTo>
                  <a:cubicBezTo>
                    <a:pt x="267" y="496"/>
                    <a:pt x="221" y="130"/>
                    <a:pt x="2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1" name="Google Shape;10301;p38"/>
            <p:cNvSpPr/>
            <p:nvPr/>
          </p:nvSpPr>
          <p:spPr>
            <a:xfrm rot="-5400000">
              <a:off x="30106" y="3743591"/>
              <a:ext cx="92324" cy="107739"/>
            </a:xfrm>
            <a:custGeom>
              <a:avLst/>
              <a:gdLst/>
              <a:ahLst/>
              <a:cxnLst/>
              <a:rect l="l" t="t" r="r" b="b"/>
              <a:pathLst>
                <a:path w="2216" h="2586" extrusionOk="0">
                  <a:moveTo>
                    <a:pt x="2090" y="1"/>
                  </a:moveTo>
                  <a:cubicBezTo>
                    <a:pt x="2056" y="4"/>
                    <a:pt x="2026" y="17"/>
                    <a:pt x="2006" y="44"/>
                  </a:cubicBezTo>
                  <a:lnTo>
                    <a:pt x="37" y="2403"/>
                  </a:lnTo>
                  <a:cubicBezTo>
                    <a:pt x="0" y="2449"/>
                    <a:pt x="7" y="2519"/>
                    <a:pt x="53" y="2559"/>
                  </a:cubicBezTo>
                  <a:cubicBezTo>
                    <a:pt x="74" y="2577"/>
                    <a:pt x="99" y="2585"/>
                    <a:pt x="124" y="2585"/>
                  </a:cubicBezTo>
                  <a:cubicBezTo>
                    <a:pt x="156" y="2585"/>
                    <a:pt x="188" y="2572"/>
                    <a:pt x="210" y="2546"/>
                  </a:cubicBezTo>
                  <a:lnTo>
                    <a:pt x="2179" y="187"/>
                  </a:lnTo>
                  <a:cubicBezTo>
                    <a:pt x="2216" y="140"/>
                    <a:pt x="2209" y="70"/>
                    <a:pt x="2163" y="31"/>
                  </a:cubicBezTo>
                  <a:cubicBezTo>
                    <a:pt x="2143" y="11"/>
                    <a:pt x="2116" y="1"/>
                    <a:pt x="2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2" name="Google Shape;10302;p38"/>
            <p:cNvSpPr/>
            <p:nvPr/>
          </p:nvSpPr>
          <p:spPr>
            <a:xfrm rot="-5400000">
              <a:off x="101807" y="3633061"/>
              <a:ext cx="9332" cy="158734"/>
            </a:xfrm>
            <a:custGeom>
              <a:avLst/>
              <a:gdLst/>
              <a:ahLst/>
              <a:cxnLst/>
              <a:rect l="l" t="t" r="r" b="b"/>
              <a:pathLst>
                <a:path w="224" h="3810" extrusionOk="0">
                  <a:moveTo>
                    <a:pt x="111" y="1"/>
                  </a:moveTo>
                  <a:cubicBezTo>
                    <a:pt x="51" y="1"/>
                    <a:pt x="1" y="51"/>
                    <a:pt x="1" y="110"/>
                  </a:cubicBezTo>
                  <a:lnTo>
                    <a:pt x="1" y="3697"/>
                  </a:lnTo>
                  <a:cubicBezTo>
                    <a:pt x="1" y="3757"/>
                    <a:pt x="51" y="3810"/>
                    <a:pt x="111" y="3810"/>
                  </a:cubicBezTo>
                  <a:cubicBezTo>
                    <a:pt x="174" y="3810"/>
                    <a:pt x="224" y="3757"/>
                    <a:pt x="224" y="3697"/>
                  </a:cubicBezTo>
                  <a:lnTo>
                    <a:pt x="224" y="110"/>
                  </a:lnTo>
                  <a:cubicBezTo>
                    <a:pt x="224" y="51"/>
                    <a:pt x="174" y="1"/>
                    <a:pt x="1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3" name="Google Shape;10303;p38"/>
            <p:cNvSpPr/>
            <p:nvPr/>
          </p:nvSpPr>
          <p:spPr>
            <a:xfrm rot="-5400000">
              <a:off x="31356" y="3571567"/>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6" y="2582"/>
                    <a:pt x="2028" y="2582"/>
                  </a:cubicBezTo>
                  <a:cubicBezTo>
                    <a:pt x="2053" y="2582"/>
                    <a:pt x="2078" y="2575"/>
                    <a:pt x="2099" y="2559"/>
                  </a:cubicBezTo>
                  <a:cubicBezTo>
                    <a:pt x="2146" y="2519"/>
                    <a:pt x="2153" y="2449"/>
                    <a:pt x="2116" y="2403"/>
                  </a:cubicBezTo>
                  <a:lnTo>
                    <a:pt x="210" y="44"/>
                  </a:lnTo>
                  <a:cubicBezTo>
                    <a:pt x="190" y="17"/>
                    <a:pt x="157"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4" name="Google Shape;10304;p38"/>
            <p:cNvSpPr/>
            <p:nvPr/>
          </p:nvSpPr>
          <p:spPr>
            <a:xfrm rot="-5400000">
              <a:off x="174383" y="3776713"/>
              <a:ext cx="22331" cy="22498"/>
            </a:xfrm>
            <a:custGeom>
              <a:avLst/>
              <a:gdLst/>
              <a:ahLst/>
              <a:cxnLst/>
              <a:rect l="l" t="t" r="r" b="b"/>
              <a:pathLst>
                <a:path w="536" h="540" extrusionOk="0">
                  <a:moveTo>
                    <a:pt x="266" y="1"/>
                  </a:moveTo>
                  <a:cubicBezTo>
                    <a:pt x="120" y="1"/>
                    <a:pt x="0" y="121"/>
                    <a:pt x="0" y="270"/>
                  </a:cubicBezTo>
                  <a:cubicBezTo>
                    <a:pt x="0" y="420"/>
                    <a:pt x="120" y="540"/>
                    <a:pt x="266" y="540"/>
                  </a:cubicBezTo>
                  <a:cubicBezTo>
                    <a:pt x="416" y="540"/>
                    <a:pt x="536" y="420"/>
                    <a:pt x="536" y="270"/>
                  </a:cubicBezTo>
                  <a:cubicBezTo>
                    <a:pt x="536" y="124"/>
                    <a:pt x="416" y="1"/>
                    <a:pt x="2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5" name="Google Shape;10305;p38"/>
            <p:cNvSpPr/>
            <p:nvPr/>
          </p:nvSpPr>
          <p:spPr>
            <a:xfrm rot="-5400000">
              <a:off x="53791" y="3878849"/>
              <a:ext cx="22498" cy="22373"/>
            </a:xfrm>
            <a:custGeom>
              <a:avLst/>
              <a:gdLst/>
              <a:ahLst/>
              <a:cxnLst/>
              <a:rect l="l" t="t" r="r" b="b"/>
              <a:pathLst>
                <a:path w="540" h="537" extrusionOk="0">
                  <a:moveTo>
                    <a:pt x="267" y="1"/>
                  </a:moveTo>
                  <a:cubicBezTo>
                    <a:pt x="120" y="1"/>
                    <a:pt x="0" y="119"/>
                    <a:pt x="0" y="267"/>
                  </a:cubicBezTo>
                  <a:cubicBezTo>
                    <a:pt x="0" y="417"/>
                    <a:pt x="120" y="536"/>
                    <a:pt x="270" y="536"/>
                  </a:cubicBezTo>
                  <a:cubicBezTo>
                    <a:pt x="272" y="536"/>
                    <a:pt x="274" y="536"/>
                    <a:pt x="276" y="536"/>
                  </a:cubicBezTo>
                  <a:cubicBezTo>
                    <a:pt x="423" y="536"/>
                    <a:pt x="539" y="415"/>
                    <a:pt x="539" y="267"/>
                  </a:cubicBezTo>
                  <a:cubicBezTo>
                    <a:pt x="539" y="121"/>
                    <a:pt x="419" y="1"/>
                    <a:pt x="273" y="1"/>
                  </a:cubicBezTo>
                  <a:cubicBezTo>
                    <a:pt x="271" y="1"/>
                    <a:pt x="269"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6" name="Google Shape;10306;p38"/>
            <p:cNvSpPr/>
            <p:nvPr/>
          </p:nvSpPr>
          <p:spPr>
            <a:xfrm rot="-5400000">
              <a:off x="53853" y="3524655"/>
              <a:ext cx="22373" cy="22373"/>
            </a:xfrm>
            <a:custGeom>
              <a:avLst/>
              <a:gdLst/>
              <a:ahLst/>
              <a:cxnLst/>
              <a:rect l="l" t="t" r="r" b="b"/>
              <a:pathLst>
                <a:path w="537" h="537" extrusionOk="0">
                  <a:moveTo>
                    <a:pt x="267" y="1"/>
                  </a:moveTo>
                  <a:cubicBezTo>
                    <a:pt x="121" y="1"/>
                    <a:pt x="1" y="121"/>
                    <a:pt x="1" y="267"/>
                  </a:cubicBezTo>
                  <a:cubicBezTo>
                    <a:pt x="1" y="417"/>
                    <a:pt x="121" y="536"/>
                    <a:pt x="267" y="536"/>
                  </a:cubicBezTo>
                  <a:cubicBezTo>
                    <a:pt x="417" y="536"/>
                    <a:pt x="536" y="417"/>
                    <a:pt x="536" y="267"/>
                  </a:cubicBezTo>
                  <a:cubicBezTo>
                    <a:pt x="536" y="121"/>
                    <a:pt x="417" y="1"/>
                    <a:pt x="2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7" name="Google Shape;10307;p38"/>
            <p:cNvSpPr/>
            <p:nvPr/>
          </p:nvSpPr>
          <p:spPr>
            <a:xfrm rot="-5400000">
              <a:off x="174300" y="3627353"/>
              <a:ext cx="22498" cy="22498"/>
            </a:xfrm>
            <a:custGeom>
              <a:avLst/>
              <a:gdLst/>
              <a:ahLst/>
              <a:cxnLst/>
              <a:rect l="l" t="t" r="r" b="b"/>
              <a:pathLst>
                <a:path w="540" h="540" extrusionOk="0">
                  <a:moveTo>
                    <a:pt x="270" y="1"/>
                  </a:moveTo>
                  <a:cubicBezTo>
                    <a:pt x="123" y="1"/>
                    <a:pt x="0" y="124"/>
                    <a:pt x="0" y="270"/>
                  </a:cubicBezTo>
                  <a:cubicBezTo>
                    <a:pt x="0" y="420"/>
                    <a:pt x="123" y="540"/>
                    <a:pt x="270" y="540"/>
                  </a:cubicBezTo>
                  <a:cubicBezTo>
                    <a:pt x="419" y="540"/>
                    <a:pt x="539" y="420"/>
                    <a:pt x="539" y="270"/>
                  </a:cubicBezTo>
                  <a:cubicBezTo>
                    <a:pt x="539" y="124"/>
                    <a:pt x="419"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8" name="Google Shape;10308;p38"/>
            <p:cNvSpPr/>
            <p:nvPr/>
          </p:nvSpPr>
          <p:spPr>
            <a:xfrm rot="-5400000">
              <a:off x="-76134" y="2940297"/>
              <a:ext cx="584275" cy="405459"/>
            </a:xfrm>
            <a:custGeom>
              <a:avLst/>
              <a:gdLst/>
              <a:ahLst/>
              <a:cxnLst/>
              <a:rect l="l" t="t" r="r" b="b"/>
              <a:pathLst>
                <a:path w="14024" h="9732" extrusionOk="0">
                  <a:moveTo>
                    <a:pt x="849" y="0"/>
                  </a:moveTo>
                  <a:cubicBezTo>
                    <a:pt x="177" y="1181"/>
                    <a:pt x="1" y="2372"/>
                    <a:pt x="360" y="3407"/>
                  </a:cubicBezTo>
                  <a:cubicBezTo>
                    <a:pt x="779" y="4611"/>
                    <a:pt x="1860" y="5509"/>
                    <a:pt x="3491" y="6002"/>
                  </a:cubicBezTo>
                  <a:cubicBezTo>
                    <a:pt x="6681" y="6970"/>
                    <a:pt x="6901" y="8706"/>
                    <a:pt x="6901" y="8723"/>
                  </a:cubicBezTo>
                  <a:lnTo>
                    <a:pt x="7010" y="9731"/>
                  </a:lnTo>
                  <a:lnTo>
                    <a:pt x="7123" y="8726"/>
                  </a:lnTo>
                  <a:cubicBezTo>
                    <a:pt x="7123" y="8706"/>
                    <a:pt x="7356" y="6967"/>
                    <a:pt x="10534" y="6002"/>
                  </a:cubicBezTo>
                  <a:cubicBezTo>
                    <a:pt x="12164" y="5509"/>
                    <a:pt x="13245" y="4611"/>
                    <a:pt x="13664" y="3407"/>
                  </a:cubicBezTo>
                  <a:cubicBezTo>
                    <a:pt x="14023" y="2372"/>
                    <a:pt x="13847" y="1181"/>
                    <a:pt x="13175" y="0"/>
                  </a:cubicBezTo>
                  <a:lnTo>
                    <a:pt x="12916" y="0"/>
                  </a:lnTo>
                  <a:cubicBezTo>
                    <a:pt x="13611" y="1161"/>
                    <a:pt x="13804" y="2332"/>
                    <a:pt x="13455" y="3334"/>
                  </a:cubicBezTo>
                  <a:cubicBezTo>
                    <a:pt x="13059" y="4468"/>
                    <a:pt x="12027" y="5316"/>
                    <a:pt x="10470" y="5789"/>
                  </a:cubicBezTo>
                  <a:cubicBezTo>
                    <a:pt x="8035" y="6527"/>
                    <a:pt x="7257" y="7702"/>
                    <a:pt x="7014" y="8311"/>
                  </a:cubicBezTo>
                  <a:cubicBezTo>
                    <a:pt x="6768" y="7702"/>
                    <a:pt x="5989" y="6527"/>
                    <a:pt x="3554" y="5789"/>
                  </a:cubicBezTo>
                  <a:cubicBezTo>
                    <a:pt x="1997" y="5316"/>
                    <a:pt x="965" y="4468"/>
                    <a:pt x="570" y="3334"/>
                  </a:cubicBezTo>
                  <a:cubicBezTo>
                    <a:pt x="224" y="2332"/>
                    <a:pt x="416"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9" name="Google Shape;10309;p38"/>
            <p:cNvSpPr/>
            <p:nvPr/>
          </p:nvSpPr>
          <p:spPr>
            <a:xfrm rot="-5400000">
              <a:off x="-60135" y="2971710"/>
              <a:ext cx="489326" cy="342507"/>
            </a:xfrm>
            <a:custGeom>
              <a:avLst/>
              <a:gdLst/>
              <a:ahLst/>
              <a:cxnLst/>
              <a:rect l="l" t="t" r="r" b="b"/>
              <a:pathLst>
                <a:path w="11745" h="8221" extrusionOk="0">
                  <a:moveTo>
                    <a:pt x="663" y="0"/>
                  </a:moveTo>
                  <a:cubicBezTo>
                    <a:pt x="137" y="965"/>
                    <a:pt x="1" y="1936"/>
                    <a:pt x="293" y="2781"/>
                  </a:cubicBezTo>
                  <a:cubicBezTo>
                    <a:pt x="646" y="3793"/>
                    <a:pt x="1554" y="4548"/>
                    <a:pt x="2922" y="4964"/>
                  </a:cubicBezTo>
                  <a:cubicBezTo>
                    <a:pt x="5563" y="5766"/>
                    <a:pt x="5763" y="7209"/>
                    <a:pt x="5763" y="7223"/>
                  </a:cubicBezTo>
                  <a:lnTo>
                    <a:pt x="5876" y="8221"/>
                  </a:lnTo>
                  <a:lnTo>
                    <a:pt x="5982" y="7223"/>
                  </a:lnTo>
                  <a:cubicBezTo>
                    <a:pt x="5986" y="7209"/>
                    <a:pt x="6182" y="5766"/>
                    <a:pt x="8824" y="4964"/>
                  </a:cubicBezTo>
                  <a:cubicBezTo>
                    <a:pt x="10191" y="4548"/>
                    <a:pt x="11099" y="3793"/>
                    <a:pt x="11452" y="2781"/>
                  </a:cubicBezTo>
                  <a:cubicBezTo>
                    <a:pt x="11745" y="1936"/>
                    <a:pt x="11608" y="965"/>
                    <a:pt x="11083" y="0"/>
                  </a:cubicBezTo>
                  <a:lnTo>
                    <a:pt x="10830" y="0"/>
                  </a:lnTo>
                  <a:cubicBezTo>
                    <a:pt x="11375" y="945"/>
                    <a:pt x="11525" y="1893"/>
                    <a:pt x="11242" y="2708"/>
                  </a:cubicBezTo>
                  <a:cubicBezTo>
                    <a:pt x="10913" y="3650"/>
                    <a:pt x="10055" y="4358"/>
                    <a:pt x="8757" y="4751"/>
                  </a:cubicBezTo>
                  <a:cubicBezTo>
                    <a:pt x="6771" y="5356"/>
                    <a:pt x="6099" y="6308"/>
                    <a:pt x="5873" y="6830"/>
                  </a:cubicBezTo>
                  <a:cubicBezTo>
                    <a:pt x="5650" y="6304"/>
                    <a:pt x="4974" y="5353"/>
                    <a:pt x="2988" y="4751"/>
                  </a:cubicBezTo>
                  <a:cubicBezTo>
                    <a:pt x="1691" y="4358"/>
                    <a:pt x="832"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0" name="Google Shape;10310;p38"/>
            <p:cNvSpPr/>
            <p:nvPr/>
          </p:nvSpPr>
          <p:spPr>
            <a:xfrm rot="-5400000">
              <a:off x="73268" y="3041328"/>
              <a:ext cx="91116" cy="203105"/>
            </a:xfrm>
            <a:custGeom>
              <a:avLst/>
              <a:gdLst/>
              <a:ahLst/>
              <a:cxnLst/>
              <a:rect l="l" t="t" r="r" b="b"/>
              <a:pathLst>
                <a:path w="2187" h="4875" extrusionOk="0">
                  <a:moveTo>
                    <a:pt x="1092" y="223"/>
                  </a:moveTo>
                  <a:cubicBezTo>
                    <a:pt x="1464" y="223"/>
                    <a:pt x="1963" y="3041"/>
                    <a:pt x="1963" y="3780"/>
                  </a:cubicBezTo>
                  <a:cubicBezTo>
                    <a:pt x="1960" y="4259"/>
                    <a:pt x="1571" y="4648"/>
                    <a:pt x="1092" y="4651"/>
                  </a:cubicBezTo>
                  <a:cubicBezTo>
                    <a:pt x="613" y="4648"/>
                    <a:pt x="223" y="4262"/>
                    <a:pt x="220" y="3780"/>
                  </a:cubicBezTo>
                  <a:cubicBezTo>
                    <a:pt x="220" y="3041"/>
                    <a:pt x="719" y="223"/>
                    <a:pt x="1092" y="223"/>
                  </a:cubicBezTo>
                  <a:close/>
                  <a:moveTo>
                    <a:pt x="1092" y="0"/>
                  </a:moveTo>
                  <a:cubicBezTo>
                    <a:pt x="390" y="0"/>
                    <a:pt x="0" y="3421"/>
                    <a:pt x="0" y="3780"/>
                  </a:cubicBezTo>
                  <a:cubicBezTo>
                    <a:pt x="0" y="4382"/>
                    <a:pt x="490" y="4871"/>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1" name="Google Shape;10311;p38"/>
            <p:cNvSpPr/>
            <p:nvPr/>
          </p:nvSpPr>
          <p:spPr>
            <a:xfrm rot="-5400000">
              <a:off x="13607" y="3162858"/>
              <a:ext cx="156359" cy="157026"/>
            </a:xfrm>
            <a:custGeom>
              <a:avLst/>
              <a:gdLst/>
              <a:ahLst/>
              <a:cxnLst/>
              <a:rect l="l" t="t" r="r" b="b"/>
              <a:pathLst>
                <a:path w="3753" h="3769" extrusionOk="0">
                  <a:moveTo>
                    <a:pt x="2725" y="0"/>
                  </a:moveTo>
                  <a:cubicBezTo>
                    <a:pt x="1797" y="569"/>
                    <a:pt x="543" y="1787"/>
                    <a:pt x="383" y="1980"/>
                  </a:cubicBezTo>
                  <a:cubicBezTo>
                    <a:pt x="0" y="2445"/>
                    <a:pt x="67" y="3134"/>
                    <a:pt x="529" y="3520"/>
                  </a:cubicBezTo>
                  <a:cubicBezTo>
                    <a:pt x="733" y="3687"/>
                    <a:pt x="978" y="3768"/>
                    <a:pt x="1223" y="3768"/>
                  </a:cubicBezTo>
                  <a:cubicBezTo>
                    <a:pt x="1539" y="3768"/>
                    <a:pt x="1852" y="3633"/>
                    <a:pt x="2070" y="3370"/>
                  </a:cubicBezTo>
                  <a:cubicBezTo>
                    <a:pt x="2249" y="3154"/>
                    <a:pt x="2748" y="2375"/>
                    <a:pt x="3157" y="1597"/>
                  </a:cubicBezTo>
                  <a:cubicBezTo>
                    <a:pt x="3637" y="689"/>
                    <a:pt x="3753" y="240"/>
                    <a:pt x="3740" y="0"/>
                  </a:cubicBezTo>
                  <a:lnTo>
                    <a:pt x="3527" y="0"/>
                  </a:lnTo>
                  <a:cubicBezTo>
                    <a:pt x="3613" y="462"/>
                    <a:pt x="2342" y="2691"/>
                    <a:pt x="1900" y="3230"/>
                  </a:cubicBezTo>
                  <a:cubicBezTo>
                    <a:pt x="1734" y="3430"/>
                    <a:pt x="1487" y="3546"/>
                    <a:pt x="1228" y="3546"/>
                  </a:cubicBezTo>
                  <a:cubicBezTo>
                    <a:pt x="1025" y="3546"/>
                    <a:pt x="829" y="3477"/>
                    <a:pt x="672" y="3347"/>
                  </a:cubicBezTo>
                  <a:cubicBezTo>
                    <a:pt x="303" y="3041"/>
                    <a:pt x="250" y="2492"/>
                    <a:pt x="556" y="2123"/>
                  </a:cubicBezTo>
                  <a:cubicBezTo>
                    <a:pt x="938" y="1660"/>
                    <a:pt x="2442"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2" name="Google Shape;10312;p38"/>
            <p:cNvSpPr/>
            <p:nvPr/>
          </p:nvSpPr>
          <p:spPr>
            <a:xfrm rot="-5400000">
              <a:off x="15836" y="2969315"/>
              <a:ext cx="151985" cy="157109"/>
            </a:xfrm>
            <a:custGeom>
              <a:avLst/>
              <a:gdLst/>
              <a:ahLst/>
              <a:cxnLst/>
              <a:rect l="l" t="t" r="r" b="b"/>
              <a:pathLst>
                <a:path w="3648" h="3771" extrusionOk="0">
                  <a:moveTo>
                    <a:pt x="14" y="0"/>
                  </a:moveTo>
                  <a:cubicBezTo>
                    <a:pt x="1" y="240"/>
                    <a:pt x="121" y="692"/>
                    <a:pt x="596" y="1600"/>
                  </a:cubicBezTo>
                  <a:cubicBezTo>
                    <a:pt x="1006" y="2375"/>
                    <a:pt x="1505" y="3157"/>
                    <a:pt x="1684" y="3373"/>
                  </a:cubicBezTo>
                  <a:cubicBezTo>
                    <a:pt x="1871" y="3596"/>
                    <a:pt x="2137" y="3739"/>
                    <a:pt x="2423" y="3766"/>
                  </a:cubicBezTo>
                  <a:cubicBezTo>
                    <a:pt x="2457" y="3769"/>
                    <a:pt x="2491" y="3771"/>
                    <a:pt x="2526" y="3771"/>
                  </a:cubicBezTo>
                  <a:cubicBezTo>
                    <a:pt x="2780" y="3771"/>
                    <a:pt x="3028" y="3684"/>
                    <a:pt x="3225" y="3523"/>
                  </a:cubicBezTo>
                  <a:cubicBezTo>
                    <a:pt x="3447" y="3340"/>
                    <a:pt x="3591" y="3071"/>
                    <a:pt x="3617" y="2785"/>
                  </a:cubicBezTo>
                  <a:cubicBezTo>
                    <a:pt x="3647" y="2495"/>
                    <a:pt x="3557" y="2206"/>
                    <a:pt x="3371" y="1983"/>
                  </a:cubicBezTo>
                  <a:cubicBezTo>
                    <a:pt x="3191" y="1767"/>
                    <a:pt x="2523" y="1128"/>
                    <a:pt x="1837" y="579"/>
                  </a:cubicBezTo>
                  <a:cubicBezTo>
                    <a:pt x="1581" y="373"/>
                    <a:pt x="1318" y="180"/>
                    <a:pt x="1042" y="3"/>
                  </a:cubicBezTo>
                  <a:lnTo>
                    <a:pt x="586" y="3"/>
                  </a:lnTo>
                  <a:cubicBezTo>
                    <a:pt x="799" y="100"/>
                    <a:pt x="1142" y="306"/>
                    <a:pt x="1698" y="752"/>
                  </a:cubicBezTo>
                  <a:cubicBezTo>
                    <a:pt x="2360" y="1281"/>
                    <a:pt x="3032" y="1920"/>
                    <a:pt x="3198" y="2123"/>
                  </a:cubicBezTo>
                  <a:cubicBezTo>
                    <a:pt x="3348" y="2302"/>
                    <a:pt x="3418" y="2532"/>
                    <a:pt x="3394" y="2761"/>
                  </a:cubicBezTo>
                  <a:cubicBezTo>
                    <a:pt x="3374" y="2991"/>
                    <a:pt x="3261" y="3204"/>
                    <a:pt x="3082" y="3350"/>
                  </a:cubicBezTo>
                  <a:cubicBezTo>
                    <a:pt x="2928" y="3480"/>
                    <a:pt x="2732" y="3550"/>
                    <a:pt x="2529" y="3550"/>
                  </a:cubicBezTo>
                  <a:cubicBezTo>
                    <a:pt x="2503" y="3550"/>
                    <a:pt x="2476" y="3546"/>
                    <a:pt x="2446" y="3546"/>
                  </a:cubicBezTo>
                  <a:cubicBezTo>
                    <a:pt x="2217" y="3523"/>
                    <a:pt x="2004" y="3410"/>
                    <a:pt x="1857" y="3234"/>
                  </a:cubicBezTo>
                  <a:cubicBezTo>
                    <a:pt x="1688" y="3027"/>
                    <a:pt x="1192" y="2249"/>
                    <a:pt x="796" y="1497"/>
                  </a:cubicBezTo>
                  <a:cubicBezTo>
                    <a:pt x="270" y="496"/>
                    <a:pt x="224"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3" name="Google Shape;10313;p38"/>
            <p:cNvSpPr/>
            <p:nvPr/>
          </p:nvSpPr>
          <p:spPr>
            <a:xfrm rot="-5400000">
              <a:off x="30106" y="3174190"/>
              <a:ext cx="92324" cy="107739"/>
            </a:xfrm>
            <a:custGeom>
              <a:avLst/>
              <a:gdLst/>
              <a:ahLst/>
              <a:cxnLst/>
              <a:rect l="l" t="t" r="r" b="b"/>
              <a:pathLst>
                <a:path w="2216" h="2586" extrusionOk="0">
                  <a:moveTo>
                    <a:pt x="2093" y="1"/>
                  </a:moveTo>
                  <a:cubicBezTo>
                    <a:pt x="2059" y="1"/>
                    <a:pt x="2026" y="17"/>
                    <a:pt x="2006" y="44"/>
                  </a:cubicBezTo>
                  <a:lnTo>
                    <a:pt x="37" y="2403"/>
                  </a:lnTo>
                  <a:cubicBezTo>
                    <a:pt x="0" y="2449"/>
                    <a:pt x="3" y="2519"/>
                    <a:pt x="53" y="2559"/>
                  </a:cubicBezTo>
                  <a:cubicBezTo>
                    <a:pt x="74" y="2577"/>
                    <a:pt x="99" y="2585"/>
                    <a:pt x="124" y="2585"/>
                  </a:cubicBezTo>
                  <a:cubicBezTo>
                    <a:pt x="156" y="2585"/>
                    <a:pt x="187" y="2572"/>
                    <a:pt x="210" y="2546"/>
                  </a:cubicBezTo>
                  <a:lnTo>
                    <a:pt x="2179" y="187"/>
                  </a:lnTo>
                  <a:cubicBezTo>
                    <a:pt x="2216" y="140"/>
                    <a:pt x="2209" y="67"/>
                    <a:pt x="2163" y="31"/>
                  </a:cubicBezTo>
                  <a:cubicBezTo>
                    <a:pt x="2143" y="11"/>
                    <a:pt x="2119" y="1"/>
                    <a:pt x="2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4" name="Google Shape;10314;p38"/>
            <p:cNvSpPr/>
            <p:nvPr/>
          </p:nvSpPr>
          <p:spPr>
            <a:xfrm rot="-5400000">
              <a:off x="101807" y="3063659"/>
              <a:ext cx="9332" cy="158734"/>
            </a:xfrm>
            <a:custGeom>
              <a:avLst/>
              <a:gdLst/>
              <a:ahLst/>
              <a:cxnLst/>
              <a:rect l="l" t="t" r="r" b="b"/>
              <a:pathLst>
                <a:path w="224" h="3810" extrusionOk="0">
                  <a:moveTo>
                    <a:pt x="114" y="1"/>
                  </a:moveTo>
                  <a:cubicBezTo>
                    <a:pt x="50" y="1"/>
                    <a:pt x="1" y="51"/>
                    <a:pt x="1" y="110"/>
                  </a:cubicBezTo>
                  <a:lnTo>
                    <a:pt x="1" y="3697"/>
                  </a:lnTo>
                  <a:cubicBezTo>
                    <a:pt x="1" y="3757"/>
                    <a:pt x="50" y="3807"/>
                    <a:pt x="114" y="3810"/>
                  </a:cubicBezTo>
                  <a:cubicBezTo>
                    <a:pt x="174" y="3810"/>
                    <a:pt x="223" y="3760"/>
                    <a:pt x="223" y="3697"/>
                  </a:cubicBezTo>
                  <a:lnTo>
                    <a:pt x="223" y="110"/>
                  </a:lnTo>
                  <a:cubicBezTo>
                    <a:pt x="223"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5" name="Google Shape;10315;p38"/>
            <p:cNvSpPr/>
            <p:nvPr/>
          </p:nvSpPr>
          <p:spPr>
            <a:xfrm rot="-5400000">
              <a:off x="31356" y="3002165"/>
              <a:ext cx="89699" cy="107614"/>
            </a:xfrm>
            <a:custGeom>
              <a:avLst/>
              <a:gdLst/>
              <a:ahLst/>
              <a:cxnLst/>
              <a:rect l="l" t="t" r="r" b="b"/>
              <a:pathLst>
                <a:path w="2153" h="2583" extrusionOk="0">
                  <a:moveTo>
                    <a:pt x="123" y="1"/>
                  </a:moveTo>
                  <a:cubicBezTo>
                    <a:pt x="100" y="1"/>
                    <a:pt x="73" y="11"/>
                    <a:pt x="53" y="27"/>
                  </a:cubicBezTo>
                  <a:cubicBezTo>
                    <a:pt x="7" y="64"/>
                    <a:pt x="0" y="134"/>
                    <a:pt x="37" y="184"/>
                  </a:cubicBezTo>
                  <a:lnTo>
                    <a:pt x="1943" y="2542"/>
                  </a:lnTo>
                  <a:cubicBezTo>
                    <a:pt x="1964" y="2569"/>
                    <a:pt x="1995" y="2582"/>
                    <a:pt x="2028" y="2582"/>
                  </a:cubicBezTo>
                  <a:cubicBezTo>
                    <a:pt x="2053" y="2582"/>
                    <a:pt x="2078" y="2575"/>
                    <a:pt x="2099" y="2559"/>
                  </a:cubicBezTo>
                  <a:cubicBezTo>
                    <a:pt x="2146" y="2519"/>
                    <a:pt x="2153" y="2449"/>
                    <a:pt x="2116" y="2403"/>
                  </a:cubicBezTo>
                  <a:lnTo>
                    <a:pt x="210" y="44"/>
                  </a:lnTo>
                  <a:cubicBezTo>
                    <a:pt x="190" y="17"/>
                    <a:pt x="156" y="1"/>
                    <a:pt x="1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6" name="Google Shape;10316;p38"/>
            <p:cNvSpPr/>
            <p:nvPr/>
          </p:nvSpPr>
          <p:spPr>
            <a:xfrm rot="-5400000">
              <a:off x="174300" y="3207228"/>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9" y="420"/>
                    <a:pt x="539" y="270"/>
                  </a:cubicBezTo>
                  <a:cubicBezTo>
                    <a:pt x="539" y="124"/>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7" name="Google Shape;10317;p38"/>
            <p:cNvSpPr/>
            <p:nvPr/>
          </p:nvSpPr>
          <p:spPr>
            <a:xfrm rot="-5400000">
              <a:off x="53791" y="3309322"/>
              <a:ext cx="22498" cy="22373"/>
            </a:xfrm>
            <a:custGeom>
              <a:avLst/>
              <a:gdLst/>
              <a:ahLst/>
              <a:cxnLst/>
              <a:rect l="l" t="t" r="r" b="b"/>
              <a:pathLst>
                <a:path w="540" h="537" extrusionOk="0">
                  <a:moveTo>
                    <a:pt x="270" y="1"/>
                  </a:moveTo>
                  <a:cubicBezTo>
                    <a:pt x="120" y="1"/>
                    <a:pt x="0" y="121"/>
                    <a:pt x="0" y="267"/>
                  </a:cubicBezTo>
                  <a:cubicBezTo>
                    <a:pt x="0" y="417"/>
                    <a:pt x="120" y="536"/>
                    <a:pt x="270" y="536"/>
                  </a:cubicBezTo>
                  <a:cubicBezTo>
                    <a:pt x="416" y="536"/>
                    <a:pt x="539" y="417"/>
                    <a:pt x="539" y="267"/>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8" name="Google Shape;10318;p38"/>
            <p:cNvSpPr/>
            <p:nvPr/>
          </p:nvSpPr>
          <p:spPr>
            <a:xfrm rot="-5400000">
              <a:off x="53791" y="2955191"/>
              <a:ext cx="22498" cy="22373"/>
            </a:xfrm>
            <a:custGeom>
              <a:avLst/>
              <a:gdLst/>
              <a:ahLst/>
              <a:cxnLst/>
              <a:rect l="l" t="t" r="r" b="b"/>
              <a:pathLst>
                <a:path w="540" h="537" extrusionOk="0">
                  <a:moveTo>
                    <a:pt x="270" y="1"/>
                  </a:moveTo>
                  <a:cubicBezTo>
                    <a:pt x="120" y="1"/>
                    <a:pt x="1" y="121"/>
                    <a:pt x="1" y="267"/>
                  </a:cubicBezTo>
                  <a:cubicBezTo>
                    <a:pt x="1" y="417"/>
                    <a:pt x="120" y="536"/>
                    <a:pt x="270" y="536"/>
                  </a:cubicBezTo>
                  <a:cubicBezTo>
                    <a:pt x="420" y="536"/>
                    <a:pt x="540" y="417"/>
                    <a:pt x="540" y="267"/>
                  </a:cubicBezTo>
                  <a:cubicBezTo>
                    <a:pt x="540"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9" name="Google Shape;10319;p38"/>
            <p:cNvSpPr/>
            <p:nvPr/>
          </p:nvSpPr>
          <p:spPr>
            <a:xfrm rot="-5400000">
              <a:off x="174300" y="3057827"/>
              <a:ext cx="22498" cy="22498"/>
            </a:xfrm>
            <a:custGeom>
              <a:avLst/>
              <a:gdLst/>
              <a:ahLst/>
              <a:cxnLst/>
              <a:rect l="l" t="t" r="r" b="b"/>
              <a:pathLst>
                <a:path w="540" h="540" extrusionOk="0">
                  <a:moveTo>
                    <a:pt x="270" y="1"/>
                  </a:moveTo>
                  <a:cubicBezTo>
                    <a:pt x="120" y="1"/>
                    <a:pt x="0" y="124"/>
                    <a:pt x="0" y="270"/>
                  </a:cubicBezTo>
                  <a:cubicBezTo>
                    <a:pt x="0" y="420"/>
                    <a:pt x="120" y="540"/>
                    <a:pt x="270" y="540"/>
                  </a:cubicBezTo>
                  <a:cubicBezTo>
                    <a:pt x="416" y="540"/>
                    <a:pt x="536" y="420"/>
                    <a:pt x="539" y="270"/>
                  </a:cubicBezTo>
                  <a:cubicBezTo>
                    <a:pt x="539" y="121"/>
                    <a:pt x="416"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0" name="Google Shape;10320;p38"/>
            <p:cNvSpPr/>
            <p:nvPr/>
          </p:nvSpPr>
          <p:spPr>
            <a:xfrm rot="-5400000">
              <a:off x="-76071" y="2370833"/>
              <a:ext cx="584150" cy="405459"/>
            </a:xfrm>
            <a:custGeom>
              <a:avLst/>
              <a:gdLst/>
              <a:ahLst/>
              <a:cxnLst/>
              <a:rect l="l" t="t" r="r" b="b"/>
              <a:pathLst>
                <a:path w="14021" h="9732" extrusionOk="0">
                  <a:moveTo>
                    <a:pt x="849"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2"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1" name="Google Shape;10321;p38"/>
            <p:cNvSpPr/>
            <p:nvPr/>
          </p:nvSpPr>
          <p:spPr>
            <a:xfrm rot="-5400000">
              <a:off x="-60135" y="2402184"/>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79" y="5766"/>
                    <a:pt x="8824" y="4964"/>
                  </a:cubicBezTo>
                  <a:cubicBezTo>
                    <a:pt x="10191" y="4548"/>
                    <a:pt x="11099" y="3793"/>
                    <a:pt x="11452" y="2781"/>
                  </a:cubicBezTo>
                  <a:cubicBezTo>
                    <a:pt x="11745"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88" y="4358"/>
                    <a:pt x="829"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2" name="Google Shape;10322;p38"/>
            <p:cNvSpPr/>
            <p:nvPr/>
          </p:nvSpPr>
          <p:spPr>
            <a:xfrm rot="-5400000">
              <a:off x="73268" y="2471927"/>
              <a:ext cx="91116" cy="203105"/>
            </a:xfrm>
            <a:custGeom>
              <a:avLst/>
              <a:gdLst/>
              <a:ahLst/>
              <a:cxnLst/>
              <a:rect l="l" t="t" r="r" b="b"/>
              <a:pathLst>
                <a:path w="2187" h="4875" extrusionOk="0">
                  <a:moveTo>
                    <a:pt x="1095" y="223"/>
                  </a:moveTo>
                  <a:cubicBezTo>
                    <a:pt x="1464" y="223"/>
                    <a:pt x="1963" y="3041"/>
                    <a:pt x="1963" y="3780"/>
                  </a:cubicBezTo>
                  <a:cubicBezTo>
                    <a:pt x="1963" y="4262"/>
                    <a:pt x="1574" y="4651"/>
                    <a:pt x="1095" y="4651"/>
                  </a:cubicBezTo>
                  <a:cubicBezTo>
                    <a:pt x="612" y="4651"/>
                    <a:pt x="223" y="4262"/>
                    <a:pt x="223" y="3780"/>
                  </a:cubicBezTo>
                  <a:cubicBezTo>
                    <a:pt x="223" y="3041"/>
                    <a:pt x="722" y="223"/>
                    <a:pt x="1095" y="223"/>
                  </a:cubicBezTo>
                  <a:close/>
                  <a:moveTo>
                    <a:pt x="1095" y="0"/>
                  </a:moveTo>
                  <a:cubicBezTo>
                    <a:pt x="390" y="0"/>
                    <a:pt x="0" y="3421"/>
                    <a:pt x="0" y="3780"/>
                  </a:cubicBezTo>
                  <a:cubicBezTo>
                    <a:pt x="0" y="4385"/>
                    <a:pt x="489"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3" name="Google Shape;10323;p38"/>
            <p:cNvSpPr/>
            <p:nvPr/>
          </p:nvSpPr>
          <p:spPr>
            <a:xfrm rot="-5400000">
              <a:off x="13587" y="2593311"/>
              <a:ext cx="156401" cy="157026"/>
            </a:xfrm>
            <a:custGeom>
              <a:avLst/>
              <a:gdLst/>
              <a:ahLst/>
              <a:cxnLst/>
              <a:rect l="l" t="t" r="r" b="b"/>
              <a:pathLst>
                <a:path w="3754" h="3769" extrusionOk="0">
                  <a:moveTo>
                    <a:pt x="2722" y="0"/>
                  </a:moveTo>
                  <a:cubicBezTo>
                    <a:pt x="1794" y="569"/>
                    <a:pt x="543" y="1787"/>
                    <a:pt x="383" y="1980"/>
                  </a:cubicBezTo>
                  <a:cubicBezTo>
                    <a:pt x="0" y="2449"/>
                    <a:pt x="67" y="3134"/>
                    <a:pt x="529" y="3520"/>
                  </a:cubicBezTo>
                  <a:cubicBezTo>
                    <a:pt x="733" y="3687"/>
                    <a:pt x="979" y="3769"/>
                    <a:pt x="1224" y="3769"/>
                  </a:cubicBezTo>
                  <a:cubicBezTo>
                    <a:pt x="1540" y="3769"/>
                    <a:pt x="1853" y="3634"/>
                    <a:pt x="2070" y="3373"/>
                  </a:cubicBezTo>
                  <a:cubicBezTo>
                    <a:pt x="2249" y="3157"/>
                    <a:pt x="2748" y="2375"/>
                    <a:pt x="3154" y="1600"/>
                  </a:cubicBezTo>
                  <a:cubicBezTo>
                    <a:pt x="3633" y="692"/>
                    <a:pt x="3753" y="240"/>
                    <a:pt x="3737" y="0"/>
                  </a:cubicBezTo>
                  <a:lnTo>
                    <a:pt x="3524" y="0"/>
                  </a:lnTo>
                  <a:cubicBezTo>
                    <a:pt x="3613" y="462"/>
                    <a:pt x="2339" y="2695"/>
                    <a:pt x="1897" y="3230"/>
                  </a:cubicBezTo>
                  <a:cubicBezTo>
                    <a:pt x="1730" y="3430"/>
                    <a:pt x="1484" y="3546"/>
                    <a:pt x="1225" y="3546"/>
                  </a:cubicBezTo>
                  <a:cubicBezTo>
                    <a:pt x="1022" y="3546"/>
                    <a:pt x="826" y="3477"/>
                    <a:pt x="672" y="3347"/>
                  </a:cubicBezTo>
                  <a:cubicBezTo>
                    <a:pt x="300" y="3041"/>
                    <a:pt x="250" y="2492"/>
                    <a:pt x="553" y="2123"/>
                  </a:cubicBezTo>
                  <a:cubicBezTo>
                    <a:pt x="935" y="1660"/>
                    <a:pt x="2442" y="353"/>
                    <a:pt x="3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4" name="Google Shape;10324;p38"/>
            <p:cNvSpPr/>
            <p:nvPr/>
          </p:nvSpPr>
          <p:spPr>
            <a:xfrm rot="-5400000">
              <a:off x="13691" y="2397226"/>
              <a:ext cx="156651" cy="157484"/>
            </a:xfrm>
            <a:custGeom>
              <a:avLst/>
              <a:gdLst/>
              <a:ahLst/>
              <a:cxnLst/>
              <a:rect l="l" t="t" r="r" b="b"/>
              <a:pathLst>
                <a:path w="3760" h="3780" extrusionOk="0">
                  <a:moveTo>
                    <a:pt x="17" y="0"/>
                  </a:moveTo>
                  <a:cubicBezTo>
                    <a:pt x="0" y="240"/>
                    <a:pt x="120" y="692"/>
                    <a:pt x="596" y="1600"/>
                  </a:cubicBezTo>
                  <a:cubicBezTo>
                    <a:pt x="1005" y="2375"/>
                    <a:pt x="1504" y="3157"/>
                    <a:pt x="1683" y="3373"/>
                  </a:cubicBezTo>
                  <a:cubicBezTo>
                    <a:pt x="1900" y="3641"/>
                    <a:pt x="2216" y="3779"/>
                    <a:pt x="2535" y="3779"/>
                  </a:cubicBezTo>
                  <a:cubicBezTo>
                    <a:pt x="2780" y="3779"/>
                    <a:pt x="3027" y="3697"/>
                    <a:pt x="3230" y="3530"/>
                  </a:cubicBezTo>
                  <a:cubicBezTo>
                    <a:pt x="3700" y="3141"/>
                    <a:pt x="3759" y="2445"/>
                    <a:pt x="3370" y="1983"/>
                  </a:cubicBezTo>
                  <a:cubicBezTo>
                    <a:pt x="3190" y="1763"/>
                    <a:pt x="2518" y="1124"/>
                    <a:pt x="1833" y="579"/>
                  </a:cubicBezTo>
                  <a:cubicBezTo>
                    <a:pt x="1580" y="369"/>
                    <a:pt x="1314" y="180"/>
                    <a:pt x="1041" y="0"/>
                  </a:cubicBezTo>
                  <a:lnTo>
                    <a:pt x="582" y="0"/>
                  </a:lnTo>
                  <a:cubicBezTo>
                    <a:pt x="795" y="96"/>
                    <a:pt x="1138" y="306"/>
                    <a:pt x="1693" y="749"/>
                  </a:cubicBezTo>
                  <a:cubicBezTo>
                    <a:pt x="2359" y="1281"/>
                    <a:pt x="3027" y="1916"/>
                    <a:pt x="3197" y="2123"/>
                  </a:cubicBezTo>
                  <a:cubicBezTo>
                    <a:pt x="3666" y="2688"/>
                    <a:pt x="3264" y="3546"/>
                    <a:pt x="2528" y="3546"/>
                  </a:cubicBezTo>
                  <a:cubicBezTo>
                    <a:pt x="2502" y="3546"/>
                    <a:pt x="2472" y="3546"/>
                    <a:pt x="2445" y="3543"/>
                  </a:cubicBezTo>
                  <a:cubicBezTo>
                    <a:pt x="2212" y="3523"/>
                    <a:pt x="2003" y="3410"/>
                    <a:pt x="1856" y="3230"/>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5" name="Google Shape;10325;p38"/>
            <p:cNvSpPr/>
            <p:nvPr/>
          </p:nvSpPr>
          <p:spPr>
            <a:xfrm rot="-5400000">
              <a:off x="30002" y="2604726"/>
              <a:ext cx="92532" cy="107739"/>
            </a:xfrm>
            <a:custGeom>
              <a:avLst/>
              <a:gdLst/>
              <a:ahLst/>
              <a:cxnLst/>
              <a:rect l="l" t="t" r="r" b="b"/>
              <a:pathLst>
                <a:path w="2221" h="2586" extrusionOk="0">
                  <a:moveTo>
                    <a:pt x="2094" y="1"/>
                  </a:moveTo>
                  <a:cubicBezTo>
                    <a:pt x="2060" y="4"/>
                    <a:pt x="2030" y="17"/>
                    <a:pt x="2010" y="44"/>
                  </a:cubicBezTo>
                  <a:lnTo>
                    <a:pt x="41" y="2403"/>
                  </a:lnTo>
                  <a:cubicBezTo>
                    <a:pt x="1" y="2449"/>
                    <a:pt x="8" y="2519"/>
                    <a:pt x="54" y="2559"/>
                  </a:cubicBezTo>
                  <a:cubicBezTo>
                    <a:pt x="75" y="2577"/>
                    <a:pt x="100" y="2585"/>
                    <a:pt x="125" y="2585"/>
                  </a:cubicBezTo>
                  <a:cubicBezTo>
                    <a:pt x="157" y="2585"/>
                    <a:pt x="188" y="2572"/>
                    <a:pt x="211" y="2546"/>
                  </a:cubicBezTo>
                  <a:lnTo>
                    <a:pt x="2180" y="184"/>
                  </a:lnTo>
                  <a:cubicBezTo>
                    <a:pt x="2220" y="137"/>
                    <a:pt x="2213" y="67"/>
                    <a:pt x="2167" y="27"/>
                  </a:cubicBezTo>
                  <a:cubicBezTo>
                    <a:pt x="2147" y="11"/>
                    <a:pt x="2120" y="1"/>
                    <a:pt x="20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6" name="Google Shape;10326;p38"/>
            <p:cNvSpPr/>
            <p:nvPr/>
          </p:nvSpPr>
          <p:spPr>
            <a:xfrm rot="-5400000">
              <a:off x="101744" y="2494195"/>
              <a:ext cx="9332" cy="158609"/>
            </a:xfrm>
            <a:custGeom>
              <a:avLst/>
              <a:gdLst/>
              <a:ahLst/>
              <a:cxnLst/>
              <a:rect l="l" t="t" r="r" b="b"/>
              <a:pathLst>
                <a:path w="224" h="3807" extrusionOk="0">
                  <a:moveTo>
                    <a:pt x="114" y="1"/>
                  </a:moveTo>
                  <a:cubicBezTo>
                    <a:pt x="51" y="1"/>
                    <a:pt x="1" y="51"/>
                    <a:pt x="1" y="110"/>
                  </a:cubicBezTo>
                  <a:lnTo>
                    <a:pt x="1" y="3697"/>
                  </a:lnTo>
                  <a:cubicBezTo>
                    <a:pt x="1" y="3770"/>
                    <a:pt x="57" y="3807"/>
                    <a:pt x="112" y="3807"/>
                  </a:cubicBezTo>
                  <a:cubicBezTo>
                    <a:pt x="168" y="3807"/>
                    <a:pt x="224" y="3770"/>
                    <a:pt x="224" y="3697"/>
                  </a:cubicBezTo>
                  <a:lnTo>
                    <a:pt x="224" y="110"/>
                  </a:lnTo>
                  <a:cubicBezTo>
                    <a:pt x="224" y="51"/>
                    <a:pt x="174" y="1"/>
                    <a:pt x="1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7" name="Google Shape;10327;p38"/>
            <p:cNvSpPr/>
            <p:nvPr/>
          </p:nvSpPr>
          <p:spPr>
            <a:xfrm rot="-5400000">
              <a:off x="30314" y="2432347"/>
              <a:ext cx="91866" cy="107698"/>
            </a:xfrm>
            <a:custGeom>
              <a:avLst/>
              <a:gdLst/>
              <a:ahLst/>
              <a:cxnLst/>
              <a:rect l="l" t="t" r="r" b="b"/>
              <a:pathLst>
                <a:path w="2205" h="2585" extrusionOk="0">
                  <a:moveTo>
                    <a:pt x="147" y="1"/>
                  </a:moveTo>
                  <a:cubicBezTo>
                    <a:pt x="50" y="1"/>
                    <a:pt x="0" y="110"/>
                    <a:pt x="60" y="184"/>
                  </a:cubicBezTo>
                  <a:lnTo>
                    <a:pt x="1963" y="2542"/>
                  </a:lnTo>
                  <a:cubicBezTo>
                    <a:pt x="1988" y="2572"/>
                    <a:pt x="2017" y="2584"/>
                    <a:pt x="2046"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8" name="Google Shape;10328;p38"/>
            <p:cNvSpPr/>
            <p:nvPr/>
          </p:nvSpPr>
          <p:spPr>
            <a:xfrm rot="-5400000">
              <a:off x="172466" y="2639743"/>
              <a:ext cx="26206" cy="22456"/>
            </a:xfrm>
            <a:custGeom>
              <a:avLst/>
              <a:gdLst/>
              <a:ahLst/>
              <a:cxnLst/>
              <a:rect l="l" t="t" r="r" b="b"/>
              <a:pathLst>
                <a:path w="629" h="539" extrusionOk="0">
                  <a:moveTo>
                    <a:pt x="358" y="0"/>
                  </a:moveTo>
                  <a:cubicBezTo>
                    <a:pt x="292" y="0"/>
                    <a:pt x="225" y="25"/>
                    <a:pt x="170" y="80"/>
                  </a:cubicBezTo>
                  <a:cubicBezTo>
                    <a:pt x="0" y="249"/>
                    <a:pt x="120" y="539"/>
                    <a:pt x="359" y="539"/>
                  </a:cubicBezTo>
                  <a:cubicBezTo>
                    <a:pt x="509" y="539"/>
                    <a:pt x="629" y="419"/>
                    <a:pt x="629" y="269"/>
                  </a:cubicBezTo>
                  <a:cubicBezTo>
                    <a:pt x="629" y="107"/>
                    <a:pt x="497" y="0"/>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9" name="Google Shape;10329;p38"/>
            <p:cNvSpPr/>
            <p:nvPr/>
          </p:nvSpPr>
          <p:spPr>
            <a:xfrm rot="-5400000">
              <a:off x="53791" y="2739921"/>
              <a:ext cx="22498" cy="22373"/>
            </a:xfrm>
            <a:custGeom>
              <a:avLst/>
              <a:gdLst/>
              <a:ahLst/>
              <a:cxnLst/>
              <a:rect l="l" t="t" r="r" b="b"/>
              <a:pathLst>
                <a:path w="540" h="537" extrusionOk="0">
                  <a:moveTo>
                    <a:pt x="270" y="1"/>
                  </a:moveTo>
                  <a:cubicBezTo>
                    <a:pt x="123" y="1"/>
                    <a:pt x="4" y="121"/>
                    <a:pt x="4" y="267"/>
                  </a:cubicBezTo>
                  <a:cubicBezTo>
                    <a:pt x="0" y="417"/>
                    <a:pt x="123" y="536"/>
                    <a:pt x="270" y="536"/>
                  </a:cubicBezTo>
                  <a:cubicBezTo>
                    <a:pt x="420" y="536"/>
                    <a:pt x="539" y="417"/>
                    <a:pt x="539" y="267"/>
                  </a:cubicBezTo>
                  <a:cubicBezTo>
                    <a:pt x="539" y="121"/>
                    <a:pt x="420" y="1"/>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0" name="Google Shape;10330;p38"/>
            <p:cNvSpPr/>
            <p:nvPr/>
          </p:nvSpPr>
          <p:spPr>
            <a:xfrm rot="-5400000">
              <a:off x="51978" y="2387560"/>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1" name="Google Shape;10331;p38"/>
            <p:cNvSpPr/>
            <p:nvPr/>
          </p:nvSpPr>
          <p:spPr>
            <a:xfrm rot="-5400000">
              <a:off x="172446" y="2490321"/>
              <a:ext cx="26247" cy="22456"/>
            </a:xfrm>
            <a:custGeom>
              <a:avLst/>
              <a:gdLst/>
              <a:ahLst/>
              <a:cxnLst/>
              <a:rect l="l" t="t" r="r" b="b"/>
              <a:pathLst>
                <a:path w="630" h="539" extrusionOk="0">
                  <a:moveTo>
                    <a:pt x="359" y="0"/>
                  </a:moveTo>
                  <a:cubicBezTo>
                    <a:pt x="293" y="0"/>
                    <a:pt x="225" y="25"/>
                    <a:pt x="170" y="80"/>
                  </a:cubicBezTo>
                  <a:cubicBezTo>
                    <a:pt x="0"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2" name="Google Shape;10332;p38"/>
            <p:cNvSpPr/>
            <p:nvPr/>
          </p:nvSpPr>
          <p:spPr>
            <a:xfrm rot="-5400000">
              <a:off x="-76050" y="1801286"/>
              <a:ext cx="584108" cy="405459"/>
            </a:xfrm>
            <a:custGeom>
              <a:avLst/>
              <a:gdLst/>
              <a:ahLst/>
              <a:cxnLst/>
              <a:rect l="l" t="t" r="r" b="b"/>
              <a:pathLst>
                <a:path w="14020" h="9732" extrusionOk="0">
                  <a:moveTo>
                    <a:pt x="848" y="0"/>
                  </a:moveTo>
                  <a:cubicBezTo>
                    <a:pt x="173" y="1181"/>
                    <a:pt x="0" y="2372"/>
                    <a:pt x="359" y="3407"/>
                  </a:cubicBezTo>
                  <a:cubicBezTo>
                    <a:pt x="778" y="4611"/>
                    <a:pt x="1860" y="5509"/>
                    <a:pt x="3487" y="6002"/>
                  </a:cubicBezTo>
                  <a:cubicBezTo>
                    <a:pt x="6677" y="6970"/>
                    <a:pt x="6900" y="8706"/>
                    <a:pt x="6900" y="8723"/>
                  </a:cubicBezTo>
                  <a:lnTo>
                    <a:pt x="7006" y="9731"/>
                  </a:lnTo>
                  <a:lnTo>
                    <a:pt x="7120" y="8726"/>
                  </a:lnTo>
                  <a:cubicBezTo>
                    <a:pt x="7120" y="8706"/>
                    <a:pt x="7356" y="6967"/>
                    <a:pt x="10530"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5" y="4468"/>
                    <a:pt x="12023" y="5316"/>
                    <a:pt x="10466" y="5789"/>
                  </a:cubicBezTo>
                  <a:cubicBezTo>
                    <a:pt x="8031" y="6527"/>
                    <a:pt x="7253" y="7702"/>
                    <a:pt x="7010" y="8311"/>
                  </a:cubicBezTo>
                  <a:cubicBezTo>
                    <a:pt x="6764" y="7702"/>
                    <a:pt x="5985" y="6527"/>
                    <a:pt x="3550" y="5789"/>
                  </a:cubicBezTo>
                  <a:cubicBezTo>
                    <a:pt x="1993" y="5316"/>
                    <a:pt x="961"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3" name="Google Shape;10333;p38"/>
            <p:cNvSpPr/>
            <p:nvPr/>
          </p:nvSpPr>
          <p:spPr>
            <a:xfrm rot="-5400000">
              <a:off x="-60135" y="1832782"/>
              <a:ext cx="489326" cy="342507"/>
            </a:xfrm>
            <a:custGeom>
              <a:avLst/>
              <a:gdLst/>
              <a:ahLst/>
              <a:cxnLst/>
              <a:rect l="l" t="t" r="r" b="b"/>
              <a:pathLst>
                <a:path w="11745" h="8221" extrusionOk="0">
                  <a:moveTo>
                    <a:pt x="663" y="0"/>
                  </a:moveTo>
                  <a:cubicBezTo>
                    <a:pt x="137" y="965"/>
                    <a:pt x="1" y="1936"/>
                    <a:pt x="294" y="2781"/>
                  </a:cubicBezTo>
                  <a:cubicBezTo>
                    <a:pt x="646" y="3793"/>
                    <a:pt x="1554" y="4548"/>
                    <a:pt x="2922" y="4964"/>
                  </a:cubicBezTo>
                  <a:cubicBezTo>
                    <a:pt x="5563" y="5766"/>
                    <a:pt x="5763" y="7209"/>
                    <a:pt x="5763" y="7223"/>
                  </a:cubicBezTo>
                  <a:lnTo>
                    <a:pt x="5879" y="8221"/>
                  </a:lnTo>
                  <a:lnTo>
                    <a:pt x="5983" y="7223"/>
                  </a:lnTo>
                  <a:cubicBezTo>
                    <a:pt x="5986" y="7209"/>
                    <a:pt x="6182" y="5766"/>
                    <a:pt x="8824" y="4964"/>
                  </a:cubicBezTo>
                  <a:cubicBezTo>
                    <a:pt x="10191" y="4548"/>
                    <a:pt x="11099" y="3793"/>
                    <a:pt x="11452" y="2781"/>
                  </a:cubicBezTo>
                  <a:cubicBezTo>
                    <a:pt x="11745" y="1936"/>
                    <a:pt x="11612" y="965"/>
                    <a:pt x="11083" y="0"/>
                  </a:cubicBezTo>
                  <a:lnTo>
                    <a:pt x="10830" y="0"/>
                  </a:lnTo>
                  <a:cubicBezTo>
                    <a:pt x="11375" y="945"/>
                    <a:pt x="11525" y="1893"/>
                    <a:pt x="11242" y="2708"/>
                  </a:cubicBezTo>
                  <a:cubicBezTo>
                    <a:pt x="10913" y="3650"/>
                    <a:pt x="10055" y="4358"/>
                    <a:pt x="8761" y="4751"/>
                  </a:cubicBezTo>
                  <a:cubicBezTo>
                    <a:pt x="6771" y="5356"/>
                    <a:pt x="6099" y="6308"/>
                    <a:pt x="5873" y="6830"/>
                  </a:cubicBezTo>
                  <a:cubicBezTo>
                    <a:pt x="5650" y="6304"/>
                    <a:pt x="4978" y="5353"/>
                    <a:pt x="2988" y="4751"/>
                  </a:cubicBezTo>
                  <a:cubicBezTo>
                    <a:pt x="1691" y="4358"/>
                    <a:pt x="833" y="3650"/>
                    <a:pt x="503"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4" name="Google Shape;10334;p38"/>
            <p:cNvSpPr/>
            <p:nvPr/>
          </p:nvSpPr>
          <p:spPr>
            <a:xfrm rot="-5400000">
              <a:off x="73206" y="1902463"/>
              <a:ext cx="91241" cy="203105"/>
            </a:xfrm>
            <a:custGeom>
              <a:avLst/>
              <a:gdLst/>
              <a:ahLst/>
              <a:cxnLst/>
              <a:rect l="l" t="t" r="r" b="b"/>
              <a:pathLst>
                <a:path w="2190" h="4875" extrusionOk="0">
                  <a:moveTo>
                    <a:pt x="1095" y="223"/>
                  </a:moveTo>
                  <a:cubicBezTo>
                    <a:pt x="1467" y="223"/>
                    <a:pt x="1966" y="3041"/>
                    <a:pt x="1966" y="3780"/>
                  </a:cubicBezTo>
                  <a:cubicBezTo>
                    <a:pt x="1956" y="4252"/>
                    <a:pt x="1567" y="4632"/>
                    <a:pt x="1095" y="4632"/>
                  </a:cubicBezTo>
                  <a:cubicBezTo>
                    <a:pt x="622" y="4632"/>
                    <a:pt x="233" y="4252"/>
                    <a:pt x="223" y="3780"/>
                  </a:cubicBezTo>
                  <a:cubicBezTo>
                    <a:pt x="223" y="3041"/>
                    <a:pt x="722" y="223"/>
                    <a:pt x="1095" y="223"/>
                  </a:cubicBezTo>
                  <a:close/>
                  <a:moveTo>
                    <a:pt x="1095" y="0"/>
                  </a:moveTo>
                  <a:cubicBezTo>
                    <a:pt x="393" y="0"/>
                    <a:pt x="4" y="3421"/>
                    <a:pt x="4" y="3780"/>
                  </a:cubicBezTo>
                  <a:cubicBezTo>
                    <a:pt x="0" y="4385"/>
                    <a:pt x="493" y="4874"/>
                    <a:pt x="1095" y="4874"/>
                  </a:cubicBezTo>
                  <a:cubicBezTo>
                    <a:pt x="1700" y="4874"/>
                    <a:pt x="2189" y="4385"/>
                    <a:pt x="2189" y="3780"/>
                  </a:cubicBezTo>
                  <a:cubicBezTo>
                    <a:pt x="2189" y="3421"/>
                    <a:pt x="1800"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5" name="Google Shape;10335;p38"/>
            <p:cNvSpPr/>
            <p:nvPr/>
          </p:nvSpPr>
          <p:spPr>
            <a:xfrm rot="-5400000">
              <a:off x="13566" y="2023930"/>
              <a:ext cx="156568" cy="157151"/>
            </a:xfrm>
            <a:custGeom>
              <a:avLst/>
              <a:gdLst/>
              <a:ahLst/>
              <a:cxnLst/>
              <a:rect l="l" t="t" r="r" b="b"/>
              <a:pathLst>
                <a:path w="3758" h="3772" extrusionOk="0">
                  <a:moveTo>
                    <a:pt x="2729" y="0"/>
                  </a:moveTo>
                  <a:cubicBezTo>
                    <a:pt x="1801" y="569"/>
                    <a:pt x="547" y="1787"/>
                    <a:pt x="384" y="1980"/>
                  </a:cubicBezTo>
                  <a:cubicBezTo>
                    <a:pt x="1" y="2445"/>
                    <a:pt x="68" y="3134"/>
                    <a:pt x="533" y="3520"/>
                  </a:cubicBezTo>
                  <a:cubicBezTo>
                    <a:pt x="737" y="3689"/>
                    <a:pt x="984" y="3771"/>
                    <a:pt x="1229" y="3771"/>
                  </a:cubicBezTo>
                  <a:cubicBezTo>
                    <a:pt x="1543" y="3771"/>
                    <a:pt x="1855" y="3635"/>
                    <a:pt x="2070" y="3373"/>
                  </a:cubicBezTo>
                  <a:cubicBezTo>
                    <a:pt x="2250" y="3157"/>
                    <a:pt x="2752" y="2375"/>
                    <a:pt x="3158" y="1600"/>
                  </a:cubicBezTo>
                  <a:cubicBezTo>
                    <a:pt x="3637" y="692"/>
                    <a:pt x="3757" y="240"/>
                    <a:pt x="3740" y="0"/>
                  </a:cubicBezTo>
                  <a:lnTo>
                    <a:pt x="3531" y="0"/>
                  </a:lnTo>
                  <a:cubicBezTo>
                    <a:pt x="3617" y="462"/>
                    <a:pt x="2346" y="2695"/>
                    <a:pt x="1904" y="3230"/>
                  </a:cubicBezTo>
                  <a:cubicBezTo>
                    <a:pt x="1732" y="3438"/>
                    <a:pt x="1483" y="3546"/>
                    <a:pt x="1231" y="3546"/>
                  </a:cubicBezTo>
                  <a:cubicBezTo>
                    <a:pt x="1036" y="3546"/>
                    <a:pt x="839" y="3481"/>
                    <a:pt x="676" y="3347"/>
                  </a:cubicBezTo>
                  <a:cubicBezTo>
                    <a:pt x="307" y="3041"/>
                    <a:pt x="254" y="2492"/>
                    <a:pt x="560" y="2123"/>
                  </a:cubicBezTo>
                  <a:cubicBezTo>
                    <a:pt x="942" y="1660"/>
                    <a:pt x="2446" y="353"/>
                    <a:pt x="3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6" name="Google Shape;10336;p38"/>
            <p:cNvSpPr/>
            <p:nvPr/>
          </p:nvSpPr>
          <p:spPr>
            <a:xfrm rot="-5400000">
              <a:off x="13670" y="1828012"/>
              <a:ext cx="156359" cy="157151"/>
            </a:xfrm>
            <a:custGeom>
              <a:avLst/>
              <a:gdLst/>
              <a:ahLst/>
              <a:cxnLst/>
              <a:rect l="l" t="t" r="r" b="b"/>
              <a:pathLst>
                <a:path w="3753" h="3772" extrusionOk="0">
                  <a:moveTo>
                    <a:pt x="14" y="0"/>
                  </a:moveTo>
                  <a:cubicBezTo>
                    <a:pt x="0" y="240"/>
                    <a:pt x="117" y="692"/>
                    <a:pt x="592" y="1600"/>
                  </a:cubicBezTo>
                  <a:cubicBezTo>
                    <a:pt x="1002" y="2375"/>
                    <a:pt x="1504" y="3157"/>
                    <a:pt x="1680" y="3373"/>
                  </a:cubicBezTo>
                  <a:cubicBezTo>
                    <a:pt x="1897" y="3635"/>
                    <a:pt x="2210" y="3771"/>
                    <a:pt x="2525" y="3771"/>
                  </a:cubicBezTo>
                  <a:cubicBezTo>
                    <a:pt x="2770" y="3771"/>
                    <a:pt x="3017" y="3689"/>
                    <a:pt x="3221" y="3520"/>
                  </a:cubicBezTo>
                  <a:cubicBezTo>
                    <a:pt x="3686" y="3137"/>
                    <a:pt x="3753" y="2449"/>
                    <a:pt x="3367" y="1983"/>
                  </a:cubicBezTo>
                  <a:cubicBezTo>
                    <a:pt x="3187" y="1763"/>
                    <a:pt x="2519" y="1124"/>
                    <a:pt x="1833" y="576"/>
                  </a:cubicBezTo>
                  <a:cubicBezTo>
                    <a:pt x="1577" y="369"/>
                    <a:pt x="1314" y="180"/>
                    <a:pt x="1038" y="0"/>
                  </a:cubicBezTo>
                  <a:lnTo>
                    <a:pt x="582" y="0"/>
                  </a:lnTo>
                  <a:cubicBezTo>
                    <a:pt x="795" y="96"/>
                    <a:pt x="1138" y="306"/>
                    <a:pt x="1694" y="749"/>
                  </a:cubicBezTo>
                  <a:cubicBezTo>
                    <a:pt x="2356" y="1281"/>
                    <a:pt x="3028" y="1916"/>
                    <a:pt x="3194" y="2123"/>
                  </a:cubicBezTo>
                  <a:cubicBezTo>
                    <a:pt x="3666" y="2688"/>
                    <a:pt x="3264" y="3550"/>
                    <a:pt x="2525" y="3550"/>
                  </a:cubicBezTo>
                  <a:cubicBezTo>
                    <a:pt x="2499" y="3550"/>
                    <a:pt x="2472" y="3546"/>
                    <a:pt x="2442" y="3546"/>
                  </a:cubicBezTo>
                  <a:cubicBezTo>
                    <a:pt x="2213" y="3523"/>
                    <a:pt x="2000" y="3410"/>
                    <a:pt x="1853" y="3234"/>
                  </a:cubicBezTo>
                  <a:cubicBezTo>
                    <a:pt x="1684"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7" name="Google Shape;10337;p38"/>
            <p:cNvSpPr/>
            <p:nvPr/>
          </p:nvSpPr>
          <p:spPr>
            <a:xfrm rot="-5400000">
              <a:off x="29460" y="2035908"/>
              <a:ext cx="93657" cy="107781"/>
            </a:xfrm>
            <a:custGeom>
              <a:avLst/>
              <a:gdLst/>
              <a:ahLst/>
              <a:cxnLst/>
              <a:rect l="l" t="t" r="r" b="b"/>
              <a:pathLst>
                <a:path w="2248" h="2587" extrusionOk="0">
                  <a:moveTo>
                    <a:pt x="2125" y="1"/>
                  </a:moveTo>
                  <a:cubicBezTo>
                    <a:pt x="2092" y="1"/>
                    <a:pt x="2062" y="17"/>
                    <a:pt x="2038" y="44"/>
                  </a:cubicBezTo>
                  <a:lnTo>
                    <a:pt x="72" y="2403"/>
                  </a:lnTo>
                  <a:cubicBezTo>
                    <a:pt x="1" y="2487"/>
                    <a:pt x="75" y="2587"/>
                    <a:pt x="158" y="2587"/>
                  </a:cubicBezTo>
                  <a:cubicBezTo>
                    <a:pt x="187" y="2587"/>
                    <a:pt x="217" y="2575"/>
                    <a:pt x="242" y="2546"/>
                  </a:cubicBezTo>
                  <a:lnTo>
                    <a:pt x="2211" y="187"/>
                  </a:lnTo>
                  <a:cubicBezTo>
                    <a:pt x="2248" y="140"/>
                    <a:pt x="2241" y="70"/>
                    <a:pt x="2195" y="31"/>
                  </a:cubicBezTo>
                  <a:cubicBezTo>
                    <a:pt x="2175" y="11"/>
                    <a:pt x="2151" y="1"/>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8" name="Google Shape;10338;p38"/>
            <p:cNvSpPr/>
            <p:nvPr/>
          </p:nvSpPr>
          <p:spPr>
            <a:xfrm rot="-5400000">
              <a:off x="101724" y="1924523"/>
              <a:ext cx="9707" cy="158942"/>
            </a:xfrm>
            <a:custGeom>
              <a:avLst/>
              <a:gdLst/>
              <a:ahLst/>
              <a:cxnLst/>
              <a:rect l="l" t="t" r="r" b="b"/>
              <a:pathLst>
                <a:path w="233" h="3815" extrusionOk="0">
                  <a:moveTo>
                    <a:pt x="116" y="1"/>
                  </a:moveTo>
                  <a:cubicBezTo>
                    <a:pt x="56" y="1"/>
                    <a:pt x="6" y="51"/>
                    <a:pt x="6" y="110"/>
                  </a:cubicBezTo>
                  <a:lnTo>
                    <a:pt x="6" y="3697"/>
                  </a:lnTo>
                  <a:cubicBezTo>
                    <a:pt x="1" y="3775"/>
                    <a:pt x="58" y="3814"/>
                    <a:pt x="116" y="3814"/>
                  </a:cubicBezTo>
                  <a:cubicBezTo>
                    <a:pt x="174" y="3814"/>
                    <a:pt x="232" y="3775"/>
                    <a:pt x="229" y="3697"/>
                  </a:cubicBezTo>
                  <a:lnTo>
                    <a:pt x="229" y="110"/>
                  </a:lnTo>
                  <a:cubicBezTo>
                    <a:pt x="229" y="51"/>
                    <a:pt x="179"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9" name="Google Shape;10339;p38"/>
            <p:cNvSpPr/>
            <p:nvPr/>
          </p:nvSpPr>
          <p:spPr>
            <a:xfrm rot="-5400000">
              <a:off x="30314" y="1862946"/>
              <a:ext cx="91866" cy="107698"/>
            </a:xfrm>
            <a:custGeom>
              <a:avLst/>
              <a:gdLst/>
              <a:ahLst/>
              <a:cxnLst/>
              <a:rect l="l" t="t" r="r" b="b"/>
              <a:pathLst>
                <a:path w="2205" h="2585" extrusionOk="0">
                  <a:moveTo>
                    <a:pt x="147" y="1"/>
                  </a:moveTo>
                  <a:cubicBezTo>
                    <a:pt x="53" y="1"/>
                    <a:pt x="0" y="110"/>
                    <a:pt x="60" y="184"/>
                  </a:cubicBezTo>
                  <a:lnTo>
                    <a:pt x="1963" y="2542"/>
                  </a:lnTo>
                  <a:cubicBezTo>
                    <a:pt x="1987" y="2572"/>
                    <a:pt x="2017" y="2584"/>
                    <a:pt x="2046" y="2584"/>
                  </a:cubicBezTo>
                  <a:cubicBezTo>
                    <a:pt x="2128" y="2584"/>
                    <a:pt x="2205"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0" name="Google Shape;10340;p38"/>
            <p:cNvSpPr/>
            <p:nvPr/>
          </p:nvSpPr>
          <p:spPr>
            <a:xfrm rot="-5400000">
              <a:off x="172446" y="2070196"/>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1" name="Google Shape;10341;p38"/>
            <p:cNvSpPr/>
            <p:nvPr/>
          </p:nvSpPr>
          <p:spPr>
            <a:xfrm rot="-5400000">
              <a:off x="51854" y="2172332"/>
              <a:ext cx="26247" cy="22498"/>
            </a:xfrm>
            <a:custGeom>
              <a:avLst/>
              <a:gdLst/>
              <a:ahLst/>
              <a:cxnLst/>
              <a:rect l="l" t="t" r="r" b="b"/>
              <a:pathLst>
                <a:path w="630" h="540" extrusionOk="0">
                  <a:moveTo>
                    <a:pt x="359" y="1"/>
                  </a:moveTo>
                  <a:cubicBezTo>
                    <a:pt x="293" y="1"/>
                    <a:pt x="225" y="25"/>
                    <a:pt x="170" y="80"/>
                  </a:cubicBezTo>
                  <a:cubicBezTo>
                    <a:pt x="0" y="250"/>
                    <a:pt x="123" y="539"/>
                    <a:pt x="363" y="539"/>
                  </a:cubicBezTo>
                  <a:cubicBezTo>
                    <a:pt x="509" y="539"/>
                    <a:pt x="629" y="420"/>
                    <a:pt x="629" y="270"/>
                  </a:cubicBezTo>
                  <a:cubicBezTo>
                    <a:pt x="629"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2" name="Google Shape;10342;p38"/>
            <p:cNvSpPr/>
            <p:nvPr/>
          </p:nvSpPr>
          <p:spPr>
            <a:xfrm rot="-5400000">
              <a:off x="51874" y="1818055"/>
              <a:ext cx="26206" cy="22498"/>
            </a:xfrm>
            <a:custGeom>
              <a:avLst/>
              <a:gdLst/>
              <a:ahLst/>
              <a:cxnLst/>
              <a:rect l="l" t="t" r="r" b="b"/>
              <a:pathLst>
                <a:path w="629" h="540" extrusionOk="0">
                  <a:moveTo>
                    <a:pt x="358" y="1"/>
                  </a:moveTo>
                  <a:cubicBezTo>
                    <a:pt x="292" y="1"/>
                    <a:pt x="225" y="25"/>
                    <a:pt x="170" y="80"/>
                  </a:cubicBezTo>
                  <a:cubicBezTo>
                    <a:pt x="1" y="249"/>
                    <a:pt x="118" y="539"/>
                    <a:pt x="355" y="539"/>
                  </a:cubicBezTo>
                  <a:cubicBezTo>
                    <a:pt x="357" y="539"/>
                    <a:pt x="358" y="539"/>
                    <a:pt x="359" y="539"/>
                  </a:cubicBezTo>
                  <a:cubicBezTo>
                    <a:pt x="509" y="539"/>
                    <a:pt x="629" y="420"/>
                    <a:pt x="629" y="270"/>
                  </a:cubicBezTo>
                  <a:cubicBezTo>
                    <a:pt x="629" y="108"/>
                    <a:pt x="496" y="1"/>
                    <a:pt x="3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3" name="Google Shape;10343;p38"/>
            <p:cNvSpPr/>
            <p:nvPr/>
          </p:nvSpPr>
          <p:spPr>
            <a:xfrm rot="-5400000">
              <a:off x="172446" y="1920794"/>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06" y="539"/>
                    <a:pt x="626"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4" name="Google Shape;10344;p38"/>
            <p:cNvSpPr/>
            <p:nvPr/>
          </p:nvSpPr>
          <p:spPr>
            <a:xfrm rot="-5400000">
              <a:off x="-76071" y="1231905"/>
              <a:ext cx="584150" cy="405459"/>
            </a:xfrm>
            <a:custGeom>
              <a:avLst/>
              <a:gdLst/>
              <a:ahLst/>
              <a:cxnLst/>
              <a:rect l="l" t="t" r="r" b="b"/>
              <a:pathLst>
                <a:path w="14021" h="9732" extrusionOk="0">
                  <a:moveTo>
                    <a:pt x="853" y="0"/>
                  </a:moveTo>
                  <a:cubicBezTo>
                    <a:pt x="177" y="1181"/>
                    <a:pt x="1" y="2372"/>
                    <a:pt x="360" y="3407"/>
                  </a:cubicBezTo>
                  <a:cubicBezTo>
                    <a:pt x="779" y="4611"/>
                    <a:pt x="1861" y="5509"/>
                    <a:pt x="3491" y="6002"/>
                  </a:cubicBezTo>
                  <a:cubicBezTo>
                    <a:pt x="6681" y="6970"/>
                    <a:pt x="6901" y="8706"/>
                    <a:pt x="6901" y="8723"/>
                  </a:cubicBezTo>
                  <a:lnTo>
                    <a:pt x="7007" y="9731"/>
                  </a:lnTo>
                  <a:lnTo>
                    <a:pt x="7120" y="8726"/>
                  </a:lnTo>
                  <a:cubicBezTo>
                    <a:pt x="7124" y="8706"/>
                    <a:pt x="7357" y="6967"/>
                    <a:pt x="10534" y="6002"/>
                  </a:cubicBezTo>
                  <a:cubicBezTo>
                    <a:pt x="12161" y="5509"/>
                    <a:pt x="13245" y="4611"/>
                    <a:pt x="13661" y="3407"/>
                  </a:cubicBezTo>
                  <a:cubicBezTo>
                    <a:pt x="14020" y="2372"/>
                    <a:pt x="13847" y="1181"/>
                    <a:pt x="13172" y="0"/>
                  </a:cubicBezTo>
                  <a:lnTo>
                    <a:pt x="12913" y="0"/>
                  </a:lnTo>
                  <a:cubicBezTo>
                    <a:pt x="13608" y="1161"/>
                    <a:pt x="13801" y="2332"/>
                    <a:pt x="13455" y="3334"/>
                  </a:cubicBezTo>
                  <a:cubicBezTo>
                    <a:pt x="13059" y="4468"/>
                    <a:pt x="12028" y="5316"/>
                    <a:pt x="10471" y="5789"/>
                  </a:cubicBezTo>
                  <a:cubicBezTo>
                    <a:pt x="8035" y="6527"/>
                    <a:pt x="7257" y="7702"/>
                    <a:pt x="7011" y="8311"/>
                  </a:cubicBezTo>
                  <a:cubicBezTo>
                    <a:pt x="6768" y="7702"/>
                    <a:pt x="5989" y="6527"/>
                    <a:pt x="3554" y="5789"/>
                  </a:cubicBezTo>
                  <a:cubicBezTo>
                    <a:pt x="1997" y="5316"/>
                    <a:pt x="966" y="4468"/>
                    <a:pt x="570" y="3334"/>
                  </a:cubicBezTo>
                  <a:cubicBezTo>
                    <a:pt x="224" y="2332"/>
                    <a:pt x="417" y="1161"/>
                    <a:pt x="1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5" name="Google Shape;10345;p38"/>
            <p:cNvSpPr/>
            <p:nvPr/>
          </p:nvSpPr>
          <p:spPr>
            <a:xfrm rot="-5400000">
              <a:off x="-60135" y="1263256"/>
              <a:ext cx="489326" cy="342507"/>
            </a:xfrm>
            <a:custGeom>
              <a:avLst/>
              <a:gdLst/>
              <a:ahLst/>
              <a:cxnLst/>
              <a:rect l="l" t="t" r="r" b="b"/>
              <a:pathLst>
                <a:path w="11745" h="8221" extrusionOk="0">
                  <a:moveTo>
                    <a:pt x="663" y="0"/>
                  </a:moveTo>
                  <a:cubicBezTo>
                    <a:pt x="134" y="965"/>
                    <a:pt x="1" y="1936"/>
                    <a:pt x="294" y="2781"/>
                  </a:cubicBezTo>
                  <a:cubicBezTo>
                    <a:pt x="646" y="3793"/>
                    <a:pt x="1555" y="4548"/>
                    <a:pt x="2922" y="4964"/>
                  </a:cubicBezTo>
                  <a:cubicBezTo>
                    <a:pt x="5564" y="5766"/>
                    <a:pt x="5760" y="7209"/>
                    <a:pt x="5760" y="7223"/>
                  </a:cubicBezTo>
                  <a:lnTo>
                    <a:pt x="5876" y="8221"/>
                  </a:lnTo>
                  <a:lnTo>
                    <a:pt x="5983" y="7223"/>
                  </a:lnTo>
                  <a:cubicBezTo>
                    <a:pt x="5983" y="7209"/>
                    <a:pt x="6179" y="5766"/>
                    <a:pt x="8824" y="4964"/>
                  </a:cubicBezTo>
                  <a:cubicBezTo>
                    <a:pt x="10188" y="4548"/>
                    <a:pt x="11100" y="3793"/>
                    <a:pt x="11449" y="2781"/>
                  </a:cubicBezTo>
                  <a:cubicBezTo>
                    <a:pt x="11745" y="1936"/>
                    <a:pt x="11609" y="965"/>
                    <a:pt x="11080" y="0"/>
                  </a:cubicBezTo>
                  <a:lnTo>
                    <a:pt x="10827" y="0"/>
                  </a:lnTo>
                  <a:cubicBezTo>
                    <a:pt x="11376" y="945"/>
                    <a:pt x="11522" y="1893"/>
                    <a:pt x="11239"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3" y="2708"/>
                  </a:cubicBezTo>
                  <a:cubicBezTo>
                    <a:pt x="221" y="1893"/>
                    <a:pt x="367"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6" name="Google Shape;10346;p38"/>
            <p:cNvSpPr/>
            <p:nvPr/>
          </p:nvSpPr>
          <p:spPr>
            <a:xfrm rot="-5400000">
              <a:off x="73268" y="1332999"/>
              <a:ext cx="91116" cy="203105"/>
            </a:xfrm>
            <a:custGeom>
              <a:avLst/>
              <a:gdLst/>
              <a:ahLst/>
              <a:cxnLst/>
              <a:rect l="l" t="t" r="r" b="b"/>
              <a:pathLst>
                <a:path w="2187" h="4875" extrusionOk="0">
                  <a:moveTo>
                    <a:pt x="1092" y="223"/>
                  </a:moveTo>
                  <a:cubicBezTo>
                    <a:pt x="1464" y="223"/>
                    <a:pt x="1963" y="3041"/>
                    <a:pt x="1963" y="3780"/>
                  </a:cubicBezTo>
                  <a:cubicBezTo>
                    <a:pt x="1963" y="4262"/>
                    <a:pt x="1574" y="4651"/>
                    <a:pt x="1092" y="4651"/>
                  </a:cubicBezTo>
                  <a:cubicBezTo>
                    <a:pt x="613" y="4651"/>
                    <a:pt x="223" y="4262"/>
                    <a:pt x="223" y="3780"/>
                  </a:cubicBezTo>
                  <a:cubicBezTo>
                    <a:pt x="223" y="3041"/>
                    <a:pt x="722" y="223"/>
                    <a:pt x="1092" y="223"/>
                  </a:cubicBezTo>
                  <a:close/>
                  <a:moveTo>
                    <a:pt x="1092" y="0"/>
                  </a:moveTo>
                  <a:cubicBezTo>
                    <a:pt x="390" y="0"/>
                    <a:pt x="0" y="3421"/>
                    <a:pt x="0" y="3780"/>
                  </a:cubicBezTo>
                  <a:cubicBezTo>
                    <a:pt x="0" y="4385"/>
                    <a:pt x="489" y="4874"/>
                    <a:pt x="1092" y="4874"/>
                  </a:cubicBezTo>
                  <a:cubicBezTo>
                    <a:pt x="1697" y="4874"/>
                    <a:pt x="2186" y="4385"/>
                    <a:pt x="2186" y="3780"/>
                  </a:cubicBezTo>
                  <a:cubicBezTo>
                    <a:pt x="2186" y="3421"/>
                    <a:pt x="1797" y="0"/>
                    <a:pt x="10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7" name="Google Shape;10347;p38"/>
            <p:cNvSpPr/>
            <p:nvPr/>
          </p:nvSpPr>
          <p:spPr>
            <a:xfrm rot="-5400000">
              <a:off x="13587" y="1454383"/>
              <a:ext cx="157359" cy="157984"/>
            </a:xfrm>
            <a:custGeom>
              <a:avLst/>
              <a:gdLst/>
              <a:ahLst/>
              <a:cxnLst/>
              <a:rect l="l" t="t" r="r" b="b"/>
              <a:pathLst>
                <a:path w="3777" h="3792" extrusionOk="0">
                  <a:moveTo>
                    <a:pt x="2745" y="0"/>
                  </a:moveTo>
                  <a:cubicBezTo>
                    <a:pt x="1817" y="569"/>
                    <a:pt x="566" y="1787"/>
                    <a:pt x="403" y="1980"/>
                  </a:cubicBezTo>
                  <a:cubicBezTo>
                    <a:pt x="0" y="2445"/>
                    <a:pt x="60" y="3151"/>
                    <a:pt x="533" y="3543"/>
                  </a:cubicBezTo>
                  <a:cubicBezTo>
                    <a:pt x="737" y="3710"/>
                    <a:pt x="983" y="3791"/>
                    <a:pt x="1227" y="3791"/>
                  </a:cubicBezTo>
                  <a:cubicBezTo>
                    <a:pt x="1553" y="3791"/>
                    <a:pt x="1875" y="3647"/>
                    <a:pt x="2089" y="3370"/>
                  </a:cubicBezTo>
                  <a:cubicBezTo>
                    <a:pt x="2269" y="3154"/>
                    <a:pt x="2772" y="2375"/>
                    <a:pt x="3181" y="1597"/>
                  </a:cubicBezTo>
                  <a:cubicBezTo>
                    <a:pt x="3656" y="689"/>
                    <a:pt x="3776" y="240"/>
                    <a:pt x="3763" y="0"/>
                  </a:cubicBezTo>
                  <a:lnTo>
                    <a:pt x="3547" y="0"/>
                  </a:lnTo>
                  <a:cubicBezTo>
                    <a:pt x="3637" y="462"/>
                    <a:pt x="2362" y="2691"/>
                    <a:pt x="1920" y="3230"/>
                  </a:cubicBezTo>
                  <a:cubicBezTo>
                    <a:pt x="1748" y="3438"/>
                    <a:pt x="1499" y="3546"/>
                    <a:pt x="1248" y="3546"/>
                  </a:cubicBezTo>
                  <a:cubicBezTo>
                    <a:pt x="1053" y="3546"/>
                    <a:pt x="857" y="3481"/>
                    <a:pt x="696" y="3347"/>
                  </a:cubicBezTo>
                  <a:cubicBezTo>
                    <a:pt x="323" y="3041"/>
                    <a:pt x="270" y="2492"/>
                    <a:pt x="579" y="2123"/>
                  </a:cubicBezTo>
                  <a:cubicBezTo>
                    <a:pt x="958" y="1660"/>
                    <a:pt x="2465" y="353"/>
                    <a:pt x="3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8" name="Google Shape;10348;p38"/>
            <p:cNvSpPr/>
            <p:nvPr/>
          </p:nvSpPr>
          <p:spPr>
            <a:xfrm rot="-5400000">
              <a:off x="13691" y="1258590"/>
              <a:ext cx="156359" cy="157193"/>
            </a:xfrm>
            <a:custGeom>
              <a:avLst/>
              <a:gdLst/>
              <a:ahLst/>
              <a:cxnLst/>
              <a:rect l="l" t="t" r="r" b="b"/>
              <a:pathLst>
                <a:path w="3753" h="3773" extrusionOk="0">
                  <a:moveTo>
                    <a:pt x="236" y="0"/>
                  </a:moveTo>
                  <a:lnTo>
                    <a:pt x="13" y="3"/>
                  </a:lnTo>
                  <a:cubicBezTo>
                    <a:pt x="0" y="243"/>
                    <a:pt x="120" y="695"/>
                    <a:pt x="596" y="1600"/>
                  </a:cubicBezTo>
                  <a:cubicBezTo>
                    <a:pt x="1005" y="2379"/>
                    <a:pt x="1504" y="3157"/>
                    <a:pt x="1683" y="3377"/>
                  </a:cubicBezTo>
                  <a:cubicBezTo>
                    <a:pt x="1900" y="3638"/>
                    <a:pt x="2212" y="3773"/>
                    <a:pt x="2527" y="3773"/>
                  </a:cubicBezTo>
                  <a:cubicBezTo>
                    <a:pt x="2773" y="3773"/>
                    <a:pt x="3020" y="3691"/>
                    <a:pt x="3224" y="3523"/>
                  </a:cubicBezTo>
                  <a:cubicBezTo>
                    <a:pt x="3690" y="3137"/>
                    <a:pt x="3753" y="2449"/>
                    <a:pt x="3370" y="1983"/>
                  </a:cubicBezTo>
                  <a:cubicBezTo>
                    <a:pt x="3191" y="1767"/>
                    <a:pt x="2519" y="1128"/>
                    <a:pt x="1833" y="579"/>
                  </a:cubicBezTo>
                  <a:cubicBezTo>
                    <a:pt x="1580" y="373"/>
                    <a:pt x="1314" y="180"/>
                    <a:pt x="1041" y="3"/>
                  </a:cubicBezTo>
                  <a:lnTo>
                    <a:pt x="582" y="3"/>
                  </a:lnTo>
                  <a:cubicBezTo>
                    <a:pt x="795" y="100"/>
                    <a:pt x="1141" y="306"/>
                    <a:pt x="1693"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6"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9" name="Google Shape;10349;p38"/>
            <p:cNvSpPr/>
            <p:nvPr/>
          </p:nvSpPr>
          <p:spPr>
            <a:xfrm rot="-5400000">
              <a:off x="29439" y="1466236"/>
              <a:ext cx="93532" cy="107614"/>
            </a:xfrm>
            <a:custGeom>
              <a:avLst/>
              <a:gdLst/>
              <a:ahLst/>
              <a:cxnLst/>
              <a:rect l="l" t="t" r="r" b="b"/>
              <a:pathLst>
                <a:path w="2245" h="2583" extrusionOk="0">
                  <a:moveTo>
                    <a:pt x="2118" y="1"/>
                  </a:moveTo>
                  <a:cubicBezTo>
                    <a:pt x="2085" y="4"/>
                    <a:pt x="2055" y="17"/>
                    <a:pt x="2035" y="44"/>
                  </a:cubicBezTo>
                  <a:lnTo>
                    <a:pt x="65" y="2403"/>
                  </a:lnTo>
                  <a:cubicBezTo>
                    <a:pt x="1" y="2487"/>
                    <a:pt x="73" y="2583"/>
                    <a:pt x="155" y="2583"/>
                  </a:cubicBezTo>
                  <a:cubicBezTo>
                    <a:pt x="182" y="2583"/>
                    <a:pt x="211" y="2572"/>
                    <a:pt x="235" y="2546"/>
                  </a:cubicBezTo>
                  <a:lnTo>
                    <a:pt x="2205" y="187"/>
                  </a:lnTo>
                  <a:cubicBezTo>
                    <a:pt x="2244" y="140"/>
                    <a:pt x="2238" y="67"/>
                    <a:pt x="2191" y="31"/>
                  </a:cubicBezTo>
                  <a:cubicBezTo>
                    <a:pt x="2168" y="11"/>
                    <a:pt x="2145"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0" name="Google Shape;10350;p38"/>
            <p:cNvSpPr/>
            <p:nvPr/>
          </p:nvSpPr>
          <p:spPr>
            <a:xfrm rot="-5400000">
              <a:off x="101703" y="1355101"/>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1" name="Google Shape;10351;p38"/>
            <p:cNvSpPr/>
            <p:nvPr/>
          </p:nvSpPr>
          <p:spPr>
            <a:xfrm rot="-5400000">
              <a:off x="30231" y="1293461"/>
              <a:ext cx="92032" cy="107698"/>
            </a:xfrm>
            <a:custGeom>
              <a:avLst/>
              <a:gdLst/>
              <a:ahLst/>
              <a:cxnLst/>
              <a:rect l="l" t="t" r="r" b="b"/>
              <a:pathLst>
                <a:path w="2209" h="2585" extrusionOk="0">
                  <a:moveTo>
                    <a:pt x="150" y="1"/>
                  </a:moveTo>
                  <a:cubicBezTo>
                    <a:pt x="53" y="1"/>
                    <a:pt x="0" y="110"/>
                    <a:pt x="60" y="184"/>
                  </a:cubicBezTo>
                  <a:lnTo>
                    <a:pt x="1966" y="2542"/>
                  </a:lnTo>
                  <a:cubicBezTo>
                    <a:pt x="1991" y="2572"/>
                    <a:pt x="2020" y="2584"/>
                    <a:pt x="2049" y="2584"/>
                  </a:cubicBezTo>
                  <a:cubicBezTo>
                    <a:pt x="2132" y="2584"/>
                    <a:pt x="2208" y="2486"/>
                    <a:pt x="2139" y="2403"/>
                  </a:cubicBezTo>
                  <a:lnTo>
                    <a:pt x="233" y="44"/>
                  </a:lnTo>
                  <a:cubicBezTo>
                    <a:pt x="213" y="17"/>
                    <a:pt x="183"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2" name="Google Shape;10352;p38"/>
            <p:cNvSpPr/>
            <p:nvPr/>
          </p:nvSpPr>
          <p:spPr>
            <a:xfrm rot="-5400000">
              <a:off x="172529" y="1500753"/>
              <a:ext cx="26081" cy="22456"/>
            </a:xfrm>
            <a:custGeom>
              <a:avLst/>
              <a:gdLst/>
              <a:ahLst/>
              <a:cxnLst/>
              <a:rect l="l" t="t" r="r" b="b"/>
              <a:pathLst>
                <a:path w="626" h="539" extrusionOk="0">
                  <a:moveTo>
                    <a:pt x="355" y="0"/>
                  </a:moveTo>
                  <a:cubicBezTo>
                    <a:pt x="289" y="0"/>
                    <a:pt x="222" y="25"/>
                    <a:pt x="167" y="80"/>
                  </a:cubicBezTo>
                  <a:cubicBezTo>
                    <a:pt x="0" y="249"/>
                    <a:pt x="120" y="539"/>
                    <a:pt x="360" y="539"/>
                  </a:cubicBezTo>
                  <a:cubicBezTo>
                    <a:pt x="506" y="539"/>
                    <a:pt x="626" y="419"/>
                    <a:pt x="626" y="269"/>
                  </a:cubicBezTo>
                  <a:cubicBezTo>
                    <a:pt x="626" y="107"/>
                    <a:pt x="494"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3" name="Google Shape;10353;p38"/>
            <p:cNvSpPr/>
            <p:nvPr/>
          </p:nvSpPr>
          <p:spPr>
            <a:xfrm rot="-5400000">
              <a:off x="51895" y="1602847"/>
              <a:ext cx="26247" cy="22414"/>
            </a:xfrm>
            <a:custGeom>
              <a:avLst/>
              <a:gdLst/>
              <a:ahLst/>
              <a:cxnLst/>
              <a:rect l="l" t="t" r="r" b="b"/>
              <a:pathLst>
                <a:path w="630" h="538" extrusionOk="0">
                  <a:moveTo>
                    <a:pt x="359" y="0"/>
                  </a:moveTo>
                  <a:cubicBezTo>
                    <a:pt x="293" y="0"/>
                    <a:pt x="225" y="24"/>
                    <a:pt x="170" y="78"/>
                  </a:cubicBezTo>
                  <a:cubicBezTo>
                    <a:pt x="1" y="248"/>
                    <a:pt x="120" y="537"/>
                    <a:pt x="360" y="537"/>
                  </a:cubicBezTo>
                  <a:cubicBezTo>
                    <a:pt x="510" y="537"/>
                    <a:pt x="629" y="418"/>
                    <a:pt x="629" y="268"/>
                  </a:cubicBezTo>
                  <a:cubicBezTo>
                    <a:pt x="629"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4" name="Google Shape;10354;p38"/>
            <p:cNvSpPr/>
            <p:nvPr/>
          </p:nvSpPr>
          <p:spPr>
            <a:xfrm rot="-5400000">
              <a:off x="51978" y="1248632"/>
              <a:ext cx="26081" cy="22414"/>
            </a:xfrm>
            <a:custGeom>
              <a:avLst/>
              <a:gdLst/>
              <a:ahLst/>
              <a:cxnLst/>
              <a:rect l="l" t="t" r="r" b="b"/>
              <a:pathLst>
                <a:path w="626" h="538" extrusionOk="0">
                  <a:moveTo>
                    <a:pt x="355" y="0"/>
                  </a:moveTo>
                  <a:cubicBezTo>
                    <a:pt x="289" y="0"/>
                    <a:pt x="221" y="24"/>
                    <a:pt x="166" y="78"/>
                  </a:cubicBezTo>
                  <a:cubicBezTo>
                    <a:pt x="0" y="248"/>
                    <a:pt x="120" y="537"/>
                    <a:pt x="359" y="537"/>
                  </a:cubicBezTo>
                  <a:cubicBezTo>
                    <a:pt x="506" y="537"/>
                    <a:pt x="626" y="418"/>
                    <a:pt x="626" y="268"/>
                  </a:cubicBezTo>
                  <a:cubicBezTo>
                    <a:pt x="626" y="106"/>
                    <a:pt x="493" y="0"/>
                    <a:pt x="3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5" name="Google Shape;10355;p38"/>
            <p:cNvSpPr/>
            <p:nvPr/>
          </p:nvSpPr>
          <p:spPr>
            <a:xfrm rot="-5400000">
              <a:off x="172446" y="1351393"/>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6" name="Google Shape;10356;p38"/>
            <p:cNvSpPr/>
            <p:nvPr/>
          </p:nvSpPr>
          <p:spPr>
            <a:xfrm rot="-5400000">
              <a:off x="-76050" y="662358"/>
              <a:ext cx="584108" cy="405459"/>
            </a:xfrm>
            <a:custGeom>
              <a:avLst/>
              <a:gdLst/>
              <a:ahLst/>
              <a:cxnLst/>
              <a:rect l="l" t="t" r="r" b="b"/>
              <a:pathLst>
                <a:path w="14020" h="9732" extrusionOk="0">
                  <a:moveTo>
                    <a:pt x="848" y="0"/>
                  </a:moveTo>
                  <a:cubicBezTo>
                    <a:pt x="176" y="1181"/>
                    <a:pt x="0" y="2372"/>
                    <a:pt x="359" y="3407"/>
                  </a:cubicBezTo>
                  <a:cubicBezTo>
                    <a:pt x="779" y="4611"/>
                    <a:pt x="1860" y="5509"/>
                    <a:pt x="3487" y="6002"/>
                  </a:cubicBezTo>
                  <a:cubicBezTo>
                    <a:pt x="6680" y="6970"/>
                    <a:pt x="6900" y="8706"/>
                    <a:pt x="6900" y="8723"/>
                  </a:cubicBezTo>
                  <a:lnTo>
                    <a:pt x="7006" y="9731"/>
                  </a:lnTo>
                  <a:lnTo>
                    <a:pt x="7120" y="8726"/>
                  </a:lnTo>
                  <a:cubicBezTo>
                    <a:pt x="7123" y="8706"/>
                    <a:pt x="7356" y="6967"/>
                    <a:pt x="10533" y="6002"/>
                  </a:cubicBezTo>
                  <a:cubicBezTo>
                    <a:pt x="12160" y="5509"/>
                    <a:pt x="13241" y="4611"/>
                    <a:pt x="13660" y="3407"/>
                  </a:cubicBezTo>
                  <a:cubicBezTo>
                    <a:pt x="14020" y="2372"/>
                    <a:pt x="13843" y="1181"/>
                    <a:pt x="13171" y="0"/>
                  </a:cubicBezTo>
                  <a:lnTo>
                    <a:pt x="12912" y="0"/>
                  </a:lnTo>
                  <a:cubicBezTo>
                    <a:pt x="13607" y="1161"/>
                    <a:pt x="13800" y="2332"/>
                    <a:pt x="13451" y="3334"/>
                  </a:cubicBezTo>
                  <a:cubicBezTo>
                    <a:pt x="13058" y="4468"/>
                    <a:pt x="12027" y="5316"/>
                    <a:pt x="10466" y="5789"/>
                  </a:cubicBezTo>
                  <a:cubicBezTo>
                    <a:pt x="8031" y="6527"/>
                    <a:pt x="7256" y="7702"/>
                    <a:pt x="7010" y="8311"/>
                  </a:cubicBezTo>
                  <a:cubicBezTo>
                    <a:pt x="6764" y="7702"/>
                    <a:pt x="5988" y="6527"/>
                    <a:pt x="3553"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7" name="Google Shape;10357;p38"/>
            <p:cNvSpPr/>
            <p:nvPr/>
          </p:nvSpPr>
          <p:spPr>
            <a:xfrm rot="-5400000">
              <a:off x="-60219" y="693771"/>
              <a:ext cx="489493" cy="342507"/>
            </a:xfrm>
            <a:custGeom>
              <a:avLst/>
              <a:gdLst/>
              <a:ahLst/>
              <a:cxnLst/>
              <a:rect l="l" t="t" r="r" b="b"/>
              <a:pathLst>
                <a:path w="11749" h="8221" extrusionOk="0">
                  <a:moveTo>
                    <a:pt x="663" y="0"/>
                  </a:moveTo>
                  <a:cubicBezTo>
                    <a:pt x="134" y="965"/>
                    <a:pt x="1" y="1936"/>
                    <a:pt x="294" y="2781"/>
                  </a:cubicBezTo>
                  <a:cubicBezTo>
                    <a:pt x="646" y="3793"/>
                    <a:pt x="1555" y="4548"/>
                    <a:pt x="2922" y="4964"/>
                  </a:cubicBezTo>
                  <a:cubicBezTo>
                    <a:pt x="5563" y="5766"/>
                    <a:pt x="5763" y="7209"/>
                    <a:pt x="5763" y="7223"/>
                  </a:cubicBezTo>
                  <a:lnTo>
                    <a:pt x="5876" y="8221"/>
                  </a:lnTo>
                  <a:lnTo>
                    <a:pt x="5983" y="7223"/>
                  </a:lnTo>
                  <a:cubicBezTo>
                    <a:pt x="5986" y="7209"/>
                    <a:pt x="6182" y="5766"/>
                    <a:pt x="8824" y="4964"/>
                  </a:cubicBezTo>
                  <a:cubicBezTo>
                    <a:pt x="10191" y="4548"/>
                    <a:pt x="11099" y="3793"/>
                    <a:pt x="11452" y="2781"/>
                  </a:cubicBezTo>
                  <a:cubicBezTo>
                    <a:pt x="11748" y="1936"/>
                    <a:pt x="11608" y="965"/>
                    <a:pt x="11083" y="0"/>
                  </a:cubicBezTo>
                  <a:lnTo>
                    <a:pt x="10830" y="0"/>
                  </a:lnTo>
                  <a:cubicBezTo>
                    <a:pt x="11376" y="945"/>
                    <a:pt x="11525" y="1893"/>
                    <a:pt x="11242" y="2708"/>
                  </a:cubicBezTo>
                  <a:cubicBezTo>
                    <a:pt x="10913" y="3650"/>
                    <a:pt x="10055" y="4358"/>
                    <a:pt x="8757" y="4751"/>
                  </a:cubicBezTo>
                  <a:cubicBezTo>
                    <a:pt x="6768" y="5356"/>
                    <a:pt x="6096" y="6308"/>
                    <a:pt x="5873" y="6830"/>
                  </a:cubicBezTo>
                  <a:cubicBezTo>
                    <a:pt x="5647" y="6304"/>
                    <a:pt x="4975" y="5353"/>
                    <a:pt x="2985" y="4751"/>
                  </a:cubicBezTo>
                  <a:cubicBezTo>
                    <a:pt x="1691" y="4358"/>
                    <a:pt x="833" y="3650"/>
                    <a:pt x="507" y="2708"/>
                  </a:cubicBezTo>
                  <a:cubicBezTo>
                    <a:pt x="220" y="1893"/>
                    <a:pt x="370" y="945"/>
                    <a:pt x="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8" name="Google Shape;10358;p38"/>
            <p:cNvSpPr/>
            <p:nvPr/>
          </p:nvSpPr>
          <p:spPr>
            <a:xfrm rot="-5400000">
              <a:off x="73206" y="763119"/>
              <a:ext cx="92074" cy="203938"/>
            </a:xfrm>
            <a:custGeom>
              <a:avLst/>
              <a:gdLst/>
              <a:ahLst/>
              <a:cxnLst/>
              <a:rect l="l" t="t" r="r" b="b"/>
              <a:pathLst>
                <a:path w="2210" h="4895" extrusionOk="0">
                  <a:moveTo>
                    <a:pt x="1105" y="223"/>
                  </a:moveTo>
                  <a:cubicBezTo>
                    <a:pt x="1477" y="223"/>
                    <a:pt x="1976" y="3041"/>
                    <a:pt x="1976" y="3780"/>
                  </a:cubicBezTo>
                  <a:cubicBezTo>
                    <a:pt x="1966" y="4252"/>
                    <a:pt x="1581" y="4632"/>
                    <a:pt x="1105" y="4632"/>
                  </a:cubicBezTo>
                  <a:cubicBezTo>
                    <a:pt x="632" y="4632"/>
                    <a:pt x="243" y="4252"/>
                    <a:pt x="233" y="3780"/>
                  </a:cubicBezTo>
                  <a:cubicBezTo>
                    <a:pt x="233" y="3041"/>
                    <a:pt x="732" y="223"/>
                    <a:pt x="1105" y="223"/>
                  </a:cubicBezTo>
                  <a:close/>
                  <a:moveTo>
                    <a:pt x="1105" y="0"/>
                  </a:moveTo>
                  <a:cubicBezTo>
                    <a:pt x="403" y="0"/>
                    <a:pt x="14" y="3421"/>
                    <a:pt x="14" y="3780"/>
                  </a:cubicBezTo>
                  <a:cubicBezTo>
                    <a:pt x="0" y="4392"/>
                    <a:pt x="493" y="4894"/>
                    <a:pt x="1105" y="4894"/>
                  </a:cubicBezTo>
                  <a:cubicBezTo>
                    <a:pt x="1717" y="4894"/>
                    <a:pt x="2209" y="4392"/>
                    <a:pt x="2199" y="3780"/>
                  </a:cubicBezTo>
                  <a:cubicBezTo>
                    <a:pt x="2199" y="3421"/>
                    <a:pt x="1810" y="0"/>
                    <a:pt x="1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9" name="Google Shape;10359;p38"/>
            <p:cNvSpPr/>
            <p:nvPr/>
          </p:nvSpPr>
          <p:spPr>
            <a:xfrm rot="-5400000">
              <a:off x="13524" y="884919"/>
              <a:ext cx="156526" cy="157026"/>
            </a:xfrm>
            <a:custGeom>
              <a:avLst/>
              <a:gdLst/>
              <a:ahLst/>
              <a:cxnLst/>
              <a:rect l="l" t="t" r="r" b="b"/>
              <a:pathLst>
                <a:path w="3757" h="3769" extrusionOk="0">
                  <a:moveTo>
                    <a:pt x="2725" y="0"/>
                  </a:moveTo>
                  <a:cubicBezTo>
                    <a:pt x="1797" y="569"/>
                    <a:pt x="543" y="1787"/>
                    <a:pt x="383" y="1980"/>
                  </a:cubicBezTo>
                  <a:cubicBezTo>
                    <a:pt x="0" y="2445"/>
                    <a:pt x="64" y="3134"/>
                    <a:pt x="529" y="3520"/>
                  </a:cubicBezTo>
                  <a:cubicBezTo>
                    <a:pt x="733" y="3687"/>
                    <a:pt x="978" y="3768"/>
                    <a:pt x="1223" y="3768"/>
                  </a:cubicBezTo>
                  <a:cubicBezTo>
                    <a:pt x="1539" y="3768"/>
                    <a:pt x="1852" y="3633"/>
                    <a:pt x="2070" y="3370"/>
                  </a:cubicBezTo>
                  <a:cubicBezTo>
                    <a:pt x="2249" y="3154"/>
                    <a:pt x="2752" y="2375"/>
                    <a:pt x="3158" y="1597"/>
                  </a:cubicBezTo>
                  <a:cubicBezTo>
                    <a:pt x="3637" y="689"/>
                    <a:pt x="3756" y="240"/>
                    <a:pt x="3740" y="0"/>
                  </a:cubicBezTo>
                  <a:lnTo>
                    <a:pt x="3527" y="0"/>
                  </a:lnTo>
                  <a:cubicBezTo>
                    <a:pt x="3613" y="462"/>
                    <a:pt x="2342" y="2691"/>
                    <a:pt x="1900" y="3230"/>
                  </a:cubicBezTo>
                  <a:cubicBezTo>
                    <a:pt x="1728" y="3438"/>
                    <a:pt x="1479" y="3546"/>
                    <a:pt x="1228" y="3546"/>
                  </a:cubicBezTo>
                  <a:cubicBezTo>
                    <a:pt x="1032" y="3546"/>
                    <a:pt x="835" y="3481"/>
                    <a:pt x="672" y="3347"/>
                  </a:cubicBezTo>
                  <a:cubicBezTo>
                    <a:pt x="303" y="3041"/>
                    <a:pt x="250" y="2492"/>
                    <a:pt x="556" y="2123"/>
                  </a:cubicBezTo>
                  <a:cubicBezTo>
                    <a:pt x="939" y="1660"/>
                    <a:pt x="2446" y="353"/>
                    <a:pt x="3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0" name="Google Shape;10360;p38"/>
            <p:cNvSpPr/>
            <p:nvPr/>
          </p:nvSpPr>
          <p:spPr>
            <a:xfrm rot="-5400000">
              <a:off x="13566" y="690563"/>
              <a:ext cx="154985" cy="155568"/>
            </a:xfrm>
            <a:custGeom>
              <a:avLst/>
              <a:gdLst/>
              <a:ahLst/>
              <a:cxnLst/>
              <a:rect l="l" t="t" r="r" b="b"/>
              <a:pathLst>
                <a:path w="3720" h="3734" extrusionOk="0">
                  <a:moveTo>
                    <a:pt x="14" y="0"/>
                  </a:moveTo>
                  <a:cubicBezTo>
                    <a:pt x="0" y="240"/>
                    <a:pt x="117" y="692"/>
                    <a:pt x="596" y="1600"/>
                  </a:cubicBezTo>
                  <a:cubicBezTo>
                    <a:pt x="1002" y="2375"/>
                    <a:pt x="1504" y="3157"/>
                    <a:pt x="1684" y="3373"/>
                  </a:cubicBezTo>
                  <a:cubicBezTo>
                    <a:pt x="1899" y="3611"/>
                    <a:pt x="2196" y="3733"/>
                    <a:pt x="2495" y="3733"/>
                  </a:cubicBezTo>
                  <a:cubicBezTo>
                    <a:pt x="2741" y="3733"/>
                    <a:pt x="2987" y="3651"/>
                    <a:pt x="3191" y="3483"/>
                  </a:cubicBezTo>
                  <a:cubicBezTo>
                    <a:pt x="3640" y="3111"/>
                    <a:pt x="3720" y="2452"/>
                    <a:pt x="3367" y="1983"/>
                  </a:cubicBezTo>
                  <a:cubicBezTo>
                    <a:pt x="3187" y="1767"/>
                    <a:pt x="2519" y="1128"/>
                    <a:pt x="1833" y="579"/>
                  </a:cubicBezTo>
                  <a:cubicBezTo>
                    <a:pt x="1581" y="373"/>
                    <a:pt x="1314" y="180"/>
                    <a:pt x="1038" y="3"/>
                  </a:cubicBezTo>
                  <a:lnTo>
                    <a:pt x="582" y="3"/>
                  </a:lnTo>
                  <a:cubicBezTo>
                    <a:pt x="795" y="100"/>
                    <a:pt x="1138" y="306"/>
                    <a:pt x="1694" y="752"/>
                  </a:cubicBezTo>
                  <a:cubicBezTo>
                    <a:pt x="2359" y="1281"/>
                    <a:pt x="3028" y="1920"/>
                    <a:pt x="3197" y="2123"/>
                  </a:cubicBezTo>
                  <a:cubicBezTo>
                    <a:pt x="3666" y="2691"/>
                    <a:pt x="3261" y="3550"/>
                    <a:pt x="2525" y="3550"/>
                  </a:cubicBezTo>
                  <a:cubicBezTo>
                    <a:pt x="2499" y="3550"/>
                    <a:pt x="2472" y="3546"/>
                    <a:pt x="2442" y="3546"/>
                  </a:cubicBezTo>
                  <a:cubicBezTo>
                    <a:pt x="2213" y="3523"/>
                    <a:pt x="2000" y="3410"/>
                    <a:pt x="1853" y="3234"/>
                  </a:cubicBezTo>
                  <a:cubicBezTo>
                    <a:pt x="1687" y="3027"/>
                    <a:pt x="1188" y="2249"/>
                    <a:pt x="792" y="1497"/>
                  </a:cubicBezTo>
                  <a:cubicBezTo>
                    <a:pt x="266" y="496"/>
                    <a:pt x="220" y="13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1" name="Google Shape;10361;p38"/>
            <p:cNvSpPr/>
            <p:nvPr/>
          </p:nvSpPr>
          <p:spPr>
            <a:xfrm rot="-5400000">
              <a:off x="29460" y="896980"/>
              <a:ext cx="93657" cy="107781"/>
            </a:xfrm>
            <a:custGeom>
              <a:avLst/>
              <a:gdLst/>
              <a:ahLst/>
              <a:cxnLst/>
              <a:rect l="l" t="t" r="r" b="b"/>
              <a:pathLst>
                <a:path w="2248" h="2587" extrusionOk="0">
                  <a:moveTo>
                    <a:pt x="2125" y="1"/>
                  </a:moveTo>
                  <a:cubicBezTo>
                    <a:pt x="2092" y="1"/>
                    <a:pt x="2062" y="17"/>
                    <a:pt x="2042" y="44"/>
                  </a:cubicBezTo>
                  <a:lnTo>
                    <a:pt x="72" y="2403"/>
                  </a:lnTo>
                  <a:cubicBezTo>
                    <a:pt x="1" y="2487"/>
                    <a:pt x="77" y="2587"/>
                    <a:pt x="160" y="2587"/>
                  </a:cubicBezTo>
                  <a:cubicBezTo>
                    <a:pt x="188" y="2587"/>
                    <a:pt x="218" y="2575"/>
                    <a:pt x="242" y="2546"/>
                  </a:cubicBezTo>
                  <a:lnTo>
                    <a:pt x="2208" y="184"/>
                  </a:lnTo>
                  <a:cubicBezTo>
                    <a:pt x="2248" y="137"/>
                    <a:pt x="2241" y="67"/>
                    <a:pt x="2195" y="27"/>
                  </a:cubicBezTo>
                  <a:cubicBezTo>
                    <a:pt x="2175" y="11"/>
                    <a:pt x="2151" y="4"/>
                    <a:pt x="2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2" name="Google Shape;10362;p38"/>
            <p:cNvSpPr/>
            <p:nvPr/>
          </p:nvSpPr>
          <p:spPr>
            <a:xfrm rot="-5400000">
              <a:off x="101724" y="785554"/>
              <a:ext cx="9707" cy="158942"/>
            </a:xfrm>
            <a:custGeom>
              <a:avLst/>
              <a:gdLst/>
              <a:ahLst/>
              <a:cxnLst/>
              <a:rect l="l" t="t" r="r" b="b"/>
              <a:pathLst>
                <a:path w="233" h="3815" extrusionOk="0">
                  <a:moveTo>
                    <a:pt x="115" y="1"/>
                  </a:moveTo>
                  <a:cubicBezTo>
                    <a:pt x="55" y="1"/>
                    <a:pt x="5" y="51"/>
                    <a:pt x="5" y="110"/>
                  </a:cubicBezTo>
                  <a:lnTo>
                    <a:pt x="5" y="3697"/>
                  </a:lnTo>
                  <a:cubicBezTo>
                    <a:pt x="0" y="3775"/>
                    <a:pt x="58" y="3814"/>
                    <a:pt x="116" y="3814"/>
                  </a:cubicBezTo>
                  <a:cubicBezTo>
                    <a:pt x="175" y="3814"/>
                    <a:pt x="233" y="3775"/>
                    <a:pt x="228" y="3697"/>
                  </a:cubicBezTo>
                  <a:lnTo>
                    <a:pt x="228" y="110"/>
                  </a:lnTo>
                  <a:cubicBezTo>
                    <a:pt x="228" y="51"/>
                    <a:pt x="178" y="1"/>
                    <a:pt x="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3" name="Google Shape;10363;p38"/>
            <p:cNvSpPr/>
            <p:nvPr/>
          </p:nvSpPr>
          <p:spPr>
            <a:xfrm rot="-5400000">
              <a:off x="30272" y="723935"/>
              <a:ext cx="91991" cy="107739"/>
            </a:xfrm>
            <a:custGeom>
              <a:avLst/>
              <a:gdLst/>
              <a:ahLst/>
              <a:cxnLst/>
              <a:rect l="l" t="t" r="r" b="b"/>
              <a:pathLst>
                <a:path w="2208" h="2586" extrusionOk="0">
                  <a:moveTo>
                    <a:pt x="147" y="1"/>
                  </a:moveTo>
                  <a:cubicBezTo>
                    <a:pt x="53" y="1"/>
                    <a:pt x="0" y="110"/>
                    <a:pt x="60" y="184"/>
                  </a:cubicBezTo>
                  <a:lnTo>
                    <a:pt x="1963" y="2542"/>
                  </a:lnTo>
                  <a:cubicBezTo>
                    <a:pt x="1988" y="2573"/>
                    <a:pt x="2018" y="2586"/>
                    <a:pt x="2047" y="2586"/>
                  </a:cubicBezTo>
                  <a:cubicBezTo>
                    <a:pt x="2130" y="2586"/>
                    <a:pt x="2207" y="2486"/>
                    <a:pt x="2136" y="2403"/>
                  </a:cubicBezTo>
                  <a:lnTo>
                    <a:pt x="233" y="44"/>
                  </a:lnTo>
                  <a:cubicBezTo>
                    <a:pt x="213"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4" name="Google Shape;10364;p38"/>
            <p:cNvSpPr/>
            <p:nvPr/>
          </p:nvSpPr>
          <p:spPr>
            <a:xfrm rot="-5400000">
              <a:off x="172446" y="931268"/>
              <a:ext cx="26247" cy="22456"/>
            </a:xfrm>
            <a:custGeom>
              <a:avLst/>
              <a:gdLst/>
              <a:ahLst/>
              <a:cxnLst/>
              <a:rect l="l" t="t" r="r" b="b"/>
              <a:pathLst>
                <a:path w="630" h="539" extrusionOk="0">
                  <a:moveTo>
                    <a:pt x="359" y="0"/>
                  </a:moveTo>
                  <a:cubicBezTo>
                    <a:pt x="292" y="0"/>
                    <a:pt x="225" y="25"/>
                    <a:pt x="170" y="80"/>
                  </a:cubicBezTo>
                  <a:cubicBezTo>
                    <a:pt x="0" y="249"/>
                    <a:pt x="120" y="539"/>
                    <a:pt x="360" y="539"/>
                  </a:cubicBezTo>
                  <a:cubicBezTo>
                    <a:pt x="509"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5" name="Google Shape;10365;p38"/>
            <p:cNvSpPr/>
            <p:nvPr/>
          </p:nvSpPr>
          <p:spPr>
            <a:xfrm rot="-5400000">
              <a:off x="51854" y="1033279"/>
              <a:ext cx="26247" cy="22498"/>
            </a:xfrm>
            <a:custGeom>
              <a:avLst/>
              <a:gdLst/>
              <a:ahLst/>
              <a:cxnLst/>
              <a:rect l="l" t="t" r="r" b="b"/>
              <a:pathLst>
                <a:path w="630" h="540" extrusionOk="0">
                  <a:moveTo>
                    <a:pt x="359" y="1"/>
                  </a:moveTo>
                  <a:cubicBezTo>
                    <a:pt x="293" y="1"/>
                    <a:pt x="225" y="25"/>
                    <a:pt x="170"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6" name="Google Shape;10366;p38"/>
            <p:cNvSpPr/>
            <p:nvPr/>
          </p:nvSpPr>
          <p:spPr>
            <a:xfrm rot="-5400000">
              <a:off x="51895" y="679189"/>
              <a:ext cx="26247" cy="22414"/>
            </a:xfrm>
            <a:custGeom>
              <a:avLst/>
              <a:gdLst/>
              <a:ahLst/>
              <a:cxnLst/>
              <a:rect l="l" t="t" r="r" b="b"/>
              <a:pathLst>
                <a:path w="630" h="538" extrusionOk="0">
                  <a:moveTo>
                    <a:pt x="359" y="0"/>
                  </a:moveTo>
                  <a:cubicBezTo>
                    <a:pt x="293" y="0"/>
                    <a:pt x="226" y="24"/>
                    <a:pt x="171" y="78"/>
                  </a:cubicBezTo>
                  <a:cubicBezTo>
                    <a:pt x="1" y="248"/>
                    <a:pt x="121" y="537"/>
                    <a:pt x="360" y="537"/>
                  </a:cubicBezTo>
                  <a:cubicBezTo>
                    <a:pt x="510" y="537"/>
                    <a:pt x="630" y="418"/>
                    <a:pt x="630" y="268"/>
                  </a:cubicBezTo>
                  <a:cubicBezTo>
                    <a:pt x="630" y="106"/>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7" name="Google Shape;10367;p38"/>
            <p:cNvSpPr/>
            <p:nvPr/>
          </p:nvSpPr>
          <p:spPr>
            <a:xfrm rot="-5400000">
              <a:off x="172446" y="781867"/>
              <a:ext cx="26247" cy="22456"/>
            </a:xfrm>
            <a:custGeom>
              <a:avLst/>
              <a:gdLst/>
              <a:ahLst/>
              <a:cxnLst/>
              <a:rect l="l" t="t" r="r" b="b"/>
              <a:pathLst>
                <a:path w="630" h="539" extrusionOk="0">
                  <a:moveTo>
                    <a:pt x="359" y="0"/>
                  </a:moveTo>
                  <a:cubicBezTo>
                    <a:pt x="293" y="0"/>
                    <a:pt x="225" y="25"/>
                    <a:pt x="170" y="80"/>
                  </a:cubicBezTo>
                  <a:cubicBezTo>
                    <a:pt x="1" y="249"/>
                    <a:pt x="121" y="539"/>
                    <a:pt x="360" y="539"/>
                  </a:cubicBezTo>
                  <a:cubicBezTo>
                    <a:pt x="506" y="539"/>
                    <a:pt x="630" y="419"/>
                    <a:pt x="630" y="269"/>
                  </a:cubicBezTo>
                  <a:cubicBezTo>
                    <a:pt x="630"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8" name="Google Shape;10368;p38"/>
            <p:cNvSpPr/>
            <p:nvPr/>
          </p:nvSpPr>
          <p:spPr>
            <a:xfrm rot="-5400000">
              <a:off x="-76050" y="92831"/>
              <a:ext cx="584108" cy="405459"/>
            </a:xfrm>
            <a:custGeom>
              <a:avLst/>
              <a:gdLst/>
              <a:ahLst/>
              <a:cxnLst/>
              <a:rect l="l" t="t" r="r" b="b"/>
              <a:pathLst>
                <a:path w="14020" h="9732" extrusionOk="0">
                  <a:moveTo>
                    <a:pt x="849" y="0"/>
                  </a:moveTo>
                  <a:cubicBezTo>
                    <a:pt x="177" y="1181"/>
                    <a:pt x="0" y="2372"/>
                    <a:pt x="360" y="3407"/>
                  </a:cubicBezTo>
                  <a:cubicBezTo>
                    <a:pt x="779" y="4611"/>
                    <a:pt x="1860" y="5509"/>
                    <a:pt x="3490" y="6002"/>
                  </a:cubicBezTo>
                  <a:cubicBezTo>
                    <a:pt x="6677" y="6970"/>
                    <a:pt x="6900" y="8706"/>
                    <a:pt x="6900" y="8723"/>
                  </a:cubicBezTo>
                  <a:lnTo>
                    <a:pt x="7003" y="9731"/>
                  </a:lnTo>
                  <a:lnTo>
                    <a:pt x="7120" y="8726"/>
                  </a:lnTo>
                  <a:cubicBezTo>
                    <a:pt x="7120" y="8706"/>
                    <a:pt x="7353" y="6967"/>
                    <a:pt x="10530" y="6002"/>
                  </a:cubicBezTo>
                  <a:cubicBezTo>
                    <a:pt x="12160" y="5509"/>
                    <a:pt x="13241" y="4611"/>
                    <a:pt x="13660" y="3407"/>
                  </a:cubicBezTo>
                  <a:cubicBezTo>
                    <a:pt x="14020" y="2372"/>
                    <a:pt x="13843" y="1181"/>
                    <a:pt x="13168" y="0"/>
                  </a:cubicBezTo>
                  <a:lnTo>
                    <a:pt x="12909" y="0"/>
                  </a:lnTo>
                  <a:cubicBezTo>
                    <a:pt x="13604" y="1161"/>
                    <a:pt x="13797" y="2332"/>
                    <a:pt x="13451" y="3334"/>
                  </a:cubicBezTo>
                  <a:cubicBezTo>
                    <a:pt x="13055" y="4468"/>
                    <a:pt x="12024" y="5316"/>
                    <a:pt x="10467" y="5789"/>
                  </a:cubicBezTo>
                  <a:cubicBezTo>
                    <a:pt x="8031" y="6527"/>
                    <a:pt x="7253" y="7702"/>
                    <a:pt x="7007" y="8311"/>
                  </a:cubicBezTo>
                  <a:cubicBezTo>
                    <a:pt x="6764" y="7702"/>
                    <a:pt x="5985" y="6527"/>
                    <a:pt x="3550" y="5789"/>
                  </a:cubicBezTo>
                  <a:cubicBezTo>
                    <a:pt x="1993" y="5316"/>
                    <a:pt x="962" y="4468"/>
                    <a:pt x="566" y="3334"/>
                  </a:cubicBezTo>
                  <a:cubicBezTo>
                    <a:pt x="220" y="2332"/>
                    <a:pt x="413" y="1161"/>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9" name="Google Shape;10369;p38"/>
            <p:cNvSpPr/>
            <p:nvPr/>
          </p:nvSpPr>
          <p:spPr>
            <a:xfrm rot="-5400000">
              <a:off x="-60114" y="124307"/>
              <a:ext cx="489284" cy="342507"/>
            </a:xfrm>
            <a:custGeom>
              <a:avLst/>
              <a:gdLst/>
              <a:ahLst/>
              <a:cxnLst/>
              <a:rect l="l" t="t" r="r" b="b"/>
              <a:pathLst>
                <a:path w="11744" h="8221" extrusionOk="0">
                  <a:moveTo>
                    <a:pt x="662" y="0"/>
                  </a:moveTo>
                  <a:cubicBezTo>
                    <a:pt x="133" y="965"/>
                    <a:pt x="0" y="1936"/>
                    <a:pt x="293" y="2781"/>
                  </a:cubicBezTo>
                  <a:cubicBezTo>
                    <a:pt x="645" y="3793"/>
                    <a:pt x="1554" y="4548"/>
                    <a:pt x="2921" y="4964"/>
                  </a:cubicBezTo>
                  <a:cubicBezTo>
                    <a:pt x="5563" y="5766"/>
                    <a:pt x="5762" y="7209"/>
                    <a:pt x="5762" y="7223"/>
                  </a:cubicBezTo>
                  <a:lnTo>
                    <a:pt x="5875" y="8221"/>
                  </a:lnTo>
                  <a:lnTo>
                    <a:pt x="5982" y="7223"/>
                  </a:lnTo>
                  <a:cubicBezTo>
                    <a:pt x="5985" y="7209"/>
                    <a:pt x="6178" y="5766"/>
                    <a:pt x="8823" y="4964"/>
                  </a:cubicBezTo>
                  <a:cubicBezTo>
                    <a:pt x="10190" y="4548"/>
                    <a:pt x="11099" y="3793"/>
                    <a:pt x="11451" y="2781"/>
                  </a:cubicBezTo>
                  <a:cubicBezTo>
                    <a:pt x="11744" y="1936"/>
                    <a:pt x="11608" y="965"/>
                    <a:pt x="11082" y="0"/>
                  </a:cubicBezTo>
                  <a:lnTo>
                    <a:pt x="10829" y="0"/>
                  </a:lnTo>
                  <a:cubicBezTo>
                    <a:pt x="11375" y="945"/>
                    <a:pt x="11524" y="1893"/>
                    <a:pt x="11238" y="2708"/>
                  </a:cubicBezTo>
                  <a:cubicBezTo>
                    <a:pt x="10912" y="3650"/>
                    <a:pt x="10054" y="4358"/>
                    <a:pt x="8756" y="4751"/>
                  </a:cubicBezTo>
                  <a:cubicBezTo>
                    <a:pt x="6767" y="5356"/>
                    <a:pt x="6095" y="6308"/>
                    <a:pt x="5872" y="6830"/>
                  </a:cubicBezTo>
                  <a:cubicBezTo>
                    <a:pt x="5646" y="6304"/>
                    <a:pt x="4974" y="5353"/>
                    <a:pt x="2984" y="4751"/>
                  </a:cubicBezTo>
                  <a:cubicBezTo>
                    <a:pt x="1690" y="4358"/>
                    <a:pt x="832" y="3650"/>
                    <a:pt x="502" y="2708"/>
                  </a:cubicBezTo>
                  <a:cubicBezTo>
                    <a:pt x="220" y="1893"/>
                    <a:pt x="369" y="945"/>
                    <a:pt x="9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0" name="Google Shape;10370;p38"/>
            <p:cNvSpPr/>
            <p:nvPr/>
          </p:nvSpPr>
          <p:spPr>
            <a:xfrm rot="-5400000">
              <a:off x="73268" y="194071"/>
              <a:ext cx="91116" cy="203105"/>
            </a:xfrm>
            <a:custGeom>
              <a:avLst/>
              <a:gdLst/>
              <a:ahLst/>
              <a:cxnLst/>
              <a:rect l="l" t="t" r="r" b="b"/>
              <a:pathLst>
                <a:path w="2187" h="4875" extrusionOk="0">
                  <a:moveTo>
                    <a:pt x="1095" y="223"/>
                  </a:moveTo>
                  <a:cubicBezTo>
                    <a:pt x="1468" y="223"/>
                    <a:pt x="1967" y="3041"/>
                    <a:pt x="1967" y="3780"/>
                  </a:cubicBezTo>
                  <a:cubicBezTo>
                    <a:pt x="1967" y="4262"/>
                    <a:pt x="1574" y="4651"/>
                    <a:pt x="1095" y="4651"/>
                  </a:cubicBezTo>
                  <a:cubicBezTo>
                    <a:pt x="613" y="4651"/>
                    <a:pt x="223" y="4262"/>
                    <a:pt x="223" y="3780"/>
                  </a:cubicBezTo>
                  <a:cubicBezTo>
                    <a:pt x="223" y="3041"/>
                    <a:pt x="722" y="223"/>
                    <a:pt x="1095" y="223"/>
                  </a:cubicBezTo>
                  <a:close/>
                  <a:moveTo>
                    <a:pt x="1095" y="0"/>
                  </a:moveTo>
                  <a:cubicBezTo>
                    <a:pt x="390" y="0"/>
                    <a:pt x="0" y="3421"/>
                    <a:pt x="0" y="3780"/>
                  </a:cubicBezTo>
                  <a:cubicBezTo>
                    <a:pt x="0" y="4385"/>
                    <a:pt x="490" y="4874"/>
                    <a:pt x="1095" y="4874"/>
                  </a:cubicBezTo>
                  <a:cubicBezTo>
                    <a:pt x="1697" y="4874"/>
                    <a:pt x="2186" y="4385"/>
                    <a:pt x="2186" y="3780"/>
                  </a:cubicBezTo>
                  <a:cubicBezTo>
                    <a:pt x="2186" y="3421"/>
                    <a:pt x="1797" y="0"/>
                    <a:pt x="10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1" name="Google Shape;10371;p38"/>
            <p:cNvSpPr/>
            <p:nvPr/>
          </p:nvSpPr>
          <p:spPr>
            <a:xfrm rot="-5400000">
              <a:off x="13524" y="315517"/>
              <a:ext cx="155984" cy="156484"/>
            </a:xfrm>
            <a:custGeom>
              <a:avLst/>
              <a:gdLst/>
              <a:ahLst/>
              <a:cxnLst/>
              <a:rect l="l" t="t" r="r" b="b"/>
              <a:pathLst>
                <a:path w="3744" h="3756" extrusionOk="0">
                  <a:moveTo>
                    <a:pt x="2712" y="0"/>
                  </a:moveTo>
                  <a:cubicBezTo>
                    <a:pt x="1784" y="569"/>
                    <a:pt x="533" y="1787"/>
                    <a:pt x="373" y="1980"/>
                  </a:cubicBezTo>
                  <a:cubicBezTo>
                    <a:pt x="1" y="2445"/>
                    <a:pt x="70" y="3124"/>
                    <a:pt x="530" y="3507"/>
                  </a:cubicBezTo>
                  <a:cubicBezTo>
                    <a:pt x="734" y="3674"/>
                    <a:pt x="980" y="3756"/>
                    <a:pt x="1225" y="3756"/>
                  </a:cubicBezTo>
                  <a:cubicBezTo>
                    <a:pt x="1535" y="3756"/>
                    <a:pt x="1842" y="3625"/>
                    <a:pt x="2060" y="3370"/>
                  </a:cubicBezTo>
                  <a:cubicBezTo>
                    <a:pt x="2236" y="3154"/>
                    <a:pt x="2739" y="2375"/>
                    <a:pt x="3148" y="1597"/>
                  </a:cubicBezTo>
                  <a:cubicBezTo>
                    <a:pt x="3627" y="689"/>
                    <a:pt x="3743" y="240"/>
                    <a:pt x="3730" y="0"/>
                  </a:cubicBezTo>
                  <a:lnTo>
                    <a:pt x="3514" y="0"/>
                  </a:lnTo>
                  <a:cubicBezTo>
                    <a:pt x="3604" y="462"/>
                    <a:pt x="2333" y="2691"/>
                    <a:pt x="1887" y="3230"/>
                  </a:cubicBezTo>
                  <a:cubicBezTo>
                    <a:pt x="1715" y="3438"/>
                    <a:pt x="1466" y="3546"/>
                    <a:pt x="1215" y="3546"/>
                  </a:cubicBezTo>
                  <a:cubicBezTo>
                    <a:pt x="1020" y="3546"/>
                    <a:pt x="824" y="3481"/>
                    <a:pt x="663" y="3347"/>
                  </a:cubicBezTo>
                  <a:cubicBezTo>
                    <a:pt x="290" y="3041"/>
                    <a:pt x="240" y="2492"/>
                    <a:pt x="546" y="2123"/>
                  </a:cubicBezTo>
                  <a:cubicBezTo>
                    <a:pt x="929" y="1660"/>
                    <a:pt x="2432" y="353"/>
                    <a:pt x="3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2" name="Google Shape;10372;p38"/>
            <p:cNvSpPr/>
            <p:nvPr/>
          </p:nvSpPr>
          <p:spPr>
            <a:xfrm rot="-5400000">
              <a:off x="13607" y="119579"/>
              <a:ext cx="156526" cy="157193"/>
            </a:xfrm>
            <a:custGeom>
              <a:avLst/>
              <a:gdLst/>
              <a:ahLst/>
              <a:cxnLst/>
              <a:rect l="l" t="t" r="r" b="b"/>
              <a:pathLst>
                <a:path w="3757" h="3773" extrusionOk="0">
                  <a:moveTo>
                    <a:pt x="240" y="0"/>
                  </a:moveTo>
                  <a:lnTo>
                    <a:pt x="13" y="3"/>
                  </a:lnTo>
                  <a:cubicBezTo>
                    <a:pt x="0" y="243"/>
                    <a:pt x="120" y="695"/>
                    <a:pt x="596" y="1600"/>
                  </a:cubicBezTo>
                  <a:cubicBezTo>
                    <a:pt x="1005" y="2379"/>
                    <a:pt x="1504" y="3157"/>
                    <a:pt x="1684" y="3377"/>
                  </a:cubicBezTo>
                  <a:cubicBezTo>
                    <a:pt x="1900" y="3638"/>
                    <a:pt x="2212" y="3773"/>
                    <a:pt x="2527" y="3773"/>
                  </a:cubicBezTo>
                  <a:cubicBezTo>
                    <a:pt x="2773" y="3773"/>
                    <a:pt x="3020" y="3691"/>
                    <a:pt x="3224" y="3523"/>
                  </a:cubicBezTo>
                  <a:cubicBezTo>
                    <a:pt x="3690" y="3137"/>
                    <a:pt x="3756" y="2449"/>
                    <a:pt x="3370" y="1983"/>
                  </a:cubicBezTo>
                  <a:cubicBezTo>
                    <a:pt x="3191" y="1767"/>
                    <a:pt x="2519" y="1128"/>
                    <a:pt x="1837" y="579"/>
                  </a:cubicBezTo>
                  <a:cubicBezTo>
                    <a:pt x="1580" y="373"/>
                    <a:pt x="1318" y="180"/>
                    <a:pt x="1041" y="3"/>
                  </a:cubicBezTo>
                  <a:lnTo>
                    <a:pt x="586" y="3"/>
                  </a:lnTo>
                  <a:cubicBezTo>
                    <a:pt x="795" y="100"/>
                    <a:pt x="1141" y="306"/>
                    <a:pt x="1697" y="752"/>
                  </a:cubicBezTo>
                  <a:cubicBezTo>
                    <a:pt x="2359" y="1281"/>
                    <a:pt x="3028" y="1920"/>
                    <a:pt x="3197" y="2123"/>
                  </a:cubicBezTo>
                  <a:cubicBezTo>
                    <a:pt x="3666" y="2691"/>
                    <a:pt x="3264" y="3550"/>
                    <a:pt x="2529" y="3550"/>
                  </a:cubicBezTo>
                  <a:cubicBezTo>
                    <a:pt x="2502" y="3550"/>
                    <a:pt x="2472" y="3546"/>
                    <a:pt x="2445" y="3546"/>
                  </a:cubicBezTo>
                  <a:cubicBezTo>
                    <a:pt x="2216" y="3523"/>
                    <a:pt x="2003" y="3410"/>
                    <a:pt x="1857" y="3234"/>
                  </a:cubicBezTo>
                  <a:cubicBezTo>
                    <a:pt x="1687" y="3027"/>
                    <a:pt x="1188" y="2249"/>
                    <a:pt x="792" y="1497"/>
                  </a:cubicBezTo>
                  <a:cubicBezTo>
                    <a:pt x="266" y="496"/>
                    <a:pt x="220" y="130"/>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3" name="Google Shape;10373;p38"/>
            <p:cNvSpPr/>
            <p:nvPr/>
          </p:nvSpPr>
          <p:spPr>
            <a:xfrm rot="-5400000">
              <a:off x="29335" y="327537"/>
              <a:ext cx="94116" cy="107989"/>
            </a:xfrm>
            <a:custGeom>
              <a:avLst/>
              <a:gdLst/>
              <a:ahLst/>
              <a:cxnLst/>
              <a:rect l="l" t="t" r="r" b="b"/>
              <a:pathLst>
                <a:path w="2259" h="2592" extrusionOk="0">
                  <a:moveTo>
                    <a:pt x="2135" y="1"/>
                  </a:moveTo>
                  <a:cubicBezTo>
                    <a:pt x="2102" y="4"/>
                    <a:pt x="2069" y="17"/>
                    <a:pt x="2049" y="44"/>
                  </a:cubicBezTo>
                  <a:lnTo>
                    <a:pt x="79" y="2403"/>
                  </a:lnTo>
                  <a:cubicBezTo>
                    <a:pt x="1" y="2486"/>
                    <a:pt x="80" y="2591"/>
                    <a:pt x="165" y="2591"/>
                  </a:cubicBezTo>
                  <a:cubicBezTo>
                    <a:pt x="195" y="2591"/>
                    <a:pt x="227" y="2578"/>
                    <a:pt x="252" y="2546"/>
                  </a:cubicBezTo>
                  <a:lnTo>
                    <a:pt x="2218" y="187"/>
                  </a:lnTo>
                  <a:cubicBezTo>
                    <a:pt x="2258" y="140"/>
                    <a:pt x="2252" y="67"/>
                    <a:pt x="2205" y="31"/>
                  </a:cubicBezTo>
                  <a:cubicBezTo>
                    <a:pt x="2185" y="11"/>
                    <a:pt x="2162" y="1"/>
                    <a:pt x="2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4" name="Google Shape;10374;p38"/>
            <p:cNvSpPr/>
            <p:nvPr/>
          </p:nvSpPr>
          <p:spPr>
            <a:xfrm rot="-5400000">
              <a:off x="101703" y="216173"/>
              <a:ext cx="9749" cy="158942"/>
            </a:xfrm>
            <a:custGeom>
              <a:avLst/>
              <a:gdLst/>
              <a:ahLst/>
              <a:cxnLst/>
              <a:rect l="l" t="t" r="r" b="b"/>
              <a:pathLst>
                <a:path w="234" h="3815" extrusionOk="0">
                  <a:moveTo>
                    <a:pt x="119" y="1"/>
                  </a:moveTo>
                  <a:cubicBezTo>
                    <a:pt x="56" y="1"/>
                    <a:pt x="6" y="51"/>
                    <a:pt x="6" y="110"/>
                  </a:cubicBezTo>
                  <a:lnTo>
                    <a:pt x="6" y="3697"/>
                  </a:lnTo>
                  <a:cubicBezTo>
                    <a:pt x="1" y="3775"/>
                    <a:pt x="59" y="3814"/>
                    <a:pt x="117" y="3814"/>
                  </a:cubicBezTo>
                  <a:cubicBezTo>
                    <a:pt x="176" y="3814"/>
                    <a:pt x="234" y="3775"/>
                    <a:pt x="229" y="3697"/>
                  </a:cubicBezTo>
                  <a:lnTo>
                    <a:pt x="229" y="110"/>
                  </a:lnTo>
                  <a:cubicBezTo>
                    <a:pt x="229" y="51"/>
                    <a:pt x="179"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5" name="Google Shape;10375;p38"/>
            <p:cNvSpPr/>
            <p:nvPr/>
          </p:nvSpPr>
          <p:spPr>
            <a:xfrm rot="-5400000">
              <a:off x="30293" y="154471"/>
              <a:ext cx="91907" cy="107698"/>
            </a:xfrm>
            <a:custGeom>
              <a:avLst/>
              <a:gdLst/>
              <a:ahLst/>
              <a:cxnLst/>
              <a:rect l="l" t="t" r="r" b="b"/>
              <a:pathLst>
                <a:path w="2206" h="2585" extrusionOk="0">
                  <a:moveTo>
                    <a:pt x="147" y="1"/>
                  </a:moveTo>
                  <a:cubicBezTo>
                    <a:pt x="50" y="1"/>
                    <a:pt x="0" y="110"/>
                    <a:pt x="60" y="184"/>
                  </a:cubicBezTo>
                  <a:lnTo>
                    <a:pt x="1963" y="2542"/>
                  </a:lnTo>
                  <a:cubicBezTo>
                    <a:pt x="1988" y="2572"/>
                    <a:pt x="2017" y="2584"/>
                    <a:pt x="2047" y="2584"/>
                  </a:cubicBezTo>
                  <a:cubicBezTo>
                    <a:pt x="2129" y="2584"/>
                    <a:pt x="2205" y="2486"/>
                    <a:pt x="2136" y="2403"/>
                  </a:cubicBezTo>
                  <a:lnTo>
                    <a:pt x="233" y="44"/>
                  </a:lnTo>
                  <a:cubicBezTo>
                    <a:pt x="210" y="17"/>
                    <a:pt x="180"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6" name="Google Shape;10376;p38"/>
            <p:cNvSpPr/>
            <p:nvPr/>
          </p:nvSpPr>
          <p:spPr>
            <a:xfrm rot="-5400000">
              <a:off x="172446" y="361742"/>
              <a:ext cx="26247" cy="22456"/>
            </a:xfrm>
            <a:custGeom>
              <a:avLst/>
              <a:gdLst/>
              <a:ahLst/>
              <a:cxnLst/>
              <a:rect l="l" t="t" r="r" b="b"/>
              <a:pathLst>
                <a:path w="630" h="539" extrusionOk="0">
                  <a:moveTo>
                    <a:pt x="359" y="0"/>
                  </a:moveTo>
                  <a:cubicBezTo>
                    <a:pt x="293" y="0"/>
                    <a:pt x="225" y="25"/>
                    <a:pt x="170" y="80"/>
                  </a:cubicBezTo>
                  <a:cubicBezTo>
                    <a:pt x="1" y="249"/>
                    <a:pt x="120" y="539"/>
                    <a:pt x="360" y="539"/>
                  </a:cubicBezTo>
                  <a:cubicBezTo>
                    <a:pt x="510" y="539"/>
                    <a:pt x="629" y="419"/>
                    <a:pt x="629" y="269"/>
                  </a:cubicBezTo>
                  <a:cubicBezTo>
                    <a:pt x="629" y="107"/>
                    <a:pt x="497"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7" name="Google Shape;10377;p38"/>
            <p:cNvSpPr/>
            <p:nvPr/>
          </p:nvSpPr>
          <p:spPr>
            <a:xfrm rot="-5400000">
              <a:off x="51958" y="463857"/>
              <a:ext cx="26122" cy="22414"/>
            </a:xfrm>
            <a:custGeom>
              <a:avLst/>
              <a:gdLst/>
              <a:ahLst/>
              <a:cxnLst/>
              <a:rect l="l" t="t" r="r" b="b"/>
              <a:pathLst>
                <a:path w="627" h="538" extrusionOk="0">
                  <a:moveTo>
                    <a:pt x="356" y="0"/>
                  </a:moveTo>
                  <a:cubicBezTo>
                    <a:pt x="290" y="0"/>
                    <a:pt x="222" y="24"/>
                    <a:pt x="167" y="78"/>
                  </a:cubicBezTo>
                  <a:cubicBezTo>
                    <a:pt x="1" y="248"/>
                    <a:pt x="121" y="537"/>
                    <a:pt x="360" y="537"/>
                  </a:cubicBezTo>
                  <a:cubicBezTo>
                    <a:pt x="507" y="537"/>
                    <a:pt x="626" y="418"/>
                    <a:pt x="626" y="268"/>
                  </a:cubicBezTo>
                  <a:cubicBezTo>
                    <a:pt x="626"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8" name="Google Shape;10378;p38"/>
            <p:cNvSpPr/>
            <p:nvPr/>
          </p:nvSpPr>
          <p:spPr>
            <a:xfrm rot="-5400000">
              <a:off x="51916" y="109642"/>
              <a:ext cx="26206" cy="22414"/>
            </a:xfrm>
            <a:custGeom>
              <a:avLst/>
              <a:gdLst/>
              <a:ahLst/>
              <a:cxnLst/>
              <a:rect l="l" t="t" r="r" b="b"/>
              <a:pathLst>
                <a:path w="629" h="538" extrusionOk="0">
                  <a:moveTo>
                    <a:pt x="356" y="0"/>
                  </a:moveTo>
                  <a:cubicBezTo>
                    <a:pt x="290" y="0"/>
                    <a:pt x="224" y="24"/>
                    <a:pt x="170" y="78"/>
                  </a:cubicBezTo>
                  <a:cubicBezTo>
                    <a:pt x="0" y="248"/>
                    <a:pt x="120" y="537"/>
                    <a:pt x="359" y="537"/>
                  </a:cubicBezTo>
                  <a:cubicBezTo>
                    <a:pt x="506" y="537"/>
                    <a:pt x="629" y="418"/>
                    <a:pt x="629" y="268"/>
                  </a:cubicBezTo>
                  <a:cubicBezTo>
                    <a:pt x="627" y="106"/>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9" name="Google Shape;10379;p38"/>
            <p:cNvSpPr/>
            <p:nvPr/>
          </p:nvSpPr>
          <p:spPr>
            <a:xfrm rot="-5400000">
              <a:off x="172508" y="212403"/>
              <a:ext cx="26122" cy="22456"/>
            </a:xfrm>
            <a:custGeom>
              <a:avLst/>
              <a:gdLst/>
              <a:ahLst/>
              <a:cxnLst/>
              <a:rect l="l" t="t" r="r" b="b"/>
              <a:pathLst>
                <a:path w="627" h="539" extrusionOk="0">
                  <a:moveTo>
                    <a:pt x="356" y="0"/>
                  </a:moveTo>
                  <a:cubicBezTo>
                    <a:pt x="290" y="0"/>
                    <a:pt x="222" y="25"/>
                    <a:pt x="167" y="80"/>
                  </a:cubicBezTo>
                  <a:cubicBezTo>
                    <a:pt x="1" y="249"/>
                    <a:pt x="121" y="539"/>
                    <a:pt x="360" y="539"/>
                  </a:cubicBezTo>
                  <a:cubicBezTo>
                    <a:pt x="507" y="539"/>
                    <a:pt x="626" y="419"/>
                    <a:pt x="626" y="269"/>
                  </a:cubicBezTo>
                  <a:cubicBezTo>
                    <a:pt x="626" y="107"/>
                    <a:pt x="494" y="0"/>
                    <a:pt x="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0" name="Google Shape;10380;p38"/>
            <p:cNvSpPr/>
            <p:nvPr/>
          </p:nvSpPr>
          <p:spPr>
            <a:xfrm rot="-5400000">
              <a:off x="51854" y="-105649"/>
              <a:ext cx="26247" cy="22498"/>
            </a:xfrm>
            <a:custGeom>
              <a:avLst/>
              <a:gdLst/>
              <a:ahLst/>
              <a:cxnLst/>
              <a:rect l="l" t="t" r="r" b="b"/>
              <a:pathLst>
                <a:path w="630" h="540" extrusionOk="0">
                  <a:moveTo>
                    <a:pt x="359" y="1"/>
                  </a:moveTo>
                  <a:cubicBezTo>
                    <a:pt x="293" y="1"/>
                    <a:pt x="225" y="25"/>
                    <a:pt x="171" y="80"/>
                  </a:cubicBezTo>
                  <a:cubicBezTo>
                    <a:pt x="1" y="250"/>
                    <a:pt x="121" y="539"/>
                    <a:pt x="360" y="539"/>
                  </a:cubicBezTo>
                  <a:cubicBezTo>
                    <a:pt x="510" y="539"/>
                    <a:pt x="630" y="420"/>
                    <a:pt x="630" y="270"/>
                  </a:cubicBezTo>
                  <a:cubicBezTo>
                    <a:pt x="630" y="108"/>
                    <a:pt x="497" y="1"/>
                    <a:pt x="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1" name="Google Shape;10381;p38"/>
            <p:cNvSpPr/>
            <p:nvPr/>
          </p:nvSpPr>
          <p:spPr>
            <a:xfrm rot="-5400000">
              <a:off x="95870" y="44046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2" name="Google Shape;10382;p38"/>
            <p:cNvSpPr/>
            <p:nvPr/>
          </p:nvSpPr>
          <p:spPr>
            <a:xfrm rot="-5400000">
              <a:off x="341325" y="469312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3" name="Google Shape;10383;p38"/>
            <p:cNvSpPr/>
            <p:nvPr/>
          </p:nvSpPr>
          <p:spPr>
            <a:xfrm rot="-5400000">
              <a:off x="341325" y="4346864"/>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4" name="Google Shape;10384;p38"/>
            <p:cNvSpPr/>
            <p:nvPr/>
          </p:nvSpPr>
          <p:spPr>
            <a:xfrm rot="-5400000">
              <a:off x="95912" y="3834520"/>
              <a:ext cx="361964" cy="341008"/>
            </a:xfrm>
            <a:custGeom>
              <a:avLst/>
              <a:gdLst/>
              <a:ahLst/>
              <a:cxnLst/>
              <a:rect l="l" t="t" r="r" b="b"/>
              <a:pathLst>
                <a:path w="8688" h="8185" extrusionOk="0">
                  <a:moveTo>
                    <a:pt x="4549" y="1"/>
                  </a:moveTo>
                  <a:cubicBezTo>
                    <a:pt x="4349" y="876"/>
                    <a:pt x="3986" y="3228"/>
                    <a:pt x="1" y="3993"/>
                  </a:cubicBezTo>
                  <a:cubicBezTo>
                    <a:pt x="1" y="3993"/>
                    <a:pt x="3168" y="5151"/>
                    <a:pt x="4545"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5" name="Google Shape;10385;p38"/>
            <p:cNvSpPr/>
            <p:nvPr/>
          </p:nvSpPr>
          <p:spPr>
            <a:xfrm rot="-5400000">
              <a:off x="341325" y="4123012"/>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4" y="2270"/>
                    <a:pt x="2269" y="1764"/>
                    <a:pt x="2269" y="1135"/>
                  </a:cubicBezTo>
                  <a:cubicBezTo>
                    <a:pt x="2269"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6" name="Google Shape;10386;p38"/>
            <p:cNvSpPr/>
            <p:nvPr/>
          </p:nvSpPr>
          <p:spPr>
            <a:xfrm rot="-5400000">
              <a:off x="341325" y="3776796"/>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7" name="Google Shape;10387;p38"/>
            <p:cNvSpPr/>
            <p:nvPr/>
          </p:nvSpPr>
          <p:spPr>
            <a:xfrm rot="-5400000">
              <a:off x="95932" y="3264431"/>
              <a:ext cx="361922" cy="341008"/>
            </a:xfrm>
            <a:custGeom>
              <a:avLst/>
              <a:gdLst/>
              <a:ahLst/>
              <a:cxnLst/>
              <a:rect l="l" t="t" r="r" b="b"/>
              <a:pathLst>
                <a:path w="8687" h="8185" extrusionOk="0">
                  <a:moveTo>
                    <a:pt x="4548" y="1"/>
                  </a:moveTo>
                  <a:cubicBezTo>
                    <a:pt x="4349" y="876"/>
                    <a:pt x="3986" y="3228"/>
                    <a:pt x="0" y="3993"/>
                  </a:cubicBezTo>
                  <a:cubicBezTo>
                    <a:pt x="0" y="3993"/>
                    <a:pt x="3168"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8" name="Google Shape;10388;p38"/>
            <p:cNvSpPr/>
            <p:nvPr/>
          </p:nvSpPr>
          <p:spPr>
            <a:xfrm rot="-5400000">
              <a:off x="341325" y="355277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9" name="Google Shape;10389;p38"/>
            <p:cNvSpPr/>
            <p:nvPr/>
          </p:nvSpPr>
          <p:spPr>
            <a:xfrm rot="-5400000">
              <a:off x="341325" y="3206687"/>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0" name="Google Shape;10390;p38"/>
            <p:cNvSpPr/>
            <p:nvPr/>
          </p:nvSpPr>
          <p:spPr>
            <a:xfrm rot="-5400000">
              <a:off x="95912" y="2694342"/>
              <a:ext cx="361964" cy="341008"/>
            </a:xfrm>
            <a:custGeom>
              <a:avLst/>
              <a:gdLst/>
              <a:ahLst/>
              <a:cxnLst/>
              <a:rect l="l" t="t" r="r" b="b"/>
              <a:pathLst>
                <a:path w="8688" h="8185" extrusionOk="0">
                  <a:moveTo>
                    <a:pt x="4552" y="1"/>
                  </a:moveTo>
                  <a:cubicBezTo>
                    <a:pt x="4349" y="876"/>
                    <a:pt x="3986" y="3228"/>
                    <a:pt x="1" y="3993"/>
                  </a:cubicBezTo>
                  <a:cubicBezTo>
                    <a:pt x="1" y="3993"/>
                    <a:pt x="3171" y="5151"/>
                    <a:pt x="4549" y="8185"/>
                  </a:cubicBezTo>
                  <a:cubicBezTo>
                    <a:pt x="5929" y="5211"/>
                    <a:pt x="8687" y="3993"/>
                    <a:pt x="8687" y="3993"/>
                  </a:cubicBezTo>
                  <a:cubicBezTo>
                    <a:pt x="8687"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1" name="Google Shape;10391;p38"/>
            <p:cNvSpPr/>
            <p:nvPr/>
          </p:nvSpPr>
          <p:spPr>
            <a:xfrm rot="-5400000">
              <a:off x="341325" y="2982709"/>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2" name="Google Shape;10392;p38"/>
            <p:cNvSpPr/>
            <p:nvPr/>
          </p:nvSpPr>
          <p:spPr>
            <a:xfrm rot="-5400000">
              <a:off x="341325" y="2636619"/>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3" name="Google Shape;10393;p38"/>
            <p:cNvSpPr/>
            <p:nvPr/>
          </p:nvSpPr>
          <p:spPr>
            <a:xfrm rot="-5400000">
              <a:off x="95849" y="2124170"/>
              <a:ext cx="362089" cy="341008"/>
            </a:xfrm>
            <a:custGeom>
              <a:avLst/>
              <a:gdLst/>
              <a:ahLst/>
              <a:cxnLst/>
              <a:rect l="l" t="t" r="r" b="b"/>
              <a:pathLst>
                <a:path w="8691" h="8185" extrusionOk="0">
                  <a:moveTo>
                    <a:pt x="4552" y="1"/>
                  </a:moveTo>
                  <a:cubicBezTo>
                    <a:pt x="4352" y="876"/>
                    <a:pt x="3989" y="3228"/>
                    <a:pt x="0" y="3993"/>
                  </a:cubicBezTo>
                  <a:cubicBezTo>
                    <a:pt x="0" y="3993"/>
                    <a:pt x="3168" y="5151"/>
                    <a:pt x="4552" y="8185"/>
                  </a:cubicBezTo>
                  <a:cubicBezTo>
                    <a:pt x="5929" y="5211"/>
                    <a:pt x="8690" y="3993"/>
                    <a:pt x="8690" y="3993"/>
                  </a:cubicBezTo>
                  <a:cubicBezTo>
                    <a:pt x="8690" y="3993"/>
                    <a:pt x="4721"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4" name="Google Shape;10394;p38"/>
            <p:cNvSpPr/>
            <p:nvPr/>
          </p:nvSpPr>
          <p:spPr>
            <a:xfrm rot="-5400000">
              <a:off x="333325" y="2420557"/>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5" name="Google Shape;10395;p38"/>
            <p:cNvSpPr/>
            <p:nvPr/>
          </p:nvSpPr>
          <p:spPr>
            <a:xfrm rot="-5400000">
              <a:off x="341325" y="2066384"/>
              <a:ext cx="94574" cy="94574"/>
            </a:xfrm>
            <a:custGeom>
              <a:avLst/>
              <a:gdLst/>
              <a:ahLst/>
              <a:cxnLst/>
              <a:rect l="l" t="t" r="r" b="b"/>
              <a:pathLst>
                <a:path w="2270" h="2270" extrusionOk="0">
                  <a:moveTo>
                    <a:pt x="1135" y="1"/>
                  </a:moveTo>
                  <a:cubicBezTo>
                    <a:pt x="506" y="1"/>
                    <a:pt x="1" y="510"/>
                    <a:pt x="1" y="1135"/>
                  </a:cubicBezTo>
                  <a:cubicBezTo>
                    <a:pt x="1" y="1764"/>
                    <a:pt x="506" y="2270"/>
                    <a:pt x="1135" y="2270"/>
                  </a:cubicBezTo>
                  <a:cubicBezTo>
                    <a:pt x="1761" y="2270"/>
                    <a:pt x="2270" y="1764"/>
                    <a:pt x="2270" y="1135"/>
                  </a:cubicBezTo>
                  <a:cubicBezTo>
                    <a:pt x="2270" y="510"/>
                    <a:pt x="1761"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6" name="Google Shape;10396;p38"/>
            <p:cNvSpPr/>
            <p:nvPr/>
          </p:nvSpPr>
          <p:spPr>
            <a:xfrm rot="-5400000">
              <a:off x="95932" y="1554019"/>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5"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7" name="Google Shape;10397;p38"/>
            <p:cNvSpPr/>
            <p:nvPr/>
          </p:nvSpPr>
          <p:spPr>
            <a:xfrm rot="-5400000">
              <a:off x="341325" y="1842531"/>
              <a:ext cx="94574" cy="94574"/>
            </a:xfrm>
            <a:custGeom>
              <a:avLst/>
              <a:gdLst/>
              <a:ahLst/>
              <a:cxnLst/>
              <a:rect l="l" t="t" r="r" b="b"/>
              <a:pathLst>
                <a:path w="2270" h="2270" extrusionOk="0">
                  <a:moveTo>
                    <a:pt x="1135" y="1"/>
                  </a:moveTo>
                  <a:cubicBezTo>
                    <a:pt x="510" y="1"/>
                    <a:pt x="1" y="510"/>
                    <a:pt x="1" y="1135"/>
                  </a:cubicBezTo>
                  <a:cubicBezTo>
                    <a:pt x="1" y="1764"/>
                    <a:pt x="510" y="2270"/>
                    <a:pt x="1135" y="2270"/>
                  </a:cubicBezTo>
                  <a:cubicBezTo>
                    <a:pt x="1764" y="2270"/>
                    <a:pt x="2270" y="1764"/>
                    <a:pt x="2270" y="1135"/>
                  </a:cubicBezTo>
                  <a:cubicBezTo>
                    <a:pt x="2270" y="510"/>
                    <a:pt x="1764"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8" name="Google Shape;10398;p38"/>
            <p:cNvSpPr/>
            <p:nvPr/>
          </p:nvSpPr>
          <p:spPr>
            <a:xfrm rot="-5400000">
              <a:off x="341325" y="1496274"/>
              <a:ext cx="94574" cy="94574"/>
            </a:xfrm>
            <a:custGeom>
              <a:avLst/>
              <a:gdLst/>
              <a:ahLst/>
              <a:cxnLst/>
              <a:rect l="l" t="t" r="r" b="b"/>
              <a:pathLst>
                <a:path w="2270" h="2270" extrusionOk="0">
                  <a:moveTo>
                    <a:pt x="1135" y="1"/>
                  </a:moveTo>
                  <a:cubicBezTo>
                    <a:pt x="509" y="1"/>
                    <a:pt x="0" y="510"/>
                    <a:pt x="0" y="1135"/>
                  </a:cubicBezTo>
                  <a:cubicBezTo>
                    <a:pt x="0" y="1764"/>
                    <a:pt x="509"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9" name="Google Shape;10399;p38"/>
            <p:cNvSpPr/>
            <p:nvPr/>
          </p:nvSpPr>
          <p:spPr>
            <a:xfrm rot="-5400000">
              <a:off x="95912" y="983930"/>
              <a:ext cx="361964" cy="341008"/>
            </a:xfrm>
            <a:custGeom>
              <a:avLst/>
              <a:gdLst/>
              <a:ahLst/>
              <a:cxnLst/>
              <a:rect l="l" t="t" r="r" b="b"/>
              <a:pathLst>
                <a:path w="8688" h="8185" extrusionOk="0">
                  <a:moveTo>
                    <a:pt x="4549" y="1"/>
                  </a:moveTo>
                  <a:cubicBezTo>
                    <a:pt x="4349" y="876"/>
                    <a:pt x="3986" y="3228"/>
                    <a:pt x="1" y="3993"/>
                  </a:cubicBezTo>
                  <a:cubicBezTo>
                    <a:pt x="1" y="3993"/>
                    <a:pt x="3171" y="5151"/>
                    <a:pt x="4552" y="8185"/>
                  </a:cubicBezTo>
                  <a:cubicBezTo>
                    <a:pt x="5929" y="5211"/>
                    <a:pt x="8687" y="3993"/>
                    <a:pt x="8687" y="3993"/>
                  </a:cubicBezTo>
                  <a:cubicBezTo>
                    <a:pt x="8687" y="3993"/>
                    <a:pt x="4718" y="3021"/>
                    <a:pt x="4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0" name="Google Shape;10400;p38"/>
            <p:cNvSpPr/>
            <p:nvPr/>
          </p:nvSpPr>
          <p:spPr>
            <a:xfrm rot="-5400000">
              <a:off x="341325" y="1272297"/>
              <a:ext cx="94574" cy="94574"/>
            </a:xfrm>
            <a:custGeom>
              <a:avLst/>
              <a:gdLst/>
              <a:ahLst/>
              <a:cxnLst/>
              <a:rect l="l" t="t" r="r" b="b"/>
              <a:pathLst>
                <a:path w="2270" h="2270" extrusionOk="0">
                  <a:moveTo>
                    <a:pt x="1135" y="1"/>
                  </a:moveTo>
                  <a:cubicBezTo>
                    <a:pt x="506" y="1"/>
                    <a:pt x="0" y="510"/>
                    <a:pt x="0" y="1135"/>
                  </a:cubicBezTo>
                  <a:cubicBezTo>
                    <a:pt x="0" y="1764"/>
                    <a:pt x="506" y="2270"/>
                    <a:pt x="1135" y="2270"/>
                  </a:cubicBezTo>
                  <a:cubicBezTo>
                    <a:pt x="1760" y="2270"/>
                    <a:pt x="2269" y="1764"/>
                    <a:pt x="2269" y="1135"/>
                  </a:cubicBezTo>
                  <a:cubicBezTo>
                    <a:pt x="2269" y="510"/>
                    <a:pt x="1760" y="1"/>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1" name="Google Shape;10401;p38"/>
            <p:cNvSpPr/>
            <p:nvPr/>
          </p:nvSpPr>
          <p:spPr>
            <a:xfrm rot="-5400000">
              <a:off x="333346" y="934143"/>
              <a:ext cx="110489" cy="94616"/>
            </a:xfrm>
            <a:custGeom>
              <a:avLst/>
              <a:gdLst/>
              <a:ahLst/>
              <a:cxnLst/>
              <a:rect l="l" t="t" r="r" b="b"/>
              <a:pathLst>
                <a:path w="2652" h="2271" extrusionOk="0">
                  <a:moveTo>
                    <a:pt x="1509" y="0"/>
                  </a:moveTo>
                  <a:cubicBezTo>
                    <a:pt x="1230" y="0"/>
                    <a:pt x="946" y="103"/>
                    <a:pt x="715" y="334"/>
                  </a:cubicBezTo>
                  <a:cubicBezTo>
                    <a:pt x="0" y="1050"/>
                    <a:pt x="506" y="2271"/>
                    <a:pt x="1517" y="2271"/>
                  </a:cubicBezTo>
                  <a:cubicBezTo>
                    <a:pt x="2143" y="2271"/>
                    <a:pt x="2652" y="1765"/>
                    <a:pt x="2652" y="1136"/>
                  </a:cubicBezTo>
                  <a:cubicBezTo>
                    <a:pt x="2652" y="454"/>
                    <a:pt x="2092"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2" name="Google Shape;10402;p38"/>
            <p:cNvSpPr/>
            <p:nvPr/>
          </p:nvSpPr>
          <p:spPr>
            <a:xfrm rot="-5400000">
              <a:off x="95932" y="413841"/>
              <a:ext cx="361922" cy="341008"/>
            </a:xfrm>
            <a:custGeom>
              <a:avLst/>
              <a:gdLst/>
              <a:ahLst/>
              <a:cxnLst/>
              <a:rect l="l" t="t" r="r" b="b"/>
              <a:pathLst>
                <a:path w="8687" h="8185" extrusionOk="0">
                  <a:moveTo>
                    <a:pt x="4548" y="1"/>
                  </a:moveTo>
                  <a:cubicBezTo>
                    <a:pt x="4348" y="876"/>
                    <a:pt x="3986" y="3228"/>
                    <a:pt x="0" y="3993"/>
                  </a:cubicBezTo>
                  <a:cubicBezTo>
                    <a:pt x="0" y="3993"/>
                    <a:pt x="3167" y="5151"/>
                    <a:pt x="4548" y="8185"/>
                  </a:cubicBezTo>
                  <a:cubicBezTo>
                    <a:pt x="5929" y="5211"/>
                    <a:pt x="8687" y="3993"/>
                    <a:pt x="8687" y="3993"/>
                  </a:cubicBezTo>
                  <a:cubicBezTo>
                    <a:pt x="8687" y="3993"/>
                    <a:pt x="4718" y="3021"/>
                    <a:pt x="4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3" name="Google Shape;10403;p38"/>
            <p:cNvSpPr/>
            <p:nvPr/>
          </p:nvSpPr>
          <p:spPr>
            <a:xfrm rot="-5400000">
              <a:off x="333346" y="710166"/>
              <a:ext cx="110489" cy="94616"/>
            </a:xfrm>
            <a:custGeom>
              <a:avLst/>
              <a:gdLst/>
              <a:ahLst/>
              <a:cxnLst/>
              <a:rect l="l" t="t" r="r" b="b"/>
              <a:pathLst>
                <a:path w="2652" h="2271" extrusionOk="0">
                  <a:moveTo>
                    <a:pt x="1507" y="0"/>
                  </a:moveTo>
                  <a:cubicBezTo>
                    <a:pt x="1229" y="0"/>
                    <a:pt x="946" y="103"/>
                    <a:pt x="716" y="334"/>
                  </a:cubicBezTo>
                  <a:cubicBezTo>
                    <a:pt x="0" y="1050"/>
                    <a:pt x="506" y="2271"/>
                    <a:pt x="1517" y="2271"/>
                  </a:cubicBezTo>
                  <a:cubicBezTo>
                    <a:pt x="2143" y="2271"/>
                    <a:pt x="2652" y="1765"/>
                    <a:pt x="2652" y="1136"/>
                  </a:cubicBezTo>
                  <a:cubicBezTo>
                    <a:pt x="2652" y="454"/>
                    <a:pt x="2091" y="0"/>
                    <a:pt x="1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4" name="Google Shape;10404;p38"/>
            <p:cNvSpPr/>
            <p:nvPr/>
          </p:nvSpPr>
          <p:spPr>
            <a:xfrm rot="-5400000">
              <a:off x="333325" y="364054"/>
              <a:ext cx="110531" cy="94616"/>
            </a:xfrm>
            <a:custGeom>
              <a:avLst/>
              <a:gdLst/>
              <a:ahLst/>
              <a:cxnLst/>
              <a:rect l="l" t="t" r="r" b="b"/>
              <a:pathLst>
                <a:path w="2653" h="2271" extrusionOk="0">
                  <a:moveTo>
                    <a:pt x="1509" y="0"/>
                  </a:moveTo>
                  <a:cubicBezTo>
                    <a:pt x="1231" y="0"/>
                    <a:pt x="947" y="103"/>
                    <a:pt x="716" y="334"/>
                  </a:cubicBezTo>
                  <a:cubicBezTo>
                    <a:pt x="1" y="1050"/>
                    <a:pt x="506" y="2271"/>
                    <a:pt x="1518" y="2271"/>
                  </a:cubicBezTo>
                  <a:cubicBezTo>
                    <a:pt x="2146"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5" name="Google Shape;10405;p38"/>
            <p:cNvSpPr/>
            <p:nvPr/>
          </p:nvSpPr>
          <p:spPr>
            <a:xfrm rot="-5400000">
              <a:off x="95849" y="-156310"/>
              <a:ext cx="362089" cy="341008"/>
            </a:xfrm>
            <a:custGeom>
              <a:avLst/>
              <a:gdLst/>
              <a:ahLst/>
              <a:cxnLst/>
              <a:rect l="l" t="t" r="r" b="b"/>
              <a:pathLst>
                <a:path w="8691" h="8185" extrusionOk="0">
                  <a:moveTo>
                    <a:pt x="4552" y="1"/>
                  </a:moveTo>
                  <a:cubicBezTo>
                    <a:pt x="4349" y="876"/>
                    <a:pt x="3986" y="3228"/>
                    <a:pt x="1" y="3993"/>
                  </a:cubicBezTo>
                  <a:cubicBezTo>
                    <a:pt x="1" y="3993"/>
                    <a:pt x="3171" y="5151"/>
                    <a:pt x="4549" y="8185"/>
                  </a:cubicBezTo>
                  <a:cubicBezTo>
                    <a:pt x="5929" y="5211"/>
                    <a:pt x="8691" y="3993"/>
                    <a:pt x="8691" y="3993"/>
                  </a:cubicBezTo>
                  <a:cubicBezTo>
                    <a:pt x="8691" y="3993"/>
                    <a:pt x="4722" y="3021"/>
                    <a:pt x="45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6" name="Google Shape;10406;p38"/>
            <p:cNvSpPr/>
            <p:nvPr/>
          </p:nvSpPr>
          <p:spPr>
            <a:xfrm rot="-5400000">
              <a:off x="333325" y="140077"/>
              <a:ext cx="110531" cy="94616"/>
            </a:xfrm>
            <a:custGeom>
              <a:avLst/>
              <a:gdLst/>
              <a:ahLst/>
              <a:cxnLst/>
              <a:rect l="l" t="t" r="r" b="b"/>
              <a:pathLst>
                <a:path w="2653" h="2271" extrusionOk="0">
                  <a:moveTo>
                    <a:pt x="1509" y="0"/>
                  </a:moveTo>
                  <a:cubicBezTo>
                    <a:pt x="1231" y="0"/>
                    <a:pt x="947" y="103"/>
                    <a:pt x="716" y="334"/>
                  </a:cubicBezTo>
                  <a:cubicBezTo>
                    <a:pt x="1" y="1050"/>
                    <a:pt x="507" y="2271"/>
                    <a:pt x="1518" y="2271"/>
                  </a:cubicBezTo>
                  <a:cubicBezTo>
                    <a:pt x="2143" y="2271"/>
                    <a:pt x="2652" y="1765"/>
                    <a:pt x="2652" y="1136"/>
                  </a:cubicBezTo>
                  <a:cubicBezTo>
                    <a:pt x="2652" y="454"/>
                    <a:pt x="2093" y="0"/>
                    <a:pt x="1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7" name="Google Shape;10407;p38"/>
            <p:cNvSpPr/>
            <p:nvPr/>
          </p:nvSpPr>
          <p:spPr>
            <a:xfrm rot="-5400000">
              <a:off x="95870" y="4967571"/>
              <a:ext cx="362047" cy="341008"/>
            </a:xfrm>
            <a:custGeom>
              <a:avLst/>
              <a:gdLst/>
              <a:ahLst/>
              <a:cxnLst/>
              <a:rect l="l" t="t" r="r" b="b"/>
              <a:pathLst>
                <a:path w="8690" h="8185" extrusionOk="0">
                  <a:moveTo>
                    <a:pt x="4551" y="1"/>
                  </a:moveTo>
                  <a:cubicBezTo>
                    <a:pt x="4352" y="876"/>
                    <a:pt x="3989" y="3228"/>
                    <a:pt x="0" y="3993"/>
                  </a:cubicBezTo>
                  <a:cubicBezTo>
                    <a:pt x="0" y="3993"/>
                    <a:pt x="3171" y="5151"/>
                    <a:pt x="4551" y="8185"/>
                  </a:cubicBezTo>
                  <a:cubicBezTo>
                    <a:pt x="5929" y="5211"/>
                    <a:pt x="8690" y="3993"/>
                    <a:pt x="8690" y="3993"/>
                  </a:cubicBezTo>
                  <a:cubicBezTo>
                    <a:pt x="8690" y="3993"/>
                    <a:pt x="4721" y="3021"/>
                    <a:pt x="4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408" name="Google Shape;10408;p38"/>
          <p:cNvGrpSpPr/>
          <p:nvPr/>
        </p:nvGrpSpPr>
        <p:grpSpPr>
          <a:xfrm rot="-6330842">
            <a:off x="8574172" y="4987268"/>
            <a:ext cx="2737841" cy="1640985"/>
            <a:chOff x="3911500" y="3122300"/>
            <a:chExt cx="597375" cy="358050"/>
          </a:xfrm>
        </p:grpSpPr>
        <p:sp>
          <p:nvSpPr>
            <p:cNvPr id="10409" name="Google Shape;10409;p38"/>
            <p:cNvSpPr/>
            <p:nvPr/>
          </p:nvSpPr>
          <p:spPr>
            <a:xfrm>
              <a:off x="3911500" y="3341725"/>
              <a:ext cx="94600" cy="80450"/>
            </a:xfrm>
            <a:custGeom>
              <a:avLst/>
              <a:gdLst/>
              <a:ahLst/>
              <a:cxnLst/>
              <a:rect l="l" t="t" r="r" b="b"/>
              <a:pathLst>
                <a:path w="3784" h="3218" extrusionOk="0">
                  <a:moveTo>
                    <a:pt x="1694" y="0"/>
                  </a:moveTo>
                  <a:cubicBezTo>
                    <a:pt x="1473" y="0"/>
                    <a:pt x="1250" y="59"/>
                    <a:pt x="1035" y="196"/>
                  </a:cubicBezTo>
                  <a:cubicBezTo>
                    <a:pt x="423" y="586"/>
                    <a:pt x="0" y="1544"/>
                    <a:pt x="406" y="2199"/>
                  </a:cubicBezTo>
                  <a:cubicBezTo>
                    <a:pt x="512" y="2369"/>
                    <a:pt x="661" y="2509"/>
                    <a:pt x="835" y="2618"/>
                  </a:cubicBezTo>
                  <a:lnTo>
                    <a:pt x="835" y="2618"/>
                  </a:lnTo>
                  <a:cubicBezTo>
                    <a:pt x="779" y="2622"/>
                    <a:pt x="723" y="2624"/>
                    <a:pt x="666" y="2624"/>
                  </a:cubicBezTo>
                  <a:cubicBezTo>
                    <a:pt x="615" y="2624"/>
                    <a:pt x="562" y="2622"/>
                    <a:pt x="509" y="2618"/>
                  </a:cubicBezTo>
                  <a:lnTo>
                    <a:pt x="513" y="2615"/>
                  </a:lnTo>
                  <a:cubicBezTo>
                    <a:pt x="510" y="2615"/>
                    <a:pt x="507" y="2615"/>
                    <a:pt x="504" y="2615"/>
                  </a:cubicBezTo>
                  <a:cubicBezTo>
                    <a:pt x="344" y="2615"/>
                    <a:pt x="279" y="2876"/>
                    <a:pt x="433" y="2941"/>
                  </a:cubicBezTo>
                  <a:cubicBezTo>
                    <a:pt x="835" y="3113"/>
                    <a:pt x="1252" y="3218"/>
                    <a:pt x="1665" y="3218"/>
                  </a:cubicBezTo>
                  <a:cubicBezTo>
                    <a:pt x="2059" y="3218"/>
                    <a:pt x="2449" y="3122"/>
                    <a:pt x="2818" y="2898"/>
                  </a:cubicBezTo>
                  <a:cubicBezTo>
                    <a:pt x="3700" y="2366"/>
                    <a:pt x="3783" y="1457"/>
                    <a:pt x="3098" y="722"/>
                  </a:cubicBezTo>
                  <a:cubicBezTo>
                    <a:pt x="2731" y="329"/>
                    <a:pt x="2217"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0" name="Google Shape;10410;p38"/>
            <p:cNvSpPr/>
            <p:nvPr/>
          </p:nvSpPr>
          <p:spPr>
            <a:xfrm>
              <a:off x="3934500" y="3285500"/>
              <a:ext cx="168525" cy="75575"/>
            </a:xfrm>
            <a:custGeom>
              <a:avLst/>
              <a:gdLst/>
              <a:ahLst/>
              <a:cxnLst/>
              <a:rect l="l" t="t" r="r" b="b"/>
              <a:pathLst>
                <a:path w="6741" h="3023" extrusionOk="0">
                  <a:moveTo>
                    <a:pt x="6686" y="0"/>
                  </a:moveTo>
                  <a:cubicBezTo>
                    <a:pt x="6680" y="0"/>
                    <a:pt x="6675" y="1"/>
                    <a:pt x="6669" y="4"/>
                  </a:cubicBezTo>
                  <a:cubicBezTo>
                    <a:pt x="5531" y="449"/>
                    <a:pt x="4440" y="1041"/>
                    <a:pt x="3309" y="1517"/>
                  </a:cubicBezTo>
                  <a:cubicBezTo>
                    <a:pt x="2224" y="1973"/>
                    <a:pt x="1127" y="2406"/>
                    <a:pt x="62" y="2905"/>
                  </a:cubicBezTo>
                  <a:lnTo>
                    <a:pt x="62" y="2908"/>
                  </a:lnTo>
                  <a:cubicBezTo>
                    <a:pt x="0" y="2936"/>
                    <a:pt x="41" y="3023"/>
                    <a:pt x="98" y="3023"/>
                  </a:cubicBezTo>
                  <a:cubicBezTo>
                    <a:pt x="102" y="3023"/>
                    <a:pt x="107" y="3022"/>
                    <a:pt x="112" y="3021"/>
                  </a:cubicBezTo>
                  <a:cubicBezTo>
                    <a:pt x="1250" y="2722"/>
                    <a:pt x="2361" y="2279"/>
                    <a:pt x="3425" y="1787"/>
                  </a:cubicBezTo>
                  <a:cubicBezTo>
                    <a:pt x="4523" y="1281"/>
                    <a:pt x="5708" y="765"/>
                    <a:pt x="6706" y="87"/>
                  </a:cubicBezTo>
                  <a:cubicBezTo>
                    <a:pt x="6741" y="60"/>
                    <a:pt x="6724" y="0"/>
                    <a:pt x="6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1" name="Google Shape;10411;p38"/>
            <p:cNvSpPr/>
            <p:nvPr/>
          </p:nvSpPr>
          <p:spPr>
            <a:xfrm>
              <a:off x="4121025" y="3220825"/>
              <a:ext cx="76300" cy="51925"/>
            </a:xfrm>
            <a:custGeom>
              <a:avLst/>
              <a:gdLst/>
              <a:ahLst/>
              <a:cxnLst/>
              <a:rect l="l" t="t" r="r" b="b"/>
              <a:pathLst>
                <a:path w="3052" h="2077" extrusionOk="0">
                  <a:moveTo>
                    <a:pt x="3003" y="1"/>
                  </a:moveTo>
                  <a:cubicBezTo>
                    <a:pt x="2995" y="1"/>
                    <a:pt x="2987" y="3"/>
                    <a:pt x="2981" y="9"/>
                  </a:cubicBezTo>
                  <a:cubicBezTo>
                    <a:pt x="2705" y="255"/>
                    <a:pt x="2475" y="465"/>
                    <a:pt x="2119" y="578"/>
                  </a:cubicBezTo>
                  <a:cubicBezTo>
                    <a:pt x="1923" y="638"/>
                    <a:pt x="1727" y="691"/>
                    <a:pt x="1544" y="787"/>
                  </a:cubicBezTo>
                  <a:cubicBezTo>
                    <a:pt x="1344" y="897"/>
                    <a:pt x="1201" y="1043"/>
                    <a:pt x="1048" y="1210"/>
                  </a:cubicBezTo>
                  <a:cubicBezTo>
                    <a:pt x="758" y="1523"/>
                    <a:pt x="452" y="1732"/>
                    <a:pt x="80" y="1925"/>
                  </a:cubicBezTo>
                  <a:cubicBezTo>
                    <a:pt x="1" y="1965"/>
                    <a:pt x="51" y="2076"/>
                    <a:pt x="123" y="2076"/>
                  </a:cubicBezTo>
                  <a:cubicBezTo>
                    <a:pt x="136" y="2076"/>
                    <a:pt x="149" y="2073"/>
                    <a:pt x="163" y="2065"/>
                  </a:cubicBezTo>
                  <a:cubicBezTo>
                    <a:pt x="765" y="1729"/>
                    <a:pt x="1287" y="1270"/>
                    <a:pt x="1866" y="897"/>
                  </a:cubicBezTo>
                  <a:cubicBezTo>
                    <a:pt x="2256" y="644"/>
                    <a:pt x="2791" y="465"/>
                    <a:pt x="3034" y="52"/>
                  </a:cubicBezTo>
                  <a:cubicBezTo>
                    <a:pt x="3052" y="24"/>
                    <a:pt x="3027" y="1"/>
                    <a:pt x="30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2" name="Google Shape;10412;p38"/>
            <p:cNvSpPr/>
            <p:nvPr/>
          </p:nvSpPr>
          <p:spPr>
            <a:xfrm>
              <a:off x="4208450" y="3200600"/>
              <a:ext cx="28925" cy="17700"/>
            </a:xfrm>
            <a:custGeom>
              <a:avLst/>
              <a:gdLst/>
              <a:ahLst/>
              <a:cxnLst/>
              <a:rect l="l" t="t" r="r" b="b"/>
              <a:pathLst>
                <a:path w="1157" h="708" extrusionOk="0">
                  <a:moveTo>
                    <a:pt x="1098" y="1"/>
                  </a:moveTo>
                  <a:cubicBezTo>
                    <a:pt x="1093" y="1"/>
                    <a:pt x="1089" y="1"/>
                    <a:pt x="1084" y="3"/>
                  </a:cubicBezTo>
                  <a:cubicBezTo>
                    <a:pt x="725" y="116"/>
                    <a:pt x="402" y="352"/>
                    <a:pt x="79" y="548"/>
                  </a:cubicBezTo>
                  <a:cubicBezTo>
                    <a:pt x="1" y="596"/>
                    <a:pt x="50" y="708"/>
                    <a:pt x="125" y="708"/>
                  </a:cubicBezTo>
                  <a:cubicBezTo>
                    <a:pt x="139" y="708"/>
                    <a:pt x="154" y="704"/>
                    <a:pt x="169" y="695"/>
                  </a:cubicBezTo>
                  <a:cubicBezTo>
                    <a:pt x="492" y="505"/>
                    <a:pt x="854" y="335"/>
                    <a:pt x="1127" y="73"/>
                  </a:cubicBezTo>
                  <a:cubicBezTo>
                    <a:pt x="1157" y="46"/>
                    <a:pt x="1134" y="1"/>
                    <a:pt x="1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3" name="Google Shape;10413;p38"/>
            <p:cNvSpPr/>
            <p:nvPr/>
          </p:nvSpPr>
          <p:spPr>
            <a:xfrm>
              <a:off x="4245350" y="3122300"/>
              <a:ext cx="146400" cy="73125"/>
            </a:xfrm>
            <a:custGeom>
              <a:avLst/>
              <a:gdLst/>
              <a:ahLst/>
              <a:cxnLst/>
              <a:rect l="l" t="t" r="r" b="b"/>
              <a:pathLst>
                <a:path w="5856" h="2925" extrusionOk="0">
                  <a:moveTo>
                    <a:pt x="5535" y="0"/>
                  </a:moveTo>
                  <a:cubicBezTo>
                    <a:pt x="5139" y="0"/>
                    <a:pt x="4788" y="202"/>
                    <a:pt x="4445" y="400"/>
                  </a:cubicBezTo>
                  <a:cubicBezTo>
                    <a:pt x="3983" y="670"/>
                    <a:pt x="3524" y="946"/>
                    <a:pt x="3055" y="1205"/>
                  </a:cubicBezTo>
                  <a:cubicBezTo>
                    <a:pt x="2070" y="1751"/>
                    <a:pt x="1085" y="2340"/>
                    <a:pt x="67" y="2809"/>
                  </a:cubicBezTo>
                  <a:cubicBezTo>
                    <a:pt x="1" y="2838"/>
                    <a:pt x="42" y="2925"/>
                    <a:pt x="105" y="2925"/>
                  </a:cubicBezTo>
                  <a:cubicBezTo>
                    <a:pt x="114" y="2925"/>
                    <a:pt x="124" y="2923"/>
                    <a:pt x="134" y="2918"/>
                  </a:cubicBezTo>
                  <a:cubicBezTo>
                    <a:pt x="1122" y="2476"/>
                    <a:pt x="2100" y="2100"/>
                    <a:pt x="3061" y="1594"/>
                  </a:cubicBezTo>
                  <a:cubicBezTo>
                    <a:pt x="3544" y="1342"/>
                    <a:pt x="4016" y="1075"/>
                    <a:pt x="4495" y="816"/>
                  </a:cubicBezTo>
                  <a:cubicBezTo>
                    <a:pt x="4898" y="600"/>
                    <a:pt x="5330" y="453"/>
                    <a:pt x="5733" y="240"/>
                  </a:cubicBezTo>
                  <a:cubicBezTo>
                    <a:pt x="5856" y="174"/>
                    <a:pt x="5776" y="17"/>
                    <a:pt x="5663" y="7"/>
                  </a:cubicBezTo>
                  <a:cubicBezTo>
                    <a:pt x="5620" y="3"/>
                    <a:pt x="5577" y="0"/>
                    <a:pt x="5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4" name="Google Shape;10414;p38"/>
            <p:cNvSpPr/>
            <p:nvPr/>
          </p:nvSpPr>
          <p:spPr>
            <a:xfrm>
              <a:off x="3967375" y="3354700"/>
              <a:ext cx="89175" cy="35975"/>
            </a:xfrm>
            <a:custGeom>
              <a:avLst/>
              <a:gdLst/>
              <a:ahLst/>
              <a:cxnLst/>
              <a:rect l="l" t="t" r="r" b="b"/>
              <a:pathLst>
                <a:path w="3567" h="1439" extrusionOk="0">
                  <a:moveTo>
                    <a:pt x="3505" y="0"/>
                  </a:moveTo>
                  <a:cubicBezTo>
                    <a:pt x="3503" y="0"/>
                    <a:pt x="3502" y="0"/>
                    <a:pt x="3501" y="0"/>
                  </a:cubicBezTo>
                  <a:cubicBezTo>
                    <a:pt x="2929" y="50"/>
                    <a:pt x="2387" y="343"/>
                    <a:pt x="1861" y="549"/>
                  </a:cubicBezTo>
                  <a:cubicBezTo>
                    <a:pt x="1262" y="785"/>
                    <a:pt x="670" y="1031"/>
                    <a:pt x="78" y="1288"/>
                  </a:cubicBezTo>
                  <a:lnTo>
                    <a:pt x="81" y="1288"/>
                  </a:lnTo>
                  <a:cubicBezTo>
                    <a:pt x="0" y="1320"/>
                    <a:pt x="19" y="1439"/>
                    <a:pt x="93" y="1439"/>
                  </a:cubicBezTo>
                  <a:cubicBezTo>
                    <a:pt x="102" y="1439"/>
                    <a:pt x="111" y="1437"/>
                    <a:pt x="121" y="1434"/>
                  </a:cubicBezTo>
                  <a:cubicBezTo>
                    <a:pt x="730" y="1231"/>
                    <a:pt x="1332" y="1018"/>
                    <a:pt x="1931" y="792"/>
                  </a:cubicBezTo>
                  <a:cubicBezTo>
                    <a:pt x="2466" y="596"/>
                    <a:pt x="3069" y="449"/>
                    <a:pt x="3528" y="103"/>
                  </a:cubicBezTo>
                  <a:cubicBezTo>
                    <a:pt x="3567" y="74"/>
                    <a:pt x="3558" y="0"/>
                    <a:pt x="3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5" name="Google Shape;10415;p38"/>
            <p:cNvSpPr/>
            <p:nvPr/>
          </p:nvSpPr>
          <p:spPr>
            <a:xfrm>
              <a:off x="4055850" y="3344875"/>
              <a:ext cx="18525" cy="11275"/>
            </a:xfrm>
            <a:custGeom>
              <a:avLst/>
              <a:gdLst/>
              <a:ahLst/>
              <a:cxnLst/>
              <a:rect l="l" t="t" r="r" b="b"/>
              <a:pathLst>
                <a:path w="741" h="451" extrusionOk="0">
                  <a:moveTo>
                    <a:pt x="672" y="0"/>
                  </a:moveTo>
                  <a:cubicBezTo>
                    <a:pt x="670" y="0"/>
                    <a:pt x="669" y="0"/>
                    <a:pt x="667" y="1"/>
                  </a:cubicBezTo>
                  <a:cubicBezTo>
                    <a:pt x="474" y="21"/>
                    <a:pt x="311" y="144"/>
                    <a:pt x="132" y="210"/>
                  </a:cubicBezTo>
                  <a:cubicBezTo>
                    <a:pt x="0" y="258"/>
                    <a:pt x="41" y="451"/>
                    <a:pt x="159" y="451"/>
                  </a:cubicBezTo>
                  <a:cubicBezTo>
                    <a:pt x="172" y="451"/>
                    <a:pt x="186" y="448"/>
                    <a:pt x="202" y="443"/>
                  </a:cubicBezTo>
                  <a:cubicBezTo>
                    <a:pt x="391" y="377"/>
                    <a:pt x="634" y="293"/>
                    <a:pt x="724" y="94"/>
                  </a:cubicBezTo>
                  <a:cubicBezTo>
                    <a:pt x="740" y="55"/>
                    <a:pt x="719" y="0"/>
                    <a:pt x="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6" name="Google Shape;10416;p38"/>
            <p:cNvSpPr/>
            <p:nvPr/>
          </p:nvSpPr>
          <p:spPr>
            <a:xfrm>
              <a:off x="4087050" y="3337000"/>
              <a:ext cx="19925" cy="10475"/>
            </a:xfrm>
            <a:custGeom>
              <a:avLst/>
              <a:gdLst/>
              <a:ahLst/>
              <a:cxnLst/>
              <a:rect l="l" t="t" r="r" b="b"/>
              <a:pathLst>
                <a:path w="797" h="419" extrusionOk="0">
                  <a:moveTo>
                    <a:pt x="660" y="1"/>
                  </a:moveTo>
                  <a:cubicBezTo>
                    <a:pt x="497" y="1"/>
                    <a:pt x="326" y="84"/>
                    <a:pt x="175" y="136"/>
                  </a:cubicBezTo>
                  <a:cubicBezTo>
                    <a:pt x="1" y="194"/>
                    <a:pt x="72" y="418"/>
                    <a:pt x="220" y="418"/>
                  </a:cubicBezTo>
                  <a:cubicBezTo>
                    <a:pt x="242" y="418"/>
                    <a:pt x="266" y="413"/>
                    <a:pt x="291" y="402"/>
                  </a:cubicBezTo>
                  <a:cubicBezTo>
                    <a:pt x="447" y="329"/>
                    <a:pt x="657" y="269"/>
                    <a:pt x="767" y="129"/>
                  </a:cubicBezTo>
                  <a:cubicBezTo>
                    <a:pt x="797" y="89"/>
                    <a:pt x="793" y="13"/>
                    <a:pt x="730" y="6"/>
                  </a:cubicBezTo>
                  <a:cubicBezTo>
                    <a:pt x="707" y="2"/>
                    <a:pt x="684" y="1"/>
                    <a:pt x="6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7" name="Google Shape;10417;p38"/>
            <p:cNvSpPr/>
            <p:nvPr/>
          </p:nvSpPr>
          <p:spPr>
            <a:xfrm>
              <a:off x="4122975" y="3323725"/>
              <a:ext cx="22025" cy="8200"/>
            </a:xfrm>
            <a:custGeom>
              <a:avLst/>
              <a:gdLst/>
              <a:ahLst/>
              <a:cxnLst/>
              <a:rect l="l" t="t" r="r" b="b"/>
              <a:pathLst>
                <a:path w="881" h="328" extrusionOk="0">
                  <a:moveTo>
                    <a:pt x="716" y="0"/>
                  </a:moveTo>
                  <a:cubicBezTo>
                    <a:pt x="508" y="0"/>
                    <a:pt x="303" y="63"/>
                    <a:pt x="115" y="141"/>
                  </a:cubicBezTo>
                  <a:cubicBezTo>
                    <a:pt x="1" y="178"/>
                    <a:pt x="48" y="328"/>
                    <a:pt x="139" y="328"/>
                  </a:cubicBezTo>
                  <a:cubicBezTo>
                    <a:pt x="155" y="328"/>
                    <a:pt x="171" y="324"/>
                    <a:pt x="188" y="314"/>
                  </a:cubicBezTo>
                  <a:cubicBezTo>
                    <a:pt x="394" y="221"/>
                    <a:pt x="614" y="175"/>
                    <a:pt x="827" y="105"/>
                  </a:cubicBezTo>
                  <a:cubicBezTo>
                    <a:pt x="880" y="88"/>
                    <a:pt x="870" y="5"/>
                    <a:pt x="810" y="5"/>
                  </a:cubicBezTo>
                  <a:cubicBezTo>
                    <a:pt x="779" y="2"/>
                    <a:pt x="747" y="0"/>
                    <a:pt x="7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8" name="Google Shape;10418;p38"/>
            <p:cNvSpPr/>
            <p:nvPr/>
          </p:nvSpPr>
          <p:spPr>
            <a:xfrm>
              <a:off x="4208550" y="3264625"/>
              <a:ext cx="96550" cy="36075"/>
            </a:xfrm>
            <a:custGeom>
              <a:avLst/>
              <a:gdLst/>
              <a:ahLst/>
              <a:cxnLst/>
              <a:rect l="l" t="t" r="r" b="b"/>
              <a:pathLst>
                <a:path w="3862" h="1443" extrusionOk="0">
                  <a:moveTo>
                    <a:pt x="3742" y="0"/>
                  </a:moveTo>
                  <a:cubicBezTo>
                    <a:pt x="3126" y="3"/>
                    <a:pt x="2521" y="310"/>
                    <a:pt x="1955" y="532"/>
                  </a:cubicBezTo>
                  <a:cubicBezTo>
                    <a:pt x="1313" y="779"/>
                    <a:pt x="694" y="1085"/>
                    <a:pt x="55" y="1344"/>
                  </a:cubicBezTo>
                  <a:cubicBezTo>
                    <a:pt x="0" y="1366"/>
                    <a:pt x="15" y="1443"/>
                    <a:pt x="67" y="1443"/>
                  </a:cubicBezTo>
                  <a:cubicBezTo>
                    <a:pt x="72" y="1443"/>
                    <a:pt x="77" y="1442"/>
                    <a:pt x="82" y="1441"/>
                  </a:cubicBezTo>
                  <a:cubicBezTo>
                    <a:pt x="767" y="1228"/>
                    <a:pt x="1469" y="1068"/>
                    <a:pt x="2151" y="842"/>
                  </a:cubicBezTo>
                  <a:cubicBezTo>
                    <a:pt x="2717" y="652"/>
                    <a:pt x="3329" y="516"/>
                    <a:pt x="3801" y="140"/>
                  </a:cubicBezTo>
                  <a:cubicBezTo>
                    <a:pt x="3861" y="93"/>
                    <a:pt x="3805" y="0"/>
                    <a:pt x="37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9" name="Google Shape;10419;p38"/>
            <p:cNvSpPr/>
            <p:nvPr/>
          </p:nvSpPr>
          <p:spPr>
            <a:xfrm>
              <a:off x="4322175" y="3249450"/>
              <a:ext cx="31825" cy="12275"/>
            </a:xfrm>
            <a:custGeom>
              <a:avLst/>
              <a:gdLst/>
              <a:ahLst/>
              <a:cxnLst/>
              <a:rect l="l" t="t" r="r" b="b"/>
              <a:pathLst>
                <a:path w="1273" h="491" extrusionOk="0">
                  <a:moveTo>
                    <a:pt x="1077" y="0"/>
                  </a:moveTo>
                  <a:cubicBezTo>
                    <a:pt x="755" y="0"/>
                    <a:pt x="404" y="183"/>
                    <a:pt x="115" y="288"/>
                  </a:cubicBezTo>
                  <a:cubicBezTo>
                    <a:pt x="1" y="328"/>
                    <a:pt x="38" y="491"/>
                    <a:pt x="147" y="491"/>
                  </a:cubicBezTo>
                  <a:cubicBezTo>
                    <a:pt x="156" y="491"/>
                    <a:pt x="165" y="490"/>
                    <a:pt x="175" y="487"/>
                  </a:cubicBezTo>
                  <a:cubicBezTo>
                    <a:pt x="511" y="408"/>
                    <a:pt x="980" y="364"/>
                    <a:pt x="1239" y="115"/>
                  </a:cubicBezTo>
                  <a:cubicBezTo>
                    <a:pt x="1273" y="81"/>
                    <a:pt x="1256" y="25"/>
                    <a:pt x="1209" y="12"/>
                  </a:cubicBezTo>
                  <a:cubicBezTo>
                    <a:pt x="1166" y="4"/>
                    <a:pt x="1122" y="0"/>
                    <a:pt x="1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0" name="Google Shape;10420;p38"/>
            <p:cNvSpPr/>
            <p:nvPr/>
          </p:nvSpPr>
          <p:spPr>
            <a:xfrm>
              <a:off x="4362400" y="3229425"/>
              <a:ext cx="47275" cy="18275"/>
            </a:xfrm>
            <a:custGeom>
              <a:avLst/>
              <a:gdLst/>
              <a:ahLst/>
              <a:cxnLst/>
              <a:rect l="l" t="t" r="r" b="b"/>
              <a:pathLst>
                <a:path w="1891" h="731" extrusionOk="0">
                  <a:moveTo>
                    <a:pt x="1829" y="0"/>
                  </a:moveTo>
                  <a:cubicBezTo>
                    <a:pt x="1826" y="0"/>
                    <a:pt x="1823" y="0"/>
                    <a:pt x="1819" y="1"/>
                  </a:cubicBezTo>
                  <a:cubicBezTo>
                    <a:pt x="1523" y="41"/>
                    <a:pt x="1234" y="114"/>
                    <a:pt x="954" y="214"/>
                  </a:cubicBezTo>
                  <a:cubicBezTo>
                    <a:pt x="638" y="330"/>
                    <a:pt x="362" y="517"/>
                    <a:pt x="49" y="643"/>
                  </a:cubicBezTo>
                  <a:cubicBezTo>
                    <a:pt x="0" y="658"/>
                    <a:pt x="17" y="731"/>
                    <a:pt x="64" y="731"/>
                  </a:cubicBezTo>
                  <a:cubicBezTo>
                    <a:pt x="68" y="731"/>
                    <a:pt x="72" y="730"/>
                    <a:pt x="76" y="729"/>
                  </a:cubicBezTo>
                  <a:cubicBezTo>
                    <a:pt x="399" y="646"/>
                    <a:pt x="728" y="623"/>
                    <a:pt x="1044" y="513"/>
                  </a:cubicBezTo>
                  <a:cubicBezTo>
                    <a:pt x="1330" y="413"/>
                    <a:pt x="1600" y="274"/>
                    <a:pt x="1849" y="107"/>
                  </a:cubicBezTo>
                  <a:cubicBezTo>
                    <a:pt x="1890" y="79"/>
                    <a:pt x="1881" y="0"/>
                    <a:pt x="1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1" name="Google Shape;10421;p38"/>
            <p:cNvSpPr/>
            <p:nvPr/>
          </p:nvSpPr>
          <p:spPr>
            <a:xfrm>
              <a:off x="4415975" y="3199075"/>
              <a:ext cx="88575" cy="30150"/>
            </a:xfrm>
            <a:custGeom>
              <a:avLst/>
              <a:gdLst/>
              <a:ahLst/>
              <a:cxnLst/>
              <a:rect l="l" t="t" r="r" b="b"/>
              <a:pathLst>
                <a:path w="3543" h="1206" extrusionOk="0">
                  <a:moveTo>
                    <a:pt x="3162" y="1"/>
                  </a:moveTo>
                  <a:cubicBezTo>
                    <a:pt x="2694" y="1"/>
                    <a:pt x="2209" y="183"/>
                    <a:pt x="1772" y="317"/>
                  </a:cubicBezTo>
                  <a:cubicBezTo>
                    <a:pt x="1163" y="500"/>
                    <a:pt x="648" y="779"/>
                    <a:pt x="79" y="1049"/>
                  </a:cubicBezTo>
                  <a:cubicBezTo>
                    <a:pt x="1" y="1085"/>
                    <a:pt x="48" y="1206"/>
                    <a:pt x="122" y="1206"/>
                  </a:cubicBezTo>
                  <a:cubicBezTo>
                    <a:pt x="129" y="1206"/>
                    <a:pt x="137" y="1204"/>
                    <a:pt x="145" y="1202"/>
                  </a:cubicBezTo>
                  <a:cubicBezTo>
                    <a:pt x="711" y="1002"/>
                    <a:pt x="1313" y="879"/>
                    <a:pt x="1892" y="712"/>
                  </a:cubicBezTo>
                  <a:cubicBezTo>
                    <a:pt x="2404" y="566"/>
                    <a:pt x="3010" y="513"/>
                    <a:pt x="3466" y="223"/>
                  </a:cubicBezTo>
                  <a:cubicBezTo>
                    <a:pt x="3542" y="177"/>
                    <a:pt x="3532" y="40"/>
                    <a:pt x="3436" y="24"/>
                  </a:cubicBezTo>
                  <a:cubicBezTo>
                    <a:pt x="3346" y="8"/>
                    <a:pt x="3254" y="1"/>
                    <a:pt x="3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2" name="Google Shape;10422;p38"/>
            <p:cNvSpPr/>
            <p:nvPr/>
          </p:nvSpPr>
          <p:spPr>
            <a:xfrm>
              <a:off x="3969375" y="3378150"/>
              <a:ext cx="134750" cy="21425"/>
            </a:xfrm>
            <a:custGeom>
              <a:avLst/>
              <a:gdLst/>
              <a:ahLst/>
              <a:cxnLst/>
              <a:rect l="l" t="t" r="r" b="b"/>
              <a:pathLst>
                <a:path w="5390" h="857" extrusionOk="0">
                  <a:moveTo>
                    <a:pt x="5220" y="0"/>
                  </a:moveTo>
                  <a:cubicBezTo>
                    <a:pt x="4786" y="0"/>
                    <a:pt x="4364" y="115"/>
                    <a:pt x="3933" y="170"/>
                  </a:cubicBezTo>
                  <a:cubicBezTo>
                    <a:pt x="3498" y="223"/>
                    <a:pt x="3055" y="237"/>
                    <a:pt x="2619" y="286"/>
                  </a:cubicBezTo>
                  <a:cubicBezTo>
                    <a:pt x="1801" y="376"/>
                    <a:pt x="853" y="423"/>
                    <a:pt x="78" y="706"/>
                  </a:cubicBezTo>
                  <a:lnTo>
                    <a:pt x="78" y="702"/>
                  </a:lnTo>
                  <a:lnTo>
                    <a:pt x="78" y="702"/>
                  </a:lnTo>
                  <a:cubicBezTo>
                    <a:pt x="1" y="729"/>
                    <a:pt x="18" y="842"/>
                    <a:pt x="97" y="845"/>
                  </a:cubicBezTo>
                  <a:cubicBezTo>
                    <a:pt x="202" y="853"/>
                    <a:pt x="309" y="857"/>
                    <a:pt x="415" y="857"/>
                  </a:cubicBezTo>
                  <a:cubicBezTo>
                    <a:pt x="1159" y="857"/>
                    <a:pt x="1944" y="681"/>
                    <a:pt x="2663" y="556"/>
                  </a:cubicBezTo>
                  <a:cubicBezTo>
                    <a:pt x="3155" y="473"/>
                    <a:pt x="3644" y="353"/>
                    <a:pt x="4140" y="276"/>
                  </a:cubicBezTo>
                  <a:cubicBezTo>
                    <a:pt x="4552" y="217"/>
                    <a:pt x="4961" y="203"/>
                    <a:pt x="5357" y="60"/>
                  </a:cubicBezTo>
                  <a:cubicBezTo>
                    <a:pt x="5389" y="51"/>
                    <a:pt x="5384" y="3"/>
                    <a:pt x="5351" y="3"/>
                  </a:cubicBezTo>
                  <a:cubicBezTo>
                    <a:pt x="5350" y="3"/>
                    <a:pt x="5348" y="4"/>
                    <a:pt x="5347" y="4"/>
                  </a:cubicBezTo>
                  <a:cubicBezTo>
                    <a:pt x="5305" y="1"/>
                    <a:pt x="5262" y="0"/>
                    <a:pt x="52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3" name="Google Shape;10423;p38"/>
            <p:cNvSpPr/>
            <p:nvPr/>
          </p:nvSpPr>
          <p:spPr>
            <a:xfrm>
              <a:off x="4110975" y="3371275"/>
              <a:ext cx="25775" cy="7900"/>
            </a:xfrm>
            <a:custGeom>
              <a:avLst/>
              <a:gdLst/>
              <a:ahLst/>
              <a:cxnLst/>
              <a:rect l="l" t="t" r="r" b="b"/>
              <a:pathLst>
                <a:path w="1031" h="316" extrusionOk="0">
                  <a:moveTo>
                    <a:pt x="758" y="1"/>
                  </a:moveTo>
                  <a:cubicBezTo>
                    <a:pt x="526" y="1"/>
                    <a:pt x="295" y="88"/>
                    <a:pt x="79" y="172"/>
                  </a:cubicBezTo>
                  <a:lnTo>
                    <a:pt x="76" y="176"/>
                  </a:lnTo>
                  <a:cubicBezTo>
                    <a:pt x="0" y="206"/>
                    <a:pt x="24" y="315"/>
                    <a:pt x="96" y="315"/>
                  </a:cubicBezTo>
                  <a:cubicBezTo>
                    <a:pt x="103" y="315"/>
                    <a:pt x="111" y="314"/>
                    <a:pt x="119" y="312"/>
                  </a:cubicBezTo>
                  <a:cubicBezTo>
                    <a:pt x="399" y="229"/>
                    <a:pt x="701" y="222"/>
                    <a:pt x="974" y="112"/>
                  </a:cubicBezTo>
                  <a:cubicBezTo>
                    <a:pt x="1031" y="112"/>
                    <a:pt x="1031" y="29"/>
                    <a:pt x="974" y="29"/>
                  </a:cubicBezTo>
                  <a:cubicBezTo>
                    <a:pt x="902" y="9"/>
                    <a:pt x="830" y="1"/>
                    <a:pt x="7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4" name="Google Shape;10424;p38"/>
            <p:cNvSpPr/>
            <p:nvPr/>
          </p:nvSpPr>
          <p:spPr>
            <a:xfrm>
              <a:off x="4133400" y="3364625"/>
              <a:ext cx="18225" cy="15350"/>
            </a:xfrm>
            <a:custGeom>
              <a:avLst/>
              <a:gdLst/>
              <a:ahLst/>
              <a:cxnLst/>
              <a:rect l="l" t="t" r="r" b="b"/>
              <a:pathLst>
                <a:path w="729" h="614" extrusionOk="0">
                  <a:moveTo>
                    <a:pt x="351" y="0"/>
                  </a:moveTo>
                  <a:cubicBezTo>
                    <a:pt x="224" y="0"/>
                    <a:pt x="98" y="71"/>
                    <a:pt x="57" y="232"/>
                  </a:cubicBezTo>
                  <a:cubicBezTo>
                    <a:pt x="0" y="465"/>
                    <a:pt x="192" y="613"/>
                    <a:pt x="377" y="613"/>
                  </a:cubicBezTo>
                  <a:cubicBezTo>
                    <a:pt x="505" y="613"/>
                    <a:pt x="630" y="543"/>
                    <a:pt x="669" y="382"/>
                  </a:cubicBezTo>
                  <a:cubicBezTo>
                    <a:pt x="728" y="149"/>
                    <a:pt x="538" y="0"/>
                    <a:pt x="3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5" name="Google Shape;10425;p38"/>
            <p:cNvSpPr/>
            <p:nvPr/>
          </p:nvSpPr>
          <p:spPr>
            <a:xfrm>
              <a:off x="4172750" y="3362475"/>
              <a:ext cx="21900" cy="5900"/>
            </a:xfrm>
            <a:custGeom>
              <a:avLst/>
              <a:gdLst/>
              <a:ahLst/>
              <a:cxnLst/>
              <a:rect l="l" t="t" r="r" b="b"/>
              <a:pathLst>
                <a:path w="876" h="236" extrusionOk="0">
                  <a:moveTo>
                    <a:pt x="631" y="0"/>
                  </a:moveTo>
                  <a:cubicBezTo>
                    <a:pt x="459" y="0"/>
                    <a:pt x="272" y="41"/>
                    <a:pt x="113" y="55"/>
                  </a:cubicBezTo>
                  <a:cubicBezTo>
                    <a:pt x="0" y="68"/>
                    <a:pt x="3" y="235"/>
                    <a:pt x="108" y="235"/>
                  </a:cubicBezTo>
                  <a:cubicBezTo>
                    <a:pt x="111" y="235"/>
                    <a:pt x="114" y="235"/>
                    <a:pt x="117" y="235"/>
                  </a:cubicBezTo>
                  <a:cubicBezTo>
                    <a:pt x="346" y="208"/>
                    <a:pt x="629" y="221"/>
                    <a:pt x="839" y="118"/>
                  </a:cubicBezTo>
                  <a:cubicBezTo>
                    <a:pt x="875" y="92"/>
                    <a:pt x="865" y="35"/>
                    <a:pt x="822" y="22"/>
                  </a:cubicBezTo>
                  <a:cubicBezTo>
                    <a:pt x="762" y="6"/>
                    <a:pt x="698" y="0"/>
                    <a:pt x="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6" name="Google Shape;10426;p38"/>
            <p:cNvSpPr/>
            <p:nvPr/>
          </p:nvSpPr>
          <p:spPr>
            <a:xfrm>
              <a:off x="4218350" y="3352075"/>
              <a:ext cx="22875" cy="8825"/>
            </a:xfrm>
            <a:custGeom>
              <a:avLst/>
              <a:gdLst/>
              <a:ahLst/>
              <a:cxnLst/>
              <a:rect l="l" t="t" r="r" b="b"/>
              <a:pathLst>
                <a:path w="915" h="353" extrusionOk="0">
                  <a:moveTo>
                    <a:pt x="676" y="0"/>
                  </a:moveTo>
                  <a:cubicBezTo>
                    <a:pt x="489" y="0"/>
                    <a:pt x="295" y="65"/>
                    <a:pt x="126" y="125"/>
                  </a:cubicBezTo>
                  <a:lnTo>
                    <a:pt x="126" y="128"/>
                  </a:lnTo>
                  <a:cubicBezTo>
                    <a:pt x="1" y="170"/>
                    <a:pt x="41" y="353"/>
                    <a:pt x="148" y="353"/>
                  </a:cubicBezTo>
                  <a:cubicBezTo>
                    <a:pt x="161" y="353"/>
                    <a:pt x="175" y="350"/>
                    <a:pt x="189" y="345"/>
                  </a:cubicBezTo>
                  <a:cubicBezTo>
                    <a:pt x="405" y="262"/>
                    <a:pt x="641" y="238"/>
                    <a:pt x="851" y="145"/>
                  </a:cubicBezTo>
                  <a:cubicBezTo>
                    <a:pt x="914" y="125"/>
                    <a:pt x="914" y="39"/>
                    <a:pt x="851" y="22"/>
                  </a:cubicBezTo>
                  <a:cubicBezTo>
                    <a:pt x="794" y="7"/>
                    <a:pt x="735" y="0"/>
                    <a:pt x="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7" name="Google Shape;10427;p38"/>
            <p:cNvSpPr/>
            <p:nvPr/>
          </p:nvSpPr>
          <p:spPr>
            <a:xfrm>
              <a:off x="4279575" y="3335975"/>
              <a:ext cx="58575" cy="14675"/>
            </a:xfrm>
            <a:custGeom>
              <a:avLst/>
              <a:gdLst/>
              <a:ahLst/>
              <a:cxnLst/>
              <a:rect l="l" t="t" r="r" b="b"/>
              <a:pathLst>
                <a:path w="2343" h="587" extrusionOk="0">
                  <a:moveTo>
                    <a:pt x="2294" y="0"/>
                  </a:moveTo>
                  <a:cubicBezTo>
                    <a:pt x="2292" y="0"/>
                    <a:pt x="2290" y="0"/>
                    <a:pt x="2288" y="1"/>
                  </a:cubicBezTo>
                  <a:cubicBezTo>
                    <a:pt x="1543" y="114"/>
                    <a:pt x="814" y="337"/>
                    <a:pt x="69" y="463"/>
                  </a:cubicBezTo>
                  <a:cubicBezTo>
                    <a:pt x="1" y="476"/>
                    <a:pt x="18" y="586"/>
                    <a:pt x="83" y="586"/>
                  </a:cubicBezTo>
                  <a:cubicBezTo>
                    <a:pt x="85" y="586"/>
                    <a:pt x="87" y="586"/>
                    <a:pt x="89" y="586"/>
                  </a:cubicBezTo>
                  <a:cubicBezTo>
                    <a:pt x="834" y="490"/>
                    <a:pt x="1609" y="390"/>
                    <a:pt x="2301" y="90"/>
                  </a:cubicBezTo>
                  <a:cubicBezTo>
                    <a:pt x="2343" y="71"/>
                    <a:pt x="2341" y="0"/>
                    <a:pt x="2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8" name="Google Shape;10428;p38"/>
            <p:cNvSpPr/>
            <p:nvPr/>
          </p:nvSpPr>
          <p:spPr>
            <a:xfrm>
              <a:off x="4363125" y="3303375"/>
              <a:ext cx="145750" cy="31900"/>
            </a:xfrm>
            <a:custGeom>
              <a:avLst/>
              <a:gdLst/>
              <a:ahLst/>
              <a:cxnLst/>
              <a:rect l="l" t="t" r="r" b="b"/>
              <a:pathLst>
                <a:path w="5830" h="1276" extrusionOk="0">
                  <a:moveTo>
                    <a:pt x="5303" y="0"/>
                  </a:moveTo>
                  <a:cubicBezTo>
                    <a:pt x="4579" y="0"/>
                    <a:pt x="3800" y="245"/>
                    <a:pt x="3124" y="426"/>
                  </a:cubicBezTo>
                  <a:cubicBezTo>
                    <a:pt x="2120" y="702"/>
                    <a:pt x="1082" y="839"/>
                    <a:pt x="77" y="1125"/>
                  </a:cubicBezTo>
                  <a:cubicBezTo>
                    <a:pt x="1" y="1147"/>
                    <a:pt x="12" y="1276"/>
                    <a:pt x="89" y="1276"/>
                  </a:cubicBezTo>
                  <a:cubicBezTo>
                    <a:pt x="93" y="1276"/>
                    <a:pt x="96" y="1275"/>
                    <a:pt x="100" y="1275"/>
                  </a:cubicBezTo>
                  <a:cubicBezTo>
                    <a:pt x="1102" y="1138"/>
                    <a:pt x="2066" y="855"/>
                    <a:pt x="3065" y="709"/>
                  </a:cubicBezTo>
                  <a:cubicBezTo>
                    <a:pt x="3923" y="583"/>
                    <a:pt x="4838" y="526"/>
                    <a:pt x="5679" y="330"/>
                  </a:cubicBezTo>
                  <a:cubicBezTo>
                    <a:pt x="5826" y="297"/>
                    <a:pt x="5829" y="44"/>
                    <a:pt x="5673" y="24"/>
                  </a:cubicBezTo>
                  <a:cubicBezTo>
                    <a:pt x="5552" y="8"/>
                    <a:pt x="5428" y="0"/>
                    <a:pt x="5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9" name="Google Shape;10429;p38"/>
            <p:cNvSpPr/>
            <p:nvPr/>
          </p:nvSpPr>
          <p:spPr>
            <a:xfrm>
              <a:off x="3955900" y="3406100"/>
              <a:ext cx="104425" cy="13375"/>
            </a:xfrm>
            <a:custGeom>
              <a:avLst/>
              <a:gdLst/>
              <a:ahLst/>
              <a:cxnLst/>
              <a:rect l="l" t="t" r="r" b="b"/>
              <a:pathLst>
                <a:path w="4177" h="535" extrusionOk="0">
                  <a:moveTo>
                    <a:pt x="81" y="0"/>
                  </a:moveTo>
                  <a:lnTo>
                    <a:pt x="81" y="3"/>
                  </a:lnTo>
                  <a:cubicBezTo>
                    <a:pt x="78" y="3"/>
                    <a:pt x="75" y="3"/>
                    <a:pt x="72" y="3"/>
                  </a:cubicBezTo>
                  <a:cubicBezTo>
                    <a:pt x="4" y="3"/>
                    <a:pt x="1" y="111"/>
                    <a:pt x="68" y="127"/>
                  </a:cubicBezTo>
                  <a:cubicBezTo>
                    <a:pt x="965" y="365"/>
                    <a:pt x="1981" y="535"/>
                    <a:pt x="2960" y="535"/>
                  </a:cubicBezTo>
                  <a:cubicBezTo>
                    <a:pt x="3361" y="535"/>
                    <a:pt x="3755" y="506"/>
                    <a:pt x="4133" y="443"/>
                  </a:cubicBezTo>
                  <a:cubicBezTo>
                    <a:pt x="4176" y="436"/>
                    <a:pt x="4170" y="373"/>
                    <a:pt x="4133" y="366"/>
                  </a:cubicBezTo>
                  <a:cubicBezTo>
                    <a:pt x="3494" y="253"/>
                    <a:pt x="2839" y="250"/>
                    <a:pt x="2193" y="193"/>
                  </a:cubicBezTo>
                  <a:cubicBezTo>
                    <a:pt x="1488" y="130"/>
                    <a:pt x="790" y="50"/>
                    <a:pt x="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0" name="Google Shape;10430;p38"/>
            <p:cNvSpPr/>
            <p:nvPr/>
          </p:nvSpPr>
          <p:spPr>
            <a:xfrm>
              <a:off x="4077175" y="3415375"/>
              <a:ext cx="21475" cy="4725"/>
            </a:xfrm>
            <a:custGeom>
              <a:avLst/>
              <a:gdLst/>
              <a:ahLst/>
              <a:cxnLst/>
              <a:rect l="l" t="t" r="r" b="b"/>
              <a:pathLst>
                <a:path w="859" h="189" extrusionOk="0">
                  <a:moveTo>
                    <a:pt x="416" y="1"/>
                  </a:moveTo>
                  <a:cubicBezTo>
                    <a:pt x="300" y="1"/>
                    <a:pt x="184" y="8"/>
                    <a:pt x="80" y="8"/>
                  </a:cubicBezTo>
                  <a:cubicBezTo>
                    <a:pt x="1" y="8"/>
                    <a:pt x="7" y="125"/>
                    <a:pt x="84" y="135"/>
                  </a:cubicBezTo>
                  <a:cubicBezTo>
                    <a:pt x="238" y="148"/>
                    <a:pt x="419" y="188"/>
                    <a:pt x="588" y="188"/>
                  </a:cubicBezTo>
                  <a:cubicBezTo>
                    <a:pt x="668" y="188"/>
                    <a:pt x="745" y="179"/>
                    <a:pt x="816" y="155"/>
                  </a:cubicBezTo>
                  <a:cubicBezTo>
                    <a:pt x="852" y="142"/>
                    <a:pt x="859" y="88"/>
                    <a:pt x="826" y="68"/>
                  </a:cubicBezTo>
                  <a:cubicBezTo>
                    <a:pt x="706" y="13"/>
                    <a:pt x="561" y="1"/>
                    <a:pt x="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1" name="Google Shape;10431;p38"/>
            <p:cNvSpPr/>
            <p:nvPr/>
          </p:nvSpPr>
          <p:spPr>
            <a:xfrm>
              <a:off x="4103875" y="3413400"/>
              <a:ext cx="52350" cy="6950"/>
            </a:xfrm>
            <a:custGeom>
              <a:avLst/>
              <a:gdLst/>
              <a:ahLst/>
              <a:cxnLst/>
              <a:rect l="l" t="t" r="r" b="b"/>
              <a:pathLst>
                <a:path w="2094" h="278" extrusionOk="0">
                  <a:moveTo>
                    <a:pt x="2050" y="1"/>
                  </a:moveTo>
                  <a:cubicBezTo>
                    <a:pt x="1727" y="8"/>
                    <a:pt x="1408" y="87"/>
                    <a:pt x="1088" y="104"/>
                  </a:cubicBezTo>
                  <a:cubicBezTo>
                    <a:pt x="1018" y="108"/>
                    <a:pt x="947" y="109"/>
                    <a:pt x="876" y="109"/>
                  </a:cubicBezTo>
                  <a:cubicBezTo>
                    <a:pt x="642" y="109"/>
                    <a:pt x="404" y="94"/>
                    <a:pt x="172" y="94"/>
                  </a:cubicBezTo>
                  <a:cubicBezTo>
                    <a:pt x="154" y="94"/>
                    <a:pt x="137" y="94"/>
                    <a:pt x="120" y="94"/>
                  </a:cubicBezTo>
                  <a:cubicBezTo>
                    <a:pt x="1" y="94"/>
                    <a:pt x="7" y="277"/>
                    <a:pt x="124" y="277"/>
                  </a:cubicBezTo>
                  <a:cubicBezTo>
                    <a:pt x="144" y="277"/>
                    <a:pt x="165" y="278"/>
                    <a:pt x="185" y="278"/>
                  </a:cubicBezTo>
                  <a:cubicBezTo>
                    <a:pt x="518" y="278"/>
                    <a:pt x="829" y="228"/>
                    <a:pt x="1158" y="194"/>
                  </a:cubicBezTo>
                  <a:cubicBezTo>
                    <a:pt x="1461" y="164"/>
                    <a:pt x="1767" y="154"/>
                    <a:pt x="2060" y="64"/>
                  </a:cubicBezTo>
                  <a:cubicBezTo>
                    <a:pt x="2093" y="51"/>
                    <a:pt x="2087" y="1"/>
                    <a:pt x="20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2" name="Google Shape;10432;p38"/>
            <p:cNvSpPr/>
            <p:nvPr/>
          </p:nvSpPr>
          <p:spPr>
            <a:xfrm>
              <a:off x="4173550" y="3408650"/>
              <a:ext cx="14200" cy="3550"/>
            </a:xfrm>
            <a:custGeom>
              <a:avLst/>
              <a:gdLst/>
              <a:ahLst/>
              <a:cxnLst/>
              <a:rect l="l" t="t" r="r" b="b"/>
              <a:pathLst>
                <a:path w="568" h="142" extrusionOk="0">
                  <a:moveTo>
                    <a:pt x="395" y="1"/>
                  </a:moveTo>
                  <a:cubicBezTo>
                    <a:pt x="286" y="1"/>
                    <a:pt x="175" y="18"/>
                    <a:pt x="71" y="25"/>
                  </a:cubicBezTo>
                  <a:cubicBezTo>
                    <a:pt x="0" y="31"/>
                    <a:pt x="1" y="141"/>
                    <a:pt x="69" y="141"/>
                  </a:cubicBezTo>
                  <a:cubicBezTo>
                    <a:pt x="71" y="141"/>
                    <a:pt x="73" y="141"/>
                    <a:pt x="75" y="141"/>
                  </a:cubicBezTo>
                  <a:cubicBezTo>
                    <a:pt x="221" y="124"/>
                    <a:pt x="387" y="131"/>
                    <a:pt x="527" y="84"/>
                  </a:cubicBezTo>
                  <a:cubicBezTo>
                    <a:pt x="560" y="71"/>
                    <a:pt x="567" y="18"/>
                    <a:pt x="527" y="11"/>
                  </a:cubicBezTo>
                  <a:cubicBezTo>
                    <a:pt x="484" y="3"/>
                    <a:pt x="440" y="1"/>
                    <a:pt x="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3" name="Google Shape;10433;p38"/>
            <p:cNvSpPr/>
            <p:nvPr/>
          </p:nvSpPr>
          <p:spPr>
            <a:xfrm>
              <a:off x="4206850" y="3405650"/>
              <a:ext cx="17825" cy="6325"/>
            </a:xfrm>
            <a:custGeom>
              <a:avLst/>
              <a:gdLst/>
              <a:ahLst/>
              <a:cxnLst/>
              <a:rect l="l" t="t" r="r" b="b"/>
              <a:pathLst>
                <a:path w="713" h="253" extrusionOk="0">
                  <a:moveTo>
                    <a:pt x="175" y="0"/>
                  </a:moveTo>
                  <a:cubicBezTo>
                    <a:pt x="15" y="0"/>
                    <a:pt x="1" y="248"/>
                    <a:pt x="170" y="248"/>
                  </a:cubicBezTo>
                  <a:cubicBezTo>
                    <a:pt x="240" y="248"/>
                    <a:pt x="314" y="252"/>
                    <a:pt x="388" y="252"/>
                  </a:cubicBezTo>
                  <a:cubicBezTo>
                    <a:pt x="483" y="252"/>
                    <a:pt x="578" y="245"/>
                    <a:pt x="662" y="211"/>
                  </a:cubicBezTo>
                  <a:cubicBezTo>
                    <a:pt x="706" y="194"/>
                    <a:pt x="712" y="135"/>
                    <a:pt x="672" y="108"/>
                  </a:cubicBezTo>
                  <a:cubicBezTo>
                    <a:pt x="533" y="28"/>
                    <a:pt x="353" y="25"/>
                    <a:pt x="197" y="2"/>
                  </a:cubicBezTo>
                  <a:cubicBezTo>
                    <a:pt x="189" y="1"/>
                    <a:pt x="182"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4" name="Google Shape;10434;p38"/>
            <p:cNvSpPr/>
            <p:nvPr/>
          </p:nvSpPr>
          <p:spPr>
            <a:xfrm>
              <a:off x="4237150" y="3406825"/>
              <a:ext cx="26100" cy="6025"/>
            </a:xfrm>
            <a:custGeom>
              <a:avLst/>
              <a:gdLst/>
              <a:ahLst/>
              <a:cxnLst/>
              <a:rect l="l" t="t" r="r" b="b"/>
              <a:pathLst>
                <a:path w="1044" h="241" extrusionOk="0">
                  <a:moveTo>
                    <a:pt x="410" y="0"/>
                  </a:moveTo>
                  <a:cubicBezTo>
                    <a:pt x="325" y="0"/>
                    <a:pt x="240" y="2"/>
                    <a:pt x="152" y="4"/>
                  </a:cubicBezTo>
                  <a:cubicBezTo>
                    <a:pt x="0" y="11"/>
                    <a:pt x="6" y="241"/>
                    <a:pt x="152" y="241"/>
                  </a:cubicBezTo>
                  <a:cubicBezTo>
                    <a:pt x="154" y="241"/>
                    <a:pt x="155" y="241"/>
                    <a:pt x="156" y="241"/>
                  </a:cubicBezTo>
                  <a:cubicBezTo>
                    <a:pt x="445" y="231"/>
                    <a:pt x="721" y="227"/>
                    <a:pt x="1001" y="147"/>
                  </a:cubicBezTo>
                  <a:cubicBezTo>
                    <a:pt x="1044" y="134"/>
                    <a:pt x="1044" y="71"/>
                    <a:pt x="997" y="58"/>
                  </a:cubicBezTo>
                  <a:cubicBezTo>
                    <a:pt x="800" y="11"/>
                    <a:pt x="607" y="0"/>
                    <a:pt x="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5" name="Google Shape;10435;p38"/>
            <p:cNvSpPr/>
            <p:nvPr/>
          </p:nvSpPr>
          <p:spPr>
            <a:xfrm>
              <a:off x="4279950" y="3397525"/>
              <a:ext cx="109725" cy="13075"/>
            </a:xfrm>
            <a:custGeom>
              <a:avLst/>
              <a:gdLst/>
              <a:ahLst/>
              <a:cxnLst/>
              <a:rect l="l" t="t" r="r" b="b"/>
              <a:pathLst>
                <a:path w="4389" h="523" extrusionOk="0">
                  <a:moveTo>
                    <a:pt x="3687" y="1"/>
                  </a:moveTo>
                  <a:cubicBezTo>
                    <a:pt x="3181" y="1"/>
                    <a:pt x="2659" y="94"/>
                    <a:pt x="2170" y="144"/>
                  </a:cubicBezTo>
                  <a:cubicBezTo>
                    <a:pt x="1451" y="217"/>
                    <a:pt x="756" y="333"/>
                    <a:pt x="44" y="453"/>
                  </a:cubicBezTo>
                  <a:lnTo>
                    <a:pt x="44" y="450"/>
                  </a:lnTo>
                  <a:lnTo>
                    <a:pt x="44" y="450"/>
                  </a:lnTo>
                  <a:cubicBezTo>
                    <a:pt x="1" y="456"/>
                    <a:pt x="14" y="523"/>
                    <a:pt x="57" y="523"/>
                  </a:cubicBezTo>
                  <a:cubicBezTo>
                    <a:pt x="799" y="493"/>
                    <a:pt x="1534" y="470"/>
                    <a:pt x="2280" y="423"/>
                  </a:cubicBezTo>
                  <a:cubicBezTo>
                    <a:pt x="2948" y="380"/>
                    <a:pt x="3677" y="426"/>
                    <a:pt x="4316" y="203"/>
                  </a:cubicBezTo>
                  <a:cubicBezTo>
                    <a:pt x="4382" y="183"/>
                    <a:pt x="4389" y="77"/>
                    <a:pt x="4312" y="60"/>
                  </a:cubicBezTo>
                  <a:cubicBezTo>
                    <a:pt x="4109" y="17"/>
                    <a:pt x="3899" y="1"/>
                    <a:pt x="3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6" name="Google Shape;10436;p38"/>
            <p:cNvSpPr/>
            <p:nvPr/>
          </p:nvSpPr>
          <p:spPr>
            <a:xfrm>
              <a:off x="3954250" y="3407800"/>
              <a:ext cx="84825" cy="37250"/>
            </a:xfrm>
            <a:custGeom>
              <a:avLst/>
              <a:gdLst/>
              <a:ahLst/>
              <a:cxnLst/>
              <a:rect l="l" t="t" r="r" b="b"/>
              <a:pathLst>
                <a:path w="3393" h="1490" extrusionOk="0">
                  <a:moveTo>
                    <a:pt x="132" y="0"/>
                  </a:moveTo>
                  <a:cubicBezTo>
                    <a:pt x="51" y="0"/>
                    <a:pt x="0" y="109"/>
                    <a:pt x="87" y="158"/>
                  </a:cubicBezTo>
                  <a:cubicBezTo>
                    <a:pt x="1045" y="694"/>
                    <a:pt x="2216" y="1396"/>
                    <a:pt x="3331" y="1489"/>
                  </a:cubicBezTo>
                  <a:cubicBezTo>
                    <a:pt x="3333" y="1489"/>
                    <a:pt x="3335" y="1490"/>
                    <a:pt x="3337" y="1490"/>
                  </a:cubicBezTo>
                  <a:cubicBezTo>
                    <a:pt x="3391" y="1490"/>
                    <a:pt x="3393" y="1412"/>
                    <a:pt x="3357" y="1386"/>
                  </a:cubicBezTo>
                  <a:cubicBezTo>
                    <a:pt x="2885" y="1060"/>
                    <a:pt x="2306" y="894"/>
                    <a:pt x="1780" y="677"/>
                  </a:cubicBezTo>
                  <a:cubicBezTo>
                    <a:pt x="1245" y="454"/>
                    <a:pt x="706" y="232"/>
                    <a:pt x="173" y="5"/>
                  </a:cubicBezTo>
                  <a:lnTo>
                    <a:pt x="170" y="9"/>
                  </a:lnTo>
                  <a:cubicBezTo>
                    <a:pt x="157" y="3"/>
                    <a:pt x="144" y="0"/>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7" name="Google Shape;10437;p38"/>
            <p:cNvSpPr/>
            <p:nvPr/>
          </p:nvSpPr>
          <p:spPr>
            <a:xfrm>
              <a:off x="4047500" y="3445125"/>
              <a:ext cx="15575" cy="7300"/>
            </a:xfrm>
            <a:custGeom>
              <a:avLst/>
              <a:gdLst/>
              <a:ahLst/>
              <a:cxnLst/>
              <a:rect l="l" t="t" r="r" b="b"/>
              <a:pathLst>
                <a:path w="623" h="292" extrusionOk="0">
                  <a:moveTo>
                    <a:pt x="145" y="1"/>
                  </a:moveTo>
                  <a:cubicBezTo>
                    <a:pt x="35" y="1"/>
                    <a:pt x="0" y="168"/>
                    <a:pt x="116" y="206"/>
                  </a:cubicBezTo>
                  <a:cubicBezTo>
                    <a:pt x="212" y="234"/>
                    <a:pt x="344" y="292"/>
                    <a:pt x="459" y="292"/>
                  </a:cubicBezTo>
                  <a:cubicBezTo>
                    <a:pt x="505" y="292"/>
                    <a:pt x="549" y="283"/>
                    <a:pt x="585" y="259"/>
                  </a:cubicBezTo>
                  <a:cubicBezTo>
                    <a:pt x="612" y="239"/>
                    <a:pt x="622" y="202"/>
                    <a:pt x="605" y="176"/>
                  </a:cubicBezTo>
                  <a:cubicBezTo>
                    <a:pt x="529" y="43"/>
                    <a:pt x="303" y="29"/>
                    <a:pt x="166" y="3"/>
                  </a:cubicBezTo>
                  <a:cubicBezTo>
                    <a:pt x="159" y="1"/>
                    <a:pt x="152" y="1"/>
                    <a:pt x="1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8" name="Google Shape;10438;p38"/>
            <p:cNvSpPr/>
            <p:nvPr/>
          </p:nvSpPr>
          <p:spPr>
            <a:xfrm>
              <a:off x="4073950" y="3453150"/>
              <a:ext cx="19800" cy="6700"/>
            </a:xfrm>
            <a:custGeom>
              <a:avLst/>
              <a:gdLst/>
              <a:ahLst/>
              <a:cxnLst/>
              <a:rect l="l" t="t" r="r" b="b"/>
              <a:pathLst>
                <a:path w="792" h="268" extrusionOk="0">
                  <a:moveTo>
                    <a:pt x="40" y="1"/>
                  </a:moveTo>
                  <a:cubicBezTo>
                    <a:pt x="17" y="1"/>
                    <a:pt x="1" y="37"/>
                    <a:pt x="27" y="51"/>
                  </a:cubicBezTo>
                  <a:cubicBezTo>
                    <a:pt x="253" y="154"/>
                    <a:pt x="516" y="257"/>
                    <a:pt x="765" y="267"/>
                  </a:cubicBezTo>
                  <a:cubicBezTo>
                    <a:pt x="766" y="267"/>
                    <a:pt x="767" y="268"/>
                    <a:pt x="768" y="268"/>
                  </a:cubicBezTo>
                  <a:cubicBezTo>
                    <a:pt x="792" y="268"/>
                    <a:pt x="791" y="230"/>
                    <a:pt x="768" y="224"/>
                  </a:cubicBezTo>
                  <a:cubicBezTo>
                    <a:pt x="526" y="151"/>
                    <a:pt x="289" y="108"/>
                    <a:pt x="53" y="5"/>
                  </a:cubicBezTo>
                  <a:cubicBezTo>
                    <a:pt x="49" y="2"/>
                    <a:pt x="44" y="1"/>
                    <a:pt x="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9" name="Google Shape;10439;p38"/>
            <p:cNvSpPr/>
            <p:nvPr/>
          </p:nvSpPr>
          <p:spPr>
            <a:xfrm>
              <a:off x="4100150" y="3460350"/>
              <a:ext cx="74450" cy="20000"/>
            </a:xfrm>
            <a:custGeom>
              <a:avLst/>
              <a:gdLst/>
              <a:ahLst/>
              <a:cxnLst/>
              <a:rect l="l" t="t" r="r" b="b"/>
              <a:pathLst>
                <a:path w="2978" h="800" extrusionOk="0">
                  <a:moveTo>
                    <a:pt x="110" y="0"/>
                  </a:moveTo>
                  <a:cubicBezTo>
                    <a:pt x="21" y="0"/>
                    <a:pt x="1" y="146"/>
                    <a:pt x="96" y="182"/>
                  </a:cubicBezTo>
                  <a:cubicBezTo>
                    <a:pt x="679" y="415"/>
                    <a:pt x="1274" y="595"/>
                    <a:pt x="1886" y="725"/>
                  </a:cubicBezTo>
                  <a:cubicBezTo>
                    <a:pt x="2055" y="760"/>
                    <a:pt x="2237" y="799"/>
                    <a:pt x="2409" y="799"/>
                  </a:cubicBezTo>
                  <a:cubicBezTo>
                    <a:pt x="2610" y="799"/>
                    <a:pt x="2799" y="746"/>
                    <a:pt x="2941" y="568"/>
                  </a:cubicBezTo>
                  <a:cubicBezTo>
                    <a:pt x="2977" y="525"/>
                    <a:pt x="2967" y="445"/>
                    <a:pt x="2901" y="432"/>
                  </a:cubicBezTo>
                  <a:cubicBezTo>
                    <a:pt x="2495" y="359"/>
                    <a:pt x="2069" y="392"/>
                    <a:pt x="1653" y="342"/>
                  </a:cubicBezTo>
                  <a:cubicBezTo>
                    <a:pt x="1141" y="279"/>
                    <a:pt x="635" y="166"/>
                    <a:pt x="143" y="3"/>
                  </a:cubicBezTo>
                  <a:lnTo>
                    <a:pt x="143" y="6"/>
                  </a:lnTo>
                  <a:cubicBezTo>
                    <a:pt x="131" y="2"/>
                    <a:pt x="120"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63808905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EFB012D4-8298-44D2-BD9C-0BD27B86192B}"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ED607DDB-DFEC-4912-8F2F-E290BF6560AB}" type="slidenum">
              <a:rPr lang="en-IN" smtClean="0"/>
              <a:t>‹#›</a:t>
            </a:fld>
            <a:endParaRPr lang="en-IN"/>
          </a:p>
        </p:txBody>
      </p:sp>
    </p:spTree>
    <p:extLst>
      <p:ext uri="{BB962C8B-B14F-4D97-AF65-F5344CB8AC3E}">
        <p14:creationId xmlns:p14="http://schemas.microsoft.com/office/powerpoint/2010/main" val="351099166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Blank slide" type="blank" preserve="1">
  <p:cSld name="Blank slide">
    <p:spTree>
      <p:nvGrpSpPr>
        <p:cNvPr id="1" name="Shape 10443"/>
        <p:cNvGrpSpPr/>
        <p:nvPr/>
      </p:nvGrpSpPr>
      <p:grpSpPr>
        <a:xfrm>
          <a:off x="0" y="0"/>
          <a:ext cx="0" cy="0"/>
          <a:chOff x="0" y="0"/>
          <a:chExt cx="0" cy="0"/>
        </a:xfrm>
      </p:grpSpPr>
    </p:spTree>
    <p:extLst>
      <p:ext uri="{BB962C8B-B14F-4D97-AF65-F5344CB8AC3E}">
        <p14:creationId xmlns:p14="http://schemas.microsoft.com/office/powerpoint/2010/main" val="286749923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only" preserve="1">
  <p:cSld name="Title only">
    <p:spTree>
      <p:nvGrpSpPr>
        <p:cNvPr id="1" name="Shape 10444"/>
        <p:cNvGrpSpPr/>
        <p:nvPr/>
      </p:nvGrpSpPr>
      <p:grpSpPr>
        <a:xfrm>
          <a:off x="0" y="0"/>
          <a:ext cx="0" cy="0"/>
          <a:chOff x="0" y="0"/>
          <a:chExt cx="0" cy="0"/>
        </a:xfrm>
      </p:grpSpPr>
      <p:sp>
        <p:nvSpPr>
          <p:cNvPr id="10445" name="Google Shape;10445;p41"/>
          <p:cNvSpPr txBox="1">
            <a:spLocks noGrp="1"/>
          </p:cNvSpPr>
          <p:nvPr>
            <p:ph type="title"/>
          </p:nvPr>
        </p:nvSpPr>
        <p:spPr>
          <a:xfrm>
            <a:off x="1397800" y="431800"/>
            <a:ext cx="93964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r>
              <a:rPr lang="en-US"/>
              <a:t>Click to edit Master title style</a:t>
            </a:r>
            <a:endParaRPr/>
          </a:p>
        </p:txBody>
      </p:sp>
    </p:spTree>
    <p:extLst>
      <p:ext uri="{BB962C8B-B14F-4D97-AF65-F5344CB8AC3E}">
        <p14:creationId xmlns:p14="http://schemas.microsoft.com/office/powerpoint/2010/main" val="1405452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slide" type="title" preserve="1">
  <p:cSld name="Title slide">
    <p:spTree>
      <p:nvGrpSpPr>
        <p:cNvPr id="1" name="Shape 8"/>
        <p:cNvGrpSpPr/>
        <p:nvPr/>
      </p:nvGrpSpPr>
      <p:grpSpPr>
        <a:xfrm>
          <a:off x="0" y="0"/>
          <a:ext cx="0" cy="0"/>
          <a:chOff x="0" y="0"/>
          <a:chExt cx="0" cy="0"/>
        </a:xfrm>
      </p:grpSpPr>
      <p:sp>
        <p:nvSpPr>
          <p:cNvPr id="14" name="Google Shape;14;p2"/>
          <p:cNvSpPr txBox="1">
            <a:spLocks noGrp="1"/>
          </p:cNvSpPr>
          <p:nvPr>
            <p:ph type="ctrTitle"/>
          </p:nvPr>
        </p:nvSpPr>
        <p:spPr>
          <a:xfrm>
            <a:off x="5018933" y="1199067"/>
            <a:ext cx="6219600" cy="3291200"/>
          </a:xfrm>
          <a:prstGeom prst="rect">
            <a:avLst/>
          </a:prstGeom>
        </p:spPr>
        <p:txBody>
          <a:bodyPr spcFirstLastPara="1" wrap="square" lIns="91425" tIns="91425" rIns="91425" bIns="91425" anchor="ctr" anchorCtr="0">
            <a:noAutofit/>
          </a:bodyPr>
          <a:lstStyle>
            <a:lvl1pPr lvl="0">
              <a:spcBef>
                <a:spcPts val="0"/>
              </a:spcBef>
              <a:spcAft>
                <a:spcPts val="0"/>
              </a:spcAft>
              <a:buClr>
                <a:srgbClr val="191919"/>
              </a:buClr>
              <a:buSzPts val="5200"/>
              <a:buNone/>
              <a:defRPr sz="8000"/>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r>
              <a:rPr lang="en-US"/>
              <a:t>Click to edit Master title style</a:t>
            </a:r>
            <a:endParaRPr/>
          </a:p>
        </p:txBody>
      </p:sp>
      <p:sp>
        <p:nvSpPr>
          <p:cNvPr id="15" name="Google Shape;15;p2"/>
          <p:cNvSpPr txBox="1">
            <a:spLocks noGrp="1"/>
          </p:cNvSpPr>
          <p:nvPr>
            <p:ph type="subTitle" idx="1"/>
          </p:nvPr>
        </p:nvSpPr>
        <p:spPr>
          <a:xfrm>
            <a:off x="5382825" y="4849900"/>
            <a:ext cx="5812000" cy="5460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Clr>
                <a:schemeClr val="dk1"/>
              </a:buClr>
              <a:buSzPts val="1400"/>
              <a:buNone/>
              <a:defRPr sz="2133">
                <a:solidFill>
                  <a:schemeClr val="dk1"/>
                </a:solidFill>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r>
              <a:rPr lang="en-US"/>
              <a:t>Click to edit Master subtitle style</a:t>
            </a:r>
            <a:endParaRPr/>
          </a:p>
        </p:txBody>
      </p:sp>
    </p:spTree>
    <p:extLst>
      <p:ext uri="{BB962C8B-B14F-4D97-AF65-F5344CB8AC3E}">
        <p14:creationId xmlns:p14="http://schemas.microsoft.com/office/powerpoint/2010/main" val="53984031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EFB012D4-8298-44D2-BD9C-0BD27B86192B}" type="datetimeFigureOut">
              <a:rPr lang="en-IN" smtClean="0"/>
              <a:t>30-09-2025</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ED607DDB-DFEC-4912-8F2F-E290BF6560AB}" type="slidenum">
              <a:rPr lang="en-IN" smtClean="0"/>
              <a:t>‹#›</a:t>
            </a:fld>
            <a:endParaRPr lang="en-IN"/>
          </a:p>
        </p:txBody>
      </p:sp>
    </p:spTree>
    <p:extLst>
      <p:ext uri="{BB962C8B-B14F-4D97-AF65-F5344CB8AC3E}">
        <p14:creationId xmlns:p14="http://schemas.microsoft.com/office/powerpoint/2010/main" val="204821307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4A62BC-A8A8-A4FF-2961-0A3AD0FC4738}"/>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B0AA412B-ED7D-8AC5-BE03-5761EE466E0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DE01E342-336F-9FFA-DBE3-9FB6757AB832}"/>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5" name="Footer Placeholder 4">
            <a:extLst>
              <a:ext uri="{FF2B5EF4-FFF2-40B4-BE49-F238E27FC236}">
                <a16:creationId xmlns:a16="http://schemas.microsoft.com/office/drawing/2014/main" id="{F40438AF-890F-1CD0-570F-4858009A0916}"/>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EACFD421-7C65-35AA-96B3-9B86A51FDF40}"/>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336710585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AA2A26-80A2-88B5-CCB3-925A009248A4}"/>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A06BDE59-33DB-1E8F-799D-043AF2E788B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76A54FF7-E7DD-8523-D1FF-4A2FF9306501}"/>
              </a:ext>
            </a:extLst>
          </p:cNvPr>
          <p:cNvSpPr>
            <a:spLocks noGrp="1"/>
          </p:cNvSpPr>
          <p:nvPr>
            <p:ph type="dt" sz="half" idx="10"/>
          </p:nvPr>
        </p:nvSpPr>
        <p:spPr/>
        <p:txBody>
          <a:bodyPr/>
          <a:lstStyle/>
          <a:p>
            <a:fld id="{EFB012D4-8298-44D2-BD9C-0BD27B86192B}" type="datetimeFigureOut">
              <a:rPr lang="en-IN" smtClean="0"/>
              <a:t>30-09-2025</a:t>
            </a:fld>
            <a:endParaRPr lang="en-IN"/>
          </a:p>
        </p:txBody>
      </p:sp>
      <p:sp>
        <p:nvSpPr>
          <p:cNvPr id="5" name="Footer Placeholder 4">
            <a:extLst>
              <a:ext uri="{FF2B5EF4-FFF2-40B4-BE49-F238E27FC236}">
                <a16:creationId xmlns:a16="http://schemas.microsoft.com/office/drawing/2014/main" id="{04419634-EA9A-B3C4-A40D-E20DA75CD99D}"/>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7FCE4363-B65B-C92F-DF93-C43903A6C12C}"/>
              </a:ext>
            </a:extLst>
          </p:cNvPr>
          <p:cNvSpPr>
            <a:spLocks noGrp="1"/>
          </p:cNvSpPr>
          <p:nvPr>
            <p:ph type="sldNum" sz="quarter" idx="12"/>
          </p:nvPr>
        </p:nvSpPr>
        <p:spPr/>
        <p:txBody>
          <a:bodyPr/>
          <a:lstStyle/>
          <a:p>
            <a:fld id="{ED607DDB-DFEC-4912-8F2F-E290BF6560AB}" type="slidenum">
              <a:rPr lang="en-IN" smtClean="0"/>
              <a:t>‹#›</a:t>
            </a:fld>
            <a:endParaRPr lang="en-IN"/>
          </a:p>
        </p:txBody>
      </p:sp>
    </p:spTree>
    <p:extLst>
      <p:ext uri="{BB962C8B-B14F-4D97-AF65-F5344CB8AC3E}">
        <p14:creationId xmlns:p14="http://schemas.microsoft.com/office/powerpoint/2010/main" val="282468458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918978-EE07-2D4F-E5AF-455687B91CC9}"/>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1973EA6B-4AFE-2815-0CA6-9F1BFA06AB9B}"/>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D0D310D6-50DA-ED18-FCD9-06935522E3ED}"/>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5" name="Footer Placeholder 4">
            <a:extLst>
              <a:ext uri="{FF2B5EF4-FFF2-40B4-BE49-F238E27FC236}">
                <a16:creationId xmlns:a16="http://schemas.microsoft.com/office/drawing/2014/main" id="{0AF4E39C-5071-30F6-817B-9BDC71FCBFB9}"/>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29585880-57E8-0C06-9EFC-AF53BCFBDD1C}"/>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55187900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FCB721-3E1E-9B36-3EFC-53E109C0D082}"/>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31D2DBFE-7502-77C6-D07D-806649CF7918}"/>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8A265752-2154-AA3F-49FB-F00A5A14261D}"/>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C3381DA6-65E4-965F-F173-FC3FD1F19B19}"/>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6" name="Footer Placeholder 5">
            <a:extLst>
              <a:ext uri="{FF2B5EF4-FFF2-40B4-BE49-F238E27FC236}">
                <a16:creationId xmlns:a16="http://schemas.microsoft.com/office/drawing/2014/main" id="{921AF79F-AC4D-15FC-4D24-7D11051AAE3E}"/>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8AA21734-7505-5779-DEC4-0AE8156DF60D}"/>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16194175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E0BE82-A9F2-C41D-C9C1-4A6D175930FC}"/>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84A02422-C9B6-BE2A-8D9F-1AF96849992F}"/>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43C21664-6BCA-9D54-1938-E3873F6EEC31}"/>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79DE49DA-AC39-C3DD-A6BD-513898143467}"/>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566CD23-1A33-3E19-1DAC-841C274A2D92}"/>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D1E94BA0-DE39-F4AE-93A5-C430218C8EAF}"/>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8" name="Footer Placeholder 7">
            <a:extLst>
              <a:ext uri="{FF2B5EF4-FFF2-40B4-BE49-F238E27FC236}">
                <a16:creationId xmlns:a16="http://schemas.microsoft.com/office/drawing/2014/main" id="{90F32705-7A7D-A759-7EA7-3A0C44F5D3DE}"/>
              </a:ext>
            </a:extLst>
          </p:cNvPr>
          <p:cNvSpPr>
            <a:spLocks noGrp="1"/>
          </p:cNvSpPr>
          <p:nvPr>
            <p:ph type="ftr" sz="quarter" idx="11"/>
          </p:nvPr>
        </p:nvSpPr>
        <p:spPr/>
        <p:txBody>
          <a:bodyPr/>
          <a:lstStyle/>
          <a:p>
            <a:endParaRPr lang="en-IN"/>
          </a:p>
        </p:txBody>
      </p:sp>
      <p:sp>
        <p:nvSpPr>
          <p:cNvPr id="9" name="Slide Number Placeholder 8">
            <a:extLst>
              <a:ext uri="{FF2B5EF4-FFF2-40B4-BE49-F238E27FC236}">
                <a16:creationId xmlns:a16="http://schemas.microsoft.com/office/drawing/2014/main" id="{A6EDAAE8-A75D-C5D9-2A72-7472E2559B65}"/>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294168523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3B467D-B6B8-8519-4534-73DF392249FE}"/>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43AE2461-68A1-2971-0940-548BC451D968}"/>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4" name="Footer Placeholder 3">
            <a:extLst>
              <a:ext uri="{FF2B5EF4-FFF2-40B4-BE49-F238E27FC236}">
                <a16:creationId xmlns:a16="http://schemas.microsoft.com/office/drawing/2014/main" id="{7CA645F2-D35D-60C5-06B7-BE0B180DC706}"/>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id="{82523C50-ADD7-69CD-9720-8E8E22AAE16D}"/>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320301713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B3EAD79-5A44-388E-4EF0-8097ADA3CBD4}"/>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3" name="Footer Placeholder 2">
            <a:extLst>
              <a:ext uri="{FF2B5EF4-FFF2-40B4-BE49-F238E27FC236}">
                <a16:creationId xmlns:a16="http://schemas.microsoft.com/office/drawing/2014/main" id="{13FEF87D-37DA-1945-E21E-E3BB2F082C7D}"/>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64F46BEB-6048-FB4D-ABD5-46B8E746DCED}"/>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176792831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0B47A9-8DDC-B236-48E5-D5F65804446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252F5990-739D-8AB6-182A-0D7C0EA4CAEA}"/>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CA25D972-A686-4B40-D3B2-F480C33B5F8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001DFC6-3D25-CEC2-3119-B75049F9CC8A}"/>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6" name="Footer Placeholder 5">
            <a:extLst>
              <a:ext uri="{FF2B5EF4-FFF2-40B4-BE49-F238E27FC236}">
                <a16:creationId xmlns:a16="http://schemas.microsoft.com/office/drawing/2014/main" id="{BC12EFEA-FEFB-DC11-7893-B39136789834}"/>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43F13DC1-8615-A4DF-8BBB-B70A29348FD5}"/>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142288619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F85A04-7FB2-DAF9-0FA7-05ED3A81EC7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9434FFFF-8BE5-BEC4-B5B7-3090870F32C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0C9C862D-DC8A-694A-C461-9462F1FD99D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7CBA233-38A2-4338-A978-C3BECB64D88C}"/>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6" name="Footer Placeholder 5">
            <a:extLst>
              <a:ext uri="{FF2B5EF4-FFF2-40B4-BE49-F238E27FC236}">
                <a16:creationId xmlns:a16="http://schemas.microsoft.com/office/drawing/2014/main" id="{F2C4084D-E3FA-F9FF-AC12-9A2F297BE578}"/>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F8867631-CD8A-F515-793C-956AE3DA5D5F}"/>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4139241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0D9E62-7DA5-FC96-55D9-28A83B43B073}"/>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2C09A7FB-6606-719D-E5DA-00C6096DB425}"/>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AA761239-CC66-E3F0-636E-DB6700671B6C}"/>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5" name="Footer Placeholder 4">
            <a:extLst>
              <a:ext uri="{FF2B5EF4-FFF2-40B4-BE49-F238E27FC236}">
                <a16:creationId xmlns:a16="http://schemas.microsoft.com/office/drawing/2014/main" id="{7C1B56AB-7AD2-C8BF-3BB7-35ADB5EB82A8}"/>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03FE058A-ABAC-ACAF-7A98-5D62644CCAAD}"/>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125931087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E39E938-948E-6C5D-7347-C1AC7FCCB83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BA15D6FF-766D-D7C3-46C0-3E6105EAF8B5}"/>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001DF1ED-FDFD-6B93-1D8E-CE3F144DA285}"/>
              </a:ext>
            </a:extLst>
          </p:cNvPr>
          <p:cNvSpPr>
            <a:spLocks noGrp="1"/>
          </p:cNvSpPr>
          <p:nvPr>
            <p:ph type="dt" sz="half" idx="10"/>
          </p:nvPr>
        </p:nvSpPr>
        <p:spPr/>
        <p:txBody>
          <a:bodyPr/>
          <a:lstStyle/>
          <a:p>
            <a:fld id="{EBF971E1-008C-4C91-9CF5-DC47BEFBC53B}" type="datetimeFigureOut">
              <a:rPr lang="en-IN" smtClean="0"/>
              <a:t>30-09-2025</a:t>
            </a:fld>
            <a:endParaRPr lang="en-IN"/>
          </a:p>
        </p:txBody>
      </p:sp>
      <p:sp>
        <p:nvSpPr>
          <p:cNvPr id="5" name="Footer Placeholder 4">
            <a:extLst>
              <a:ext uri="{FF2B5EF4-FFF2-40B4-BE49-F238E27FC236}">
                <a16:creationId xmlns:a16="http://schemas.microsoft.com/office/drawing/2014/main" id="{EEFD68DB-FD0D-1F70-CA6C-7152A073474E}"/>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5303A931-AF2C-644F-5CE8-A865083AD273}"/>
              </a:ext>
            </a:extLst>
          </p:cNvPr>
          <p:cNvSpPr>
            <a:spLocks noGrp="1"/>
          </p:cNvSpPr>
          <p:nvPr>
            <p:ph type="sldNum" sz="quarter" idx="12"/>
          </p:nvPr>
        </p:nvSpPr>
        <p:spPr/>
        <p:txBody>
          <a:bodyPr/>
          <a:lstStyle/>
          <a:p>
            <a:fld id="{3A10BD09-686B-4B78-B833-981A65333171}" type="slidenum">
              <a:rPr lang="en-IN" smtClean="0"/>
              <a:t>‹#›</a:t>
            </a:fld>
            <a:endParaRPr lang="en-IN"/>
          </a:p>
        </p:txBody>
      </p:sp>
    </p:spTree>
    <p:extLst>
      <p:ext uri="{BB962C8B-B14F-4D97-AF65-F5344CB8AC3E}">
        <p14:creationId xmlns:p14="http://schemas.microsoft.com/office/powerpoint/2010/main" val="419289894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9.xml"/><Relationship Id="rId18" Type="http://schemas.openxmlformats.org/officeDocument/2006/relationships/slideLayout" Target="../slideLayouts/slideLayout34.xml"/><Relationship Id="rId26" Type="http://schemas.openxmlformats.org/officeDocument/2006/relationships/slideLayout" Target="../slideLayouts/slideLayout42.xml"/><Relationship Id="rId39" Type="http://schemas.openxmlformats.org/officeDocument/2006/relationships/theme" Target="../theme/theme2.xml"/><Relationship Id="rId21" Type="http://schemas.openxmlformats.org/officeDocument/2006/relationships/slideLayout" Target="../slideLayouts/slideLayout37.xml"/><Relationship Id="rId34" Type="http://schemas.openxmlformats.org/officeDocument/2006/relationships/slideLayout" Target="../slideLayouts/slideLayout50.xml"/><Relationship Id="rId7" Type="http://schemas.openxmlformats.org/officeDocument/2006/relationships/slideLayout" Target="../slideLayouts/slideLayout23.xml"/><Relationship Id="rId12" Type="http://schemas.openxmlformats.org/officeDocument/2006/relationships/slideLayout" Target="../slideLayouts/slideLayout28.xml"/><Relationship Id="rId17" Type="http://schemas.openxmlformats.org/officeDocument/2006/relationships/slideLayout" Target="../slideLayouts/slideLayout33.xml"/><Relationship Id="rId25" Type="http://schemas.openxmlformats.org/officeDocument/2006/relationships/slideLayout" Target="../slideLayouts/slideLayout41.xml"/><Relationship Id="rId33" Type="http://schemas.openxmlformats.org/officeDocument/2006/relationships/slideLayout" Target="../slideLayouts/slideLayout49.xml"/><Relationship Id="rId38" Type="http://schemas.openxmlformats.org/officeDocument/2006/relationships/slideLayout" Target="../slideLayouts/slideLayout54.xml"/><Relationship Id="rId2" Type="http://schemas.openxmlformats.org/officeDocument/2006/relationships/slideLayout" Target="../slideLayouts/slideLayout18.xml"/><Relationship Id="rId16" Type="http://schemas.openxmlformats.org/officeDocument/2006/relationships/slideLayout" Target="../slideLayouts/slideLayout32.xml"/><Relationship Id="rId20" Type="http://schemas.openxmlformats.org/officeDocument/2006/relationships/slideLayout" Target="../slideLayouts/slideLayout36.xml"/><Relationship Id="rId29" Type="http://schemas.openxmlformats.org/officeDocument/2006/relationships/slideLayout" Target="../slideLayouts/slideLayout45.xml"/><Relationship Id="rId1" Type="http://schemas.openxmlformats.org/officeDocument/2006/relationships/slideLayout" Target="../slideLayouts/slideLayout17.xml"/><Relationship Id="rId6" Type="http://schemas.openxmlformats.org/officeDocument/2006/relationships/slideLayout" Target="../slideLayouts/slideLayout22.xml"/><Relationship Id="rId11" Type="http://schemas.openxmlformats.org/officeDocument/2006/relationships/slideLayout" Target="../slideLayouts/slideLayout27.xml"/><Relationship Id="rId24" Type="http://schemas.openxmlformats.org/officeDocument/2006/relationships/slideLayout" Target="../slideLayouts/slideLayout40.xml"/><Relationship Id="rId32" Type="http://schemas.openxmlformats.org/officeDocument/2006/relationships/slideLayout" Target="../slideLayouts/slideLayout48.xml"/><Relationship Id="rId37" Type="http://schemas.openxmlformats.org/officeDocument/2006/relationships/slideLayout" Target="../slideLayouts/slideLayout53.xml"/><Relationship Id="rId5" Type="http://schemas.openxmlformats.org/officeDocument/2006/relationships/slideLayout" Target="../slideLayouts/slideLayout21.xml"/><Relationship Id="rId15" Type="http://schemas.openxmlformats.org/officeDocument/2006/relationships/slideLayout" Target="../slideLayouts/slideLayout31.xml"/><Relationship Id="rId23" Type="http://schemas.openxmlformats.org/officeDocument/2006/relationships/slideLayout" Target="../slideLayouts/slideLayout39.xml"/><Relationship Id="rId28" Type="http://schemas.openxmlformats.org/officeDocument/2006/relationships/slideLayout" Target="../slideLayouts/slideLayout44.xml"/><Relationship Id="rId36" Type="http://schemas.openxmlformats.org/officeDocument/2006/relationships/slideLayout" Target="../slideLayouts/slideLayout52.xml"/><Relationship Id="rId10" Type="http://schemas.openxmlformats.org/officeDocument/2006/relationships/slideLayout" Target="../slideLayouts/slideLayout26.xml"/><Relationship Id="rId19" Type="http://schemas.openxmlformats.org/officeDocument/2006/relationships/slideLayout" Target="../slideLayouts/slideLayout35.xml"/><Relationship Id="rId31" Type="http://schemas.openxmlformats.org/officeDocument/2006/relationships/slideLayout" Target="../slideLayouts/slideLayout47.xml"/><Relationship Id="rId4" Type="http://schemas.openxmlformats.org/officeDocument/2006/relationships/slideLayout" Target="../slideLayouts/slideLayout20.xml"/><Relationship Id="rId9" Type="http://schemas.openxmlformats.org/officeDocument/2006/relationships/slideLayout" Target="../slideLayouts/slideLayout25.xml"/><Relationship Id="rId14" Type="http://schemas.openxmlformats.org/officeDocument/2006/relationships/slideLayout" Target="../slideLayouts/slideLayout30.xml"/><Relationship Id="rId22" Type="http://schemas.openxmlformats.org/officeDocument/2006/relationships/slideLayout" Target="../slideLayouts/slideLayout38.xml"/><Relationship Id="rId27" Type="http://schemas.openxmlformats.org/officeDocument/2006/relationships/slideLayout" Target="../slideLayouts/slideLayout43.xml"/><Relationship Id="rId30" Type="http://schemas.openxmlformats.org/officeDocument/2006/relationships/slideLayout" Target="../slideLayouts/slideLayout46.xml"/><Relationship Id="rId35" Type="http://schemas.openxmlformats.org/officeDocument/2006/relationships/slideLayout" Target="../slideLayouts/slideLayout51.xml"/><Relationship Id="rId8" Type="http://schemas.openxmlformats.org/officeDocument/2006/relationships/slideLayout" Target="../slideLayouts/slideLayout24.xml"/><Relationship Id="rId3" Type="http://schemas.openxmlformats.org/officeDocument/2006/relationships/slideLayout" Target="../slideLayouts/slideLayout19.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57.xml"/><Relationship Id="rId2" Type="http://schemas.openxmlformats.org/officeDocument/2006/relationships/slideLayout" Target="../slideLayouts/slideLayout56.xml"/><Relationship Id="rId1" Type="http://schemas.openxmlformats.org/officeDocument/2006/relationships/slideLayout" Target="../slideLayouts/slideLayout55.xml"/><Relationship Id="rId5" Type="http://schemas.openxmlformats.org/officeDocument/2006/relationships/theme" Target="../theme/theme3.xml"/><Relationship Id="rId4" Type="http://schemas.openxmlformats.org/officeDocument/2006/relationships/slideLayout" Target="../slideLayouts/slideLayout58.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6.xml"/><Relationship Id="rId3" Type="http://schemas.openxmlformats.org/officeDocument/2006/relationships/slideLayout" Target="../slideLayouts/slideLayout61.xml"/><Relationship Id="rId7" Type="http://schemas.openxmlformats.org/officeDocument/2006/relationships/slideLayout" Target="../slideLayouts/slideLayout65.xml"/><Relationship Id="rId12" Type="http://schemas.openxmlformats.org/officeDocument/2006/relationships/theme" Target="../theme/theme4.xml"/><Relationship Id="rId2" Type="http://schemas.openxmlformats.org/officeDocument/2006/relationships/slideLayout" Target="../slideLayouts/slideLayout60.xml"/><Relationship Id="rId1" Type="http://schemas.openxmlformats.org/officeDocument/2006/relationships/slideLayout" Target="../slideLayouts/slideLayout59.xml"/><Relationship Id="rId6" Type="http://schemas.openxmlformats.org/officeDocument/2006/relationships/slideLayout" Target="../slideLayouts/slideLayout64.xml"/><Relationship Id="rId11" Type="http://schemas.openxmlformats.org/officeDocument/2006/relationships/slideLayout" Target="../slideLayouts/slideLayout69.xml"/><Relationship Id="rId5" Type="http://schemas.openxmlformats.org/officeDocument/2006/relationships/slideLayout" Target="../slideLayouts/slideLayout63.xml"/><Relationship Id="rId10" Type="http://schemas.openxmlformats.org/officeDocument/2006/relationships/slideLayout" Target="../slideLayouts/slideLayout68.xml"/><Relationship Id="rId4" Type="http://schemas.openxmlformats.org/officeDocument/2006/relationships/slideLayout" Target="../slideLayouts/slideLayout62.xml"/><Relationship Id="rId9" Type="http://schemas.openxmlformats.org/officeDocument/2006/relationships/slideLayout" Target="../slideLayouts/slideLayout6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lumMod val="65000"/>
            <a:lumOff val="35000"/>
          </a:schemeClr>
        </a:solidFill>
        <a:effectLst/>
      </p:bgPr>
    </p:bg>
    <p:spTree>
      <p:nvGrpSpPr>
        <p:cNvPr id="1" name=""/>
        <p:cNvGrpSpPr/>
        <p:nvPr/>
      </p:nvGrpSpPr>
      <p:grpSpPr>
        <a:xfrm>
          <a:off x="0" y="0"/>
          <a:ext cx="0" cy="0"/>
          <a:chOff x="0" y="0"/>
          <a:chExt cx="0" cy="0"/>
        </a:xfrm>
      </p:grpSpPr>
      <p:grpSp>
        <p:nvGrpSpPr>
          <p:cNvPr id="7" name="Group 6"/>
          <p:cNvGrpSpPr/>
          <p:nvPr/>
        </p:nvGrpSpPr>
        <p:grpSpPr>
          <a:xfrm>
            <a:off x="0" y="-8467"/>
            <a:ext cx="12192000" cy="6866467"/>
            <a:chOff x="0" y="-8467"/>
            <a:chExt cx="12192000" cy="6866467"/>
          </a:xfrm>
        </p:grpSpPr>
        <p:cxnSp>
          <p:nvCxnSpPr>
            <p:cNvPr id="20" name="Straight Connector 19"/>
            <p:cNvCxnSpPr/>
            <p:nvPr/>
          </p:nvCxnSpPr>
          <p:spPr>
            <a:xfrm>
              <a:off x="9371012" y="0"/>
              <a:ext cx="1219200" cy="6858000"/>
            </a:xfrm>
            <a:prstGeom prst="line">
              <a:avLst/>
            </a:prstGeom>
            <a:ln w="9525">
              <a:solidFill>
                <a:schemeClr val="bg1">
                  <a:lumMod val="75000"/>
                </a:schemeClr>
              </a:solidFill>
            </a:ln>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flipH="1">
              <a:off x="7425267" y="3681413"/>
              <a:ext cx="4763558" cy="3176587"/>
            </a:xfrm>
            <a:prstGeom prst="line">
              <a:avLst/>
            </a:prstGeom>
            <a:ln w="9525">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
          <p:nvSpPr>
            <p:cNvPr id="22" name="Rectangle 23"/>
            <p:cNvSpPr/>
            <p:nvPr/>
          </p:nvSpPr>
          <p:spPr>
            <a:xfrm>
              <a:off x="9181476" y="-8467"/>
              <a:ext cx="3007349" cy="6866467"/>
            </a:xfrm>
            <a:custGeom>
              <a:avLst/>
              <a:gdLst/>
              <a:ahLst/>
              <a:cxnLst/>
              <a:rect l="l" t="t" r="r" b="b"/>
              <a:pathLst>
                <a:path w="3007349" h="6866467">
                  <a:moveTo>
                    <a:pt x="2045532" y="0"/>
                  </a:moveTo>
                  <a:lnTo>
                    <a:pt x="3007349" y="0"/>
                  </a:lnTo>
                  <a:lnTo>
                    <a:pt x="3007349" y="6866467"/>
                  </a:lnTo>
                  <a:lnTo>
                    <a:pt x="0" y="6866467"/>
                  </a:lnTo>
                  <a:lnTo>
                    <a:pt x="2045532" y="0"/>
                  </a:lnTo>
                  <a:close/>
                </a:path>
              </a:pathLst>
            </a:custGeom>
            <a:solidFill>
              <a:schemeClr val="accent1">
                <a:alpha val="30000"/>
              </a:schemeClr>
            </a:solidFill>
            <a:ln>
              <a:noFill/>
            </a:ln>
            <a:effectLst/>
          </p:spPr>
          <p:style>
            <a:lnRef idx="1">
              <a:schemeClr val="accent1"/>
            </a:lnRef>
            <a:fillRef idx="3">
              <a:schemeClr val="accent1"/>
            </a:fillRef>
            <a:effectRef idx="2">
              <a:schemeClr val="accent1"/>
            </a:effectRef>
            <a:fontRef idx="minor">
              <a:schemeClr val="lt1"/>
            </a:fontRef>
          </p:style>
        </p:sp>
        <p:sp>
          <p:nvSpPr>
            <p:cNvPr id="23" name="Rectangle 25"/>
            <p:cNvSpPr/>
            <p:nvPr/>
          </p:nvSpPr>
          <p:spPr>
            <a:xfrm>
              <a:off x="9603442" y="-8467"/>
              <a:ext cx="2588558" cy="6866467"/>
            </a:xfrm>
            <a:custGeom>
              <a:avLst/>
              <a:gdLst/>
              <a:ahLst/>
              <a:cxnLst/>
              <a:rect l="l" t="t" r="r" b="b"/>
              <a:pathLst>
                <a:path w="2573311" h="6866467">
                  <a:moveTo>
                    <a:pt x="0" y="0"/>
                  </a:moveTo>
                  <a:lnTo>
                    <a:pt x="2573311" y="0"/>
                  </a:lnTo>
                  <a:lnTo>
                    <a:pt x="2573311" y="6866467"/>
                  </a:lnTo>
                  <a:lnTo>
                    <a:pt x="1202336" y="6866467"/>
                  </a:lnTo>
                  <a:lnTo>
                    <a:pt x="0" y="0"/>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sp>
        <p:sp>
          <p:nvSpPr>
            <p:cNvPr id="24" name="Isosceles Triangle 23"/>
            <p:cNvSpPr/>
            <p:nvPr/>
          </p:nvSpPr>
          <p:spPr>
            <a:xfrm>
              <a:off x="8932333" y="3048000"/>
              <a:ext cx="3259667" cy="3810000"/>
            </a:xfrm>
            <a:prstGeom prst="triangle">
              <a:avLst>
                <a:gd name="adj" fmla="val 100000"/>
              </a:avLst>
            </a:prstGeom>
            <a:solidFill>
              <a:schemeClr val="accent2">
                <a:alpha val="72000"/>
              </a:schemeClr>
            </a:solidFill>
            <a:ln>
              <a:noFill/>
            </a:ln>
            <a:effectLst/>
          </p:spPr>
          <p:style>
            <a:lnRef idx="1">
              <a:schemeClr val="accent1"/>
            </a:lnRef>
            <a:fillRef idx="3">
              <a:schemeClr val="accent1"/>
            </a:fillRef>
            <a:effectRef idx="2">
              <a:schemeClr val="accent1"/>
            </a:effectRef>
            <a:fontRef idx="minor">
              <a:schemeClr val="lt1"/>
            </a:fontRef>
          </p:style>
        </p:sp>
        <p:sp>
          <p:nvSpPr>
            <p:cNvPr id="25" name="Rectangle 27"/>
            <p:cNvSpPr/>
            <p:nvPr/>
          </p:nvSpPr>
          <p:spPr>
            <a:xfrm>
              <a:off x="9334500" y="-8467"/>
              <a:ext cx="2854326" cy="6866467"/>
            </a:xfrm>
            <a:custGeom>
              <a:avLst/>
              <a:gdLst/>
              <a:ahLst/>
              <a:cxnLst/>
              <a:rect l="l" t="t" r="r" b="b"/>
              <a:pathLst>
                <a:path w="2858013" h="6866467">
                  <a:moveTo>
                    <a:pt x="0" y="0"/>
                  </a:moveTo>
                  <a:lnTo>
                    <a:pt x="2858013" y="0"/>
                  </a:lnTo>
                  <a:lnTo>
                    <a:pt x="2858013" y="6866467"/>
                  </a:lnTo>
                  <a:lnTo>
                    <a:pt x="2473942" y="6866467"/>
                  </a:lnTo>
                  <a:lnTo>
                    <a:pt x="0" y="0"/>
                  </a:lnTo>
                  <a:close/>
                </a:path>
              </a:pathLst>
            </a:custGeom>
            <a:solidFill>
              <a:schemeClr val="accent2">
                <a:lumMod val="75000"/>
                <a:alpha val="70000"/>
              </a:schemeClr>
            </a:solidFill>
            <a:ln>
              <a:noFill/>
            </a:ln>
            <a:effectLst/>
          </p:spPr>
          <p:style>
            <a:lnRef idx="1">
              <a:schemeClr val="accent1"/>
            </a:lnRef>
            <a:fillRef idx="3">
              <a:schemeClr val="accent1"/>
            </a:fillRef>
            <a:effectRef idx="2">
              <a:schemeClr val="accent1"/>
            </a:effectRef>
            <a:fontRef idx="minor">
              <a:schemeClr val="lt1"/>
            </a:fontRef>
          </p:style>
        </p:sp>
        <p:sp>
          <p:nvSpPr>
            <p:cNvPr id="26" name="Rectangle 28"/>
            <p:cNvSpPr/>
            <p:nvPr/>
          </p:nvSpPr>
          <p:spPr>
            <a:xfrm>
              <a:off x="10898730" y="-8467"/>
              <a:ext cx="1290094" cy="6866467"/>
            </a:xfrm>
            <a:custGeom>
              <a:avLst/>
              <a:gdLst/>
              <a:ahLst/>
              <a:cxnLst/>
              <a:rect l="l" t="t" r="r" b="b"/>
              <a:pathLst>
                <a:path w="1290094" h="6858000">
                  <a:moveTo>
                    <a:pt x="1019735" y="0"/>
                  </a:moveTo>
                  <a:lnTo>
                    <a:pt x="1290094" y="0"/>
                  </a:lnTo>
                  <a:lnTo>
                    <a:pt x="1290094" y="6858000"/>
                  </a:lnTo>
                  <a:lnTo>
                    <a:pt x="0" y="6858000"/>
                  </a:lnTo>
                  <a:lnTo>
                    <a:pt x="1019735" y="0"/>
                  </a:lnTo>
                  <a:close/>
                </a:path>
              </a:pathLst>
            </a:custGeom>
            <a:solidFill>
              <a:schemeClr val="accent1">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sp>
        <p:sp>
          <p:nvSpPr>
            <p:cNvPr id="27" name="Rectangle 29"/>
            <p:cNvSpPr/>
            <p:nvPr/>
          </p:nvSpPr>
          <p:spPr>
            <a:xfrm>
              <a:off x="10938999" y="-8467"/>
              <a:ext cx="1249825" cy="6866467"/>
            </a:xfrm>
            <a:custGeom>
              <a:avLst/>
              <a:gdLst/>
              <a:ahLst/>
              <a:cxnLst/>
              <a:rect l="l" t="t" r="r" b="b"/>
              <a:pathLst>
                <a:path w="1249825" h="6858000">
                  <a:moveTo>
                    <a:pt x="0" y="0"/>
                  </a:moveTo>
                  <a:lnTo>
                    <a:pt x="1249825" y="0"/>
                  </a:lnTo>
                  <a:lnTo>
                    <a:pt x="1249825" y="6858000"/>
                  </a:lnTo>
                  <a:lnTo>
                    <a:pt x="1109382" y="6858000"/>
                  </a:lnTo>
                  <a:lnTo>
                    <a:pt x="0" y="0"/>
                  </a:lnTo>
                  <a:close/>
                </a:path>
              </a:pathLst>
            </a:custGeom>
            <a:solidFill>
              <a:schemeClr val="accent1">
                <a:alpha val="65000"/>
              </a:schemeClr>
            </a:solidFill>
            <a:ln>
              <a:noFill/>
            </a:ln>
            <a:effectLst/>
          </p:spPr>
          <p:style>
            <a:lnRef idx="1">
              <a:schemeClr val="accent1"/>
            </a:lnRef>
            <a:fillRef idx="3">
              <a:schemeClr val="accent1"/>
            </a:fillRef>
            <a:effectRef idx="2">
              <a:schemeClr val="accent1"/>
            </a:effectRef>
            <a:fontRef idx="minor">
              <a:schemeClr val="lt1"/>
            </a:fontRef>
          </p:style>
        </p:sp>
        <p:sp>
          <p:nvSpPr>
            <p:cNvPr id="28" name="Isosceles Triangle 27"/>
            <p:cNvSpPr/>
            <p:nvPr/>
          </p:nvSpPr>
          <p:spPr>
            <a:xfrm>
              <a:off x="10371666" y="3589867"/>
              <a:ext cx="1817159" cy="3268133"/>
            </a:xfrm>
            <a:prstGeom prst="triangle">
              <a:avLst>
                <a:gd name="adj" fmla="val 100000"/>
              </a:avLst>
            </a:prstGeom>
            <a:solidFill>
              <a:schemeClr val="accent1">
                <a:alpha val="80000"/>
              </a:schemeClr>
            </a:solidFill>
            <a:ln>
              <a:noFill/>
            </a:ln>
            <a:effectLst/>
          </p:spPr>
          <p:style>
            <a:lnRef idx="1">
              <a:schemeClr val="accent1"/>
            </a:lnRef>
            <a:fillRef idx="3">
              <a:schemeClr val="accent1"/>
            </a:fillRef>
            <a:effectRef idx="2">
              <a:schemeClr val="accent1"/>
            </a:effectRef>
            <a:fontRef idx="minor">
              <a:schemeClr val="lt1"/>
            </a:fontRef>
          </p:style>
        </p:sp>
        <p:sp>
          <p:nvSpPr>
            <p:cNvPr id="29" name="Isosceles Triangle 28"/>
            <p:cNvSpPr/>
            <p:nvPr/>
          </p:nvSpPr>
          <p:spPr>
            <a:xfrm>
              <a:off x="0" y="4013200"/>
              <a:ext cx="448733" cy="2844800"/>
            </a:xfrm>
            <a:prstGeom prst="triangle">
              <a:avLst>
                <a:gd name="adj" fmla="val 0"/>
              </a:avLst>
            </a:prstGeom>
            <a:solidFill>
              <a:schemeClr val="accent1">
                <a:alpha val="85000"/>
              </a:schemeClr>
            </a:solidFill>
            <a:ln>
              <a:noFill/>
            </a:ln>
            <a:effectLst/>
          </p:spPr>
          <p:style>
            <a:lnRef idx="1">
              <a:schemeClr val="accent1"/>
            </a:lnRef>
            <a:fillRef idx="3">
              <a:schemeClr val="accent1"/>
            </a:fillRef>
            <a:effectRef idx="2">
              <a:schemeClr val="accent1"/>
            </a:effectRef>
            <a:fontRef idx="minor">
              <a:schemeClr val="lt1"/>
            </a:fontRef>
          </p:style>
        </p:sp>
      </p:grpSp>
      <p:sp>
        <p:nvSpPr>
          <p:cNvPr id="2" name="Title Placeholder 1"/>
          <p:cNvSpPr>
            <a:spLocks noGrp="1"/>
          </p:cNvSpPr>
          <p:nvPr>
            <p:ph type="title"/>
          </p:nvPr>
        </p:nvSpPr>
        <p:spPr>
          <a:xfrm>
            <a:off x="677334" y="609600"/>
            <a:ext cx="8596668" cy="1320800"/>
          </a:xfrm>
          <a:prstGeom prst="rect">
            <a:avLst/>
          </a:prstGeom>
        </p:spPr>
        <p:txBody>
          <a:bodyPr vert="horz" lIns="91440" tIns="45720" rIns="91440" bIns="45720" rtlCol="0" anchor="t">
            <a:normAutofit/>
          </a:bodyPr>
          <a:lstStyle/>
          <a:p>
            <a:r>
              <a:rPr lang="en-US"/>
              <a:t>Click to edit Master title style</a:t>
            </a:r>
            <a:endParaRPr lang="en-US" dirty="0"/>
          </a:p>
        </p:txBody>
      </p:sp>
      <p:sp>
        <p:nvSpPr>
          <p:cNvPr id="3" name="Text Placeholder 2"/>
          <p:cNvSpPr>
            <a:spLocks noGrp="1"/>
          </p:cNvSpPr>
          <p:nvPr>
            <p:ph type="body" idx="1"/>
          </p:nvPr>
        </p:nvSpPr>
        <p:spPr>
          <a:xfrm>
            <a:off x="677334" y="2160589"/>
            <a:ext cx="8596668" cy="388077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7205133" y="6041362"/>
            <a:ext cx="911939" cy="365125"/>
          </a:xfrm>
          <a:prstGeom prst="rect">
            <a:avLst/>
          </a:prstGeom>
        </p:spPr>
        <p:txBody>
          <a:bodyPr vert="horz" lIns="91440" tIns="45720" rIns="91440" bIns="45720" rtlCol="0" anchor="ctr"/>
          <a:lstStyle>
            <a:lvl1pPr algn="r">
              <a:defRPr sz="900">
                <a:solidFill>
                  <a:schemeClr val="tx1">
                    <a:tint val="75000"/>
                  </a:schemeClr>
                </a:solidFill>
              </a:defRPr>
            </a:lvl1pPr>
          </a:lstStyle>
          <a:p>
            <a:fld id="{59CEA7AB-48D8-4C0C-804F-47F33345D653}" type="datetimeFigureOut">
              <a:rPr lang="en-IN" smtClean="0"/>
              <a:t>30-09-2025</a:t>
            </a:fld>
            <a:endParaRPr lang="en-IN"/>
          </a:p>
        </p:txBody>
      </p:sp>
      <p:sp>
        <p:nvSpPr>
          <p:cNvPr id="5" name="Footer Placeholder 4"/>
          <p:cNvSpPr>
            <a:spLocks noGrp="1"/>
          </p:cNvSpPr>
          <p:nvPr>
            <p:ph type="ftr" sz="quarter" idx="3"/>
          </p:nvPr>
        </p:nvSpPr>
        <p:spPr>
          <a:xfrm>
            <a:off x="677334" y="6041362"/>
            <a:ext cx="6297612" cy="365125"/>
          </a:xfrm>
          <a:prstGeom prst="rect">
            <a:avLst/>
          </a:prstGeom>
        </p:spPr>
        <p:txBody>
          <a:bodyPr vert="horz" lIns="91440" tIns="45720" rIns="91440" bIns="45720" rtlCol="0" anchor="ctr"/>
          <a:lstStyle>
            <a:lvl1pPr algn="l">
              <a:defRPr sz="900">
                <a:solidFill>
                  <a:schemeClr val="tx1">
                    <a:tint val="75000"/>
                  </a:schemeClr>
                </a:solidFill>
              </a:defRPr>
            </a:lvl1pPr>
          </a:lstStyle>
          <a:p>
            <a:endParaRPr lang="en-IN"/>
          </a:p>
        </p:txBody>
      </p:sp>
      <p:sp>
        <p:nvSpPr>
          <p:cNvPr id="6" name="Slide Number Placeholder 5"/>
          <p:cNvSpPr>
            <a:spLocks noGrp="1"/>
          </p:cNvSpPr>
          <p:nvPr>
            <p:ph type="sldNum" sz="quarter" idx="4"/>
          </p:nvPr>
        </p:nvSpPr>
        <p:spPr>
          <a:xfrm>
            <a:off x="8590663" y="6041362"/>
            <a:ext cx="683339" cy="365125"/>
          </a:xfrm>
          <a:prstGeom prst="rect">
            <a:avLst/>
          </a:prstGeom>
        </p:spPr>
        <p:txBody>
          <a:bodyPr vert="horz" lIns="91440" tIns="45720" rIns="91440" bIns="45720" rtlCol="0" anchor="ctr"/>
          <a:lstStyle>
            <a:lvl1pPr algn="r">
              <a:defRPr sz="900">
                <a:solidFill>
                  <a:schemeClr val="accent1"/>
                </a:solidFill>
              </a:defRPr>
            </a:lvl1pPr>
          </a:lstStyle>
          <a:p>
            <a:fld id="{4817DE0F-E67E-4DBA-B6B9-A87D7969BADE}" type="slidenum">
              <a:rPr lang="en-IN" smtClean="0"/>
              <a:t>‹#›</a:t>
            </a:fld>
            <a:endParaRPr lang="en-IN"/>
          </a:p>
        </p:txBody>
      </p:sp>
    </p:spTree>
    <p:extLst>
      <p:ext uri="{BB962C8B-B14F-4D97-AF65-F5344CB8AC3E}">
        <p14:creationId xmlns:p14="http://schemas.microsoft.com/office/powerpoint/2010/main" val="1535188493"/>
      </p:ext>
    </p:extLst>
  </p:cSld>
  <p:clrMap bg1="lt1" tx1="dk1" bg2="lt2" tx2="dk2" accent1="accent1" accent2="accent2" accent3="accent3" accent4="accent4" accent5="accent5" accent6="accent6" hlink="hlink" folHlink="folHlink"/>
  <p:sldLayoutIdLst>
    <p:sldLayoutId id="2147484090" r:id="rId1"/>
    <p:sldLayoutId id="2147484091" r:id="rId2"/>
    <p:sldLayoutId id="2147484092" r:id="rId3"/>
    <p:sldLayoutId id="2147484093" r:id="rId4"/>
    <p:sldLayoutId id="2147484094" r:id="rId5"/>
    <p:sldLayoutId id="2147484095" r:id="rId6"/>
    <p:sldLayoutId id="2147484096" r:id="rId7"/>
    <p:sldLayoutId id="2147484097" r:id="rId8"/>
    <p:sldLayoutId id="2147484098" r:id="rId9"/>
    <p:sldLayoutId id="2147484099" r:id="rId10"/>
    <p:sldLayoutId id="2147484100" r:id="rId11"/>
    <p:sldLayoutId id="2147484101" r:id="rId12"/>
    <p:sldLayoutId id="2147484102" r:id="rId13"/>
    <p:sldLayoutId id="2147484103" r:id="rId14"/>
    <p:sldLayoutId id="2147484104" r:id="rId15"/>
    <p:sldLayoutId id="2147484105" r:id="rId16"/>
  </p:sldLayoutIdLst>
  <p:txStyles>
    <p:titleStyle>
      <a:lvl1pPr algn="l" defTabSz="457200" rtl="0" eaLnBrk="1" latinLnBrk="0" hangingPunct="1">
        <a:spcBef>
          <a:spcPct val="0"/>
        </a:spcBef>
        <a:buNone/>
        <a:defRPr sz="3600" kern="1200">
          <a:solidFill>
            <a:schemeClr val="accent1"/>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42900" indent="-342900" algn="l" defTabSz="457200" rtl="0" eaLnBrk="1" latinLnBrk="0" hangingPunct="1">
        <a:spcBef>
          <a:spcPts val="1000"/>
        </a:spcBef>
        <a:spcAft>
          <a:spcPts val="0"/>
        </a:spcAft>
        <a:buClr>
          <a:schemeClr val="accent1"/>
        </a:buClr>
        <a:buSzPct val="80000"/>
        <a:buFont typeface="Wingdings 3" charset="2"/>
        <a:buChar char=""/>
        <a:defRPr sz="1800" kern="1200">
          <a:solidFill>
            <a:schemeClr val="tx1">
              <a:lumMod val="75000"/>
              <a:lumOff val="25000"/>
            </a:schemeClr>
          </a:solidFill>
          <a:latin typeface="+mn-lt"/>
          <a:ea typeface="+mn-ea"/>
          <a:cs typeface="+mn-cs"/>
        </a:defRPr>
      </a:lvl1pPr>
      <a:lvl2pPr marL="742950" indent="-285750" algn="l" defTabSz="457200" rtl="0" eaLnBrk="1" latinLnBrk="0" hangingPunct="1">
        <a:spcBef>
          <a:spcPts val="1000"/>
        </a:spcBef>
        <a:spcAft>
          <a:spcPts val="0"/>
        </a:spcAft>
        <a:buClr>
          <a:schemeClr val="accent1"/>
        </a:buClr>
        <a:buSzPct val="80000"/>
        <a:buFont typeface="Wingdings 3" charset="2"/>
        <a:buChar char=""/>
        <a:defRPr sz="1600" kern="1200">
          <a:solidFill>
            <a:schemeClr val="tx1">
              <a:lumMod val="75000"/>
              <a:lumOff val="25000"/>
            </a:schemeClr>
          </a:solidFill>
          <a:latin typeface="+mn-lt"/>
          <a:ea typeface="+mn-ea"/>
          <a:cs typeface="+mn-cs"/>
        </a:defRPr>
      </a:lvl2pPr>
      <a:lvl3pPr marL="1143000" indent="-228600" algn="l" defTabSz="457200" rtl="0" eaLnBrk="1" latinLnBrk="0" hangingPunct="1">
        <a:spcBef>
          <a:spcPts val="1000"/>
        </a:spcBef>
        <a:spcAft>
          <a:spcPts val="0"/>
        </a:spcAft>
        <a:buClr>
          <a:schemeClr val="accent1"/>
        </a:buClr>
        <a:buSzPct val="80000"/>
        <a:buFont typeface="Wingdings 3" charset="2"/>
        <a:buChar char=""/>
        <a:defRPr sz="1400" kern="1200">
          <a:solidFill>
            <a:schemeClr val="tx1">
              <a:lumMod val="75000"/>
              <a:lumOff val="25000"/>
            </a:schemeClr>
          </a:solidFill>
          <a:latin typeface="+mn-lt"/>
          <a:ea typeface="+mn-ea"/>
          <a:cs typeface="+mn-cs"/>
        </a:defRPr>
      </a:lvl3pPr>
      <a:lvl4pPr marL="1600200" indent="-228600" algn="l" defTabSz="457200" rtl="0" eaLnBrk="1" latinLnBrk="0" hangingPunct="1">
        <a:spcBef>
          <a:spcPts val="1000"/>
        </a:spcBef>
        <a:spcAft>
          <a:spcPts val="0"/>
        </a:spcAft>
        <a:buClr>
          <a:schemeClr val="accent1"/>
        </a:buClr>
        <a:buSzPct val="80000"/>
        <a:buFont typeface="Wingdings 3" charset="2"/>
        <a:buChar char=""/>
        <a:defRPr sz="1200" kern="1200">
          <a:solidFill>
            <a:schemeClr val="tx1">
              <a:lumMod val="75000"/>
              <a:lumOff val="25000"/>
            </a:schemeClr>
          </a:solidFill>
          <a:latin typeface="+mn-lt"/>
          <a:ea typeface="+mn-ea"/>
          <a:cs typeface="+mn-cs"/>
        </a:defRPr>
      </a:lvl4pPr>
      <a:lvl5pPr marL="2057400" indent="-228600" algn="l" defTabSz="457200" rtl="0" eaLnBrk="1" latinLnBrk="0" hangingPunct="1">
        <a:spcBef>
          <a:spcPts val="1000"/>
        </a:spcBef>
        <a:spcAft>
          <a:spcPts val="0"/>
        </a:spcAft>
        <a:buClr>
          <a:schemeClr val="accent1"/>
        </a:buClr>
        <a:buSzPct val="80000"/>
        <a:buFont typeface="Wingdings 3" charset="2"/>
        <a:buChar char=""/>
        <a:defRPr sz="1200" kern="1200">
          <a:solidFill>
            <a:schemeClr val="tx1">
              <a:lumMod val="75000"/>
              <a:lumOff val="25000"/>
            </a:schemeClr>
          </a:solidFill>
          <a:latin typeface="+mn-lt"/>
          <a:ea typeface="+mn-ea"/>
          <a:cs typeface="+mn-cs"/>
        </a:defRPr>
      </a:lvl5pPr>
      <a:lvl6pPr marL="2514600" indent="-228600" algn="l" defTabSz="457200" rtl="0" eaLnBrk="1" latinLnBrk="0" hangingPunct="1">
        <a:spcBef>
          <a:spcPts val="1000"/>
        </a:spcBef>
        <a:spcAft>
          <a:spcPts val="0"/>
        </a:spcAft>
        <a:buClr>
          <a:schemeClr val="accent1"/>
        </a:buClr>
        <a:buSzPct val="80000"/>
        <a:buFont typeface="Wingdings 3" charset="2"/>
        <a:buChar char=""/>
        <a:defRPr sz="1200" kern="1200">
          <a:solidFill>
            <a:schemeClr val="tx1">
              <a:lumMod val="75000"/>
              <a:lumOff val="25000"/>
            </a:schemeClr>
          </a:solidFill>
          <a:latin typeface="+mn-lt"/>
          <a:ea typeface="+mn-ea"/>
          <a:cs typeface="+mn-cs"/>
        </a:defRPr>
      </a:lvl6pPr>
      <a:lvl7pPr marL="2971800" indent="-228600" algn="l" defTabSz="457200" rtl="0" eaLnBrk="1" latinLnBrk="0" hangingPunct="1">
        <a:spcBef>
          <a:spcPts val="1000"/>
        </a:spcBef>
        <a:spcAft>
          <a:spcPts val="0"/>
        </a:spcAft>
        <a:buClr>
          <a:schemeClr val="accent1"/>
        </a:buClr>
        <a:buSzPct val="80000"/>
        <a:buFont typeface="Wingdings 3" charset="2"/>
        <a:buChar char=""/>
        <a:defRPr sz="1200" kern="1200">
          <a:solidFill>
            <a:schemeClr val="tx1">
              <a:lumMod val="75000"/>
              <a:lumOff val="25000"/>
            </a:schemeClr>
          </a:solidFill>
          <a:latin typeface="+mn-lt"/>
          <a:ea typeface="+mn-ea"/>
          <a:cs typeface="+mn-cs"/>
        </a:defRPr>
      </a:lvl7pPr>
      <a:lvl8pPr marL="3429000" indent="-228600" algn="l" defTabSz="457200" rtl="0" eaLnBrk="1" latinLnBrk="0" hangingPunct="1">
        <a:spcBef>
          <a:spcPts val="1000"/>
        </a:spcBef>
        <a:spcAft>
          <a:spcPts val="0"/>
        </a:spcAft>
        <a:buClr>
          <a:schemeClr val="accent1"/>
        </a:buClr>
        <a:buSzPct val="80000"/>
        <a:buFont typeface="Wingdings 3" charset="2"/>
        <a:buChar char=""/>
        <a:defRPr sz="1200" kern="1200">
          <a:solidFill>
            <a:schemeClr val="tx1">
              <a:lumMod val="75000"/>
              <a:lumOff val="25000"/>
            </a:schemeClr>
          </a:solidFill>
          <a:latin typeface="+mn-lt"/>
          <a:ea typeface="+mn-ea"/>
          <a:cs typeface="+mn-cs"/>
        </a:defRPr>
      </a:lvl8pPr>
      <a:lvl9pPr marL="3886200" indent="-228600" algn="l" defTabSz="457200" rtl="0" eaLnBrk="1" latinLnBrk="0" hangingPunct="1">
        <a:spcBef>
          <a:spcPts val="1000"/>
        </a:spcBef>
        <a:spcAft>
          <a:spcPts val="0"/>
        </a:spcAft>
        <a:buClr>
          <a:schemeClr val="accent1"/>
        </a:buClr>
        <a:buSzPct val="80000"/>
        <a:buFont typeface="Wingdings 3" charset="2"/>
        <a:buChar char=""/>
        <a:defRPr sz="1200" kern="1200">
          <a:solidFill>
            <a:schemeClr val="tx1">
              <a:lumMod val="75000"/>
              <a:lumOff val="25000"/>
            </a:schemeClr>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lumMod val="65000"/>
            <a:lumOff val="35000"/>
          </a:schemeClr>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500"/>
              <a:buFont typeface="Aclonica"/>
              <a:buNone/>
              <a:defRPr sz="3500">
                <a:solidFill>
                  <a:schemeClr val="dk2"/>
                </a:solidFill>
                <a:latin typeface="Aclonica"/>
                <a:ea typeface="Aclonica"/>
                <a:cs typeface="Aclonica"/>
                <a:sym typeface="Aclonica"/>
              </a:defRPr>
            </a:lvl1pPr>
            <a:lvl2pPr lvl="1" rtl="0">
              <a:spcBef>
                <a:spcPts val="0"/>
              </a:spcBef>
              <a:spcAft>
                <a:spcPts val="0"/>
              </a:spcAft>
              <a:buClr>
                <a:schemeClr val="dk2"/>
              </a:buClr>
              <a:buSzPts val="3500"/>
              <a:buFont typeface="Russo One"/>
              <a:buNone/>
              <a:defRPr sz="3500">
                <a:solidFill>
                  <a:schemeClr val="dk2"/>
                </a:solidFill>
                <a:latin typeface="Russo One"/>
                <a:ea typeface="Russo One"/>
                <a:cs typeface="Russo One"/>
                <a:sym typeface="Russo One"/>
              </a:defRPr>
            </a:lvl2pPr>
            <a:lvl3pPr lvl="2" rtl="0">
              <a:spcBef>
                <a:spcPts val="0"/>
              </a:spcBef>
              <a:spcAft>
                <a:spcPts val="0"/>
              </a:spcAft>
              <a:buClr>
                <a:schemeClr val="dk2"/>
              </a:buClr>
              <a:buSzPts val="3500"/>
              <a:buFont typeface="Russo One"/>
              <a:buNone/>
              <a:defRPr sz="3500">
                <a:solidFill>
                  <a:schemeClr val="dk2"/>
                </a:solidFill>
                <a:latin typeface="Russo One"/>
                <a:ea typeface="Russo One"/>
                <a:cs typeface="Russo One"/>
                <a:sym typeface="Russo One"/>
              </a:defRPr>
            </a:lvl3pPr>
            <a:lvl4pPr lvl="3" rtl="0">
              <a:spcBef>
                <a:spcPts val="0"/>
              </a:spcBef>
              <a:spcAft>
                <a:spcPts val="0"/>
              </a:spcAft>
              <a:buClr>
                <a:schemeClr val="dk2"/>
              </a:buClr>
              <a:buSzPts val="3500"/>
              <a:buFont typeface="Russo One"/>
              <a:buNone/>
              <a:defRPr sz="3500">
                <a:solidFill>
                  <a:schemeClr val="dk2"/>
                </a:solidFill>
                <a:latin typeface="Russo One"/>
                <a:ea typeface="Russo One"/>
                <a:cs typeface="Russo One"/>
                <a:sym typeface="Russo One"/>
              </a:defRPr>
            </a:lvl4pPr>
            <a:lvl5pPr lvl="4" rtl="0">
              <a:spcBef>
                <a:spcPts val="0"/>
              </a:spcBef>
              <a:spcAft>
                <a:spcPts val="0"/>
              </a:spcAft>
              <a:buClr>
                <a:schemeClr val="dk2"/>
              </a:buClr>
              <a:buSzPts val="3500"/>
              <a:buFont typeface="Russo One"/>
              <a:buNone/>
              <a:defRPr sz="3500">
                <a:solidFill>
                  <a:schemeClr val="dk2"/>
                </a:solidFill>
                <a:latin typeface="Russo One"/>
                <a:ea typeface="Russo One"/>
                <a:cs typeface="Russo One"/>
                <a:sym typeface="Russo One"/>
              </a:defRPr>
            </a:lvl5pPr>
            <a:lvl6pPr lvl="5" rtl="0">
              <a:spcBef>
                <a:spcPts val="0"/>
              </a:spcBef>
              <a:spcAft>
                <a:spcPts val="0"/>
              </a:spcAft>
              <a:buClr>
                <a:schemeClr val="dk2"/>
              </a:buClr>
              <a:buSzPts val="3500"/>
              <a:buFont typeface="Russo One"/>
              <a:buNone/>
              <a:defRPr sz="3500">
                <a:solidFill>
                  <a:schemeClr val="dk2"/>
                </a:solidFill>
                <a:latin typeface="Russo One"/>
                <a:ea typeface="Russo One"/>
                <a:cs typeface="Russo One"/>
                <a:sym typeface="Russo One"/>
              </a:defRPr>
            </a:lvl6pPr>
            <a:lvl7pPr lvl="6" rtl="0">
              <a:spcBef>
                <a:spcPts val="0"/>
              </a:spcBef>
              <a:spcAft>
                <a:spcPts val="0"/>
              </a:spcAft>
              <a:buClr>
                <a:schemeClr val="dk2"/>
              </a:buClr>
              <a:buSzPts val="3500"/>
              <a:buFont typeface="Russo One"/>
              <a:buNone/>
              <a:defRPr sz="3500">
                <a:solidFill>
                  <a:schemeClr val="dk2"/>
                </a:solidFill>
                <a:latin typeface="Russo One"/>
                <a:ea typeface="Russo One"/>
                <a:cs typeface="Russo One"/>
                <a:sym typeface="Russo One"/>
              </a:defRPr>
            </a:lvl7pPr>
            <a:lvl8pPr lvl="7" rtl="0">
              <a:spcBef>
                <a:spcPts val="0"/>
              </a:spcBef>
              <a:spcAft>
                <a:spcPts val="0"/>
              </a:spcAft>
              <a:buClr>
                <a:schemeClr val="dk2"/>
              </a:buClr>
              <a:buSzPts val="3500"/>
              <a:buFont typeface="Russo One"/>
              <a:buNone/>
              <a:defRPr sz="3500">
                <a:solidFill>
                  <a:schemeClr val="dk2"/>
                </a:solidFill>
                <a:latin typeface="Russo One"/>
                <a:ea typeface="Russo One"/>
                <a:cs typeface="Russo One"/>
                <a:sym typeface="Russo One"/>
              </a:defRPr>
            </a:lvl8pPr>
            <a:lvl9pPr lvl="8" rtl="0">
              <a:spcBef>
                <a:spcPts val="0"/>
              </a:spcBef>
              <a:spcAft>
                <a:spcPts val="0"/>
              </a:spcAft>
              <a:buClr>
                <a:schemeClr val="dk2"/>
              </a:buClr>
              <a:buSzPts val="3500"/>
              <a:buFont typeface="Russo One"/>
              <a:buNone/>
              <a:defRPr sz="3500">
                <a:solidFill>
                  <a:schemeClr val="dk2"/>
                </a:solidFill>
                <a:latin typeface="Russo One"/>
                <a:ea typeface="Russo One"/>
                <a:cs typeface="Russo One"/>
                <a:sym typeface="Russo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2"/>
              </a:buClr>
              <a:buSzPts val="1400"/>
              <a:buFont typeface="DM Sans"/>
              <a:buChar char="●"/>
              <a:defRPr>
                <a:solidFill>
                  <a:schemeClr val="dk2"/>
                </a:solidFill>
                <a:latin typeface="DM Sans"/>
                <a:ea typeface="DM Sans"/>
                <a:cs typeface="DM Sans"/>
                <a:sym typeface="DM Sans"/>
              </a:defRPr>
            </a:lvl1pPr>
            <a:lvl2pPr marL="914400" lvl="1" indent="-317500">
              <a:lnSpc>
                <a:spcPct val="100000"/>
              </a:lnSpc>
              <a:spcBef>
                <a:spcPts val="1600"/>
              </a:spcBef>
              <a:spcAft>
                <a:spcPts val="0"/>
              </a:spcAft>
              <a:buClr>
                <a:schemeClr val="dk2"/>
              </a:buClr>
              <a:buSzPts val="1400"/>
              <a:buFont typeface="DM Sans"/>
              <a:buChar char="○"/>
              <a:defRPr>
                <a:solidFill>
                  <a:schemeClr val="dk2"/>
                </a:solidFill>
                <a:latin typeface="DM Sans"/>
                <a:ea typeface="DM Sans"/>
                <a:cs typeface="DM Sans"/>
                <a:sym typeface="DM Sans"/>
              </a:defRPr>
            </a:lvl2pPr>
            <a:lvl3pPr marL="1371600" lvl="2" indent="-317500">
              <a:lnSpc>
                <a:spcPct val="100000"/>
              </a:lnSpc>
              <a:spcBef>
                <a:spcPts val="1600"/>
              </a:spcBef>
              <a:spcAft>
                <a:spcPts val="0"/>
              </a:spcAft>
              <a:buClr>
                <a:schemeClr val="dk2"/>
              </a:buClr>
              <a:buSzPts val="1400"/>
              <a:buFont typeface="DM Sans"/>
              <a:buChar char="■"/>
              <a:defRPr>
                <a:solidFill>
                  <a:schemeClr val="dk2"/>
                </a:solidFill>
                <a:latin typeface="DM Sans"/>
                <a:ea typeface="DM Sans"/>
                <a:cs typeface="DM Sans"/>
                <a:sym typeface="DM Sans"/>
              </a:defRPr>
            </a:lvl3pPr>
            <a:lvl4pPr marL="1828800" lvl="3" indent="-317500">
              <a:lnSpc>
                <a:spcPct val="100000"/>
              </a:lnSpc>
              <a:spcBef>
                <a:spcPts val="1600"/>
              </a:spcBef>
              <a:spcAft>
                <a:spcPts val="0"/>
              </a:spcAft>
              <a:buClr>
                <a:schemeClr val="dk2"/>
              </a:buClr>
              <a:buSzPts val="1400"/>
              <a:buFont typeface="DM Sans"/>
              <a:buChar char="●"/>
              <a:defRPr>
                <a:solidFill>
                  <a:schemeClr val="dk2"/>
                </a:solidFill>
                <a:latin typeface="DM Sans"/>
                <a:ea typeface="DM Sans"/>
                <a:cs typeface="DM Sans"/>
                <a:sym typeface="DM Sans"/>
              </a:defRPr>
            </a:lvl4pPr>
            <a:lvl5pPr marL="2286000" lvl="4" indent="-317500">
              <a:lnSpc>
                <a:spcPct val="100000"/>
              </a:lnSpc>
              <a:spcBef>
                <a:spcPts val="1600"/>
              </a:spcBef>
              <a:spcAft>
                <a:spcPts val="0"/>
              </a:spcAft>
              <a:buClr>
                <a:schemeClr val="dk2"/>
              </a:buClr>
              <a:buSzPts val="1400"/>
              <a:buFont typeface="DM Sans"/>
              <a:buChar char="○"/>
              <a:defRPr>
                <a:solidFill>
                  <a:schemeClr val="dk2"/>
                </a:solidFill>
                <a:latin typeface="DM Sans"/>
                <a:ea typeface="DM Sans"/>
                <a:cs typeface="DM Sans"/>
                <a:sym typeface="DM Sans"/>
              </a:defRPr>
            </a:lvl5pPr>
            <a:lvl6pPr marL="2743200" lvl="5" indent="-317500">
              <a:lnSpc>
                <a:spcPct val="100000"/>
              </a:lnSpc>
              <a:spcBef>
                <a:spcPts val="1600"/>
              </a:spcBef>
              <a:spcAft>
                <a:spcPts val="0"/>
              </a:spcAft>
              <a:buClr>
                <a:schemeClr val="dk2"/>
              </a:buClr>
              <a:buSzPts val="1400"/>
              <a:buFont typeface="DM Sans"/>
              <a:buChar char="■"/>
              <a:defRPr>
                <a:solidFill>
                  <a:schemeClr val="dk2"/>
                </a:solidFill>
                <a:latin typeface="DM Sans"/>
                <a:ea typeface="DM Sans"/>
                <a:cs typeface="DM Sans"/>
                <a:sym typeface="DM Sans"/>
              </a:defRPr>
            </a:lvl6pPr>
            <a:lvl7pPr marL="3200400" lvl="6" indent="-317500">
              <a:lnSpc>
                <a:spcPct val="100000"/>
              </a:lnSpc>
              <a:spcBef>
                <a:spcPts val="1600"/>
              </a:spcBef>
              <a:spcAft>
                <a:spcPts val="0"/>
              </a:spcAft>
              <a:buClr>
                <a:schemeClr val="dk2"/>
              </a:buClr>
              <a:buSzPts val="1400"/>
              <a:buFont typeface="DM Sans"/>
              <a:buChar char="●"/>
              <a:defRPr>
                <a:solidFill>
                  <a:schemeClr val="dk2"/>
                </a:solidFill>
                <a:latin typeface="DM Sans"/>
                <a:ea typeface="DM Sans"/>
                <a:cs typeface="DM Sans"/>
                <a:sym typeface="DM Sans"/>
              </a:defRPr>
            </a:lvl7pPr>
            <a:lvl8pPr marL="3657600" lvl="7" indent="-317500">
              <a:lnSpc>
                <a:spcPct val="100000"/>
              </a:lnSpc>
              <a:spcBef>
                <a:spcPts val="1600"/>
              </a:spcBef>
              <a:spcAft>
                <a:spcPts val="0"/>
              </a:spcAft>
              <a:buClr>
                <a:schemeClr val="dk2"/>
              </a:buClr>
              <a:buSzPts val="1400"/>
              <a:buFont typeface="DM Sans"/>
              <a:buChar char="○"/>
              <a:defRPr>
                <a:solidFill>
                  <a:schemeClr val="dk2"/>
                </a:solidFill>
                <a:latin typeface="DM Sans"/>
                <a:ea typeface="DM Sans"/>
                <a:cs typeface="DM Sans"/>
                <a:sym typeface="DM Sans"/>
              </a:defRPr>
            </a:lvl8pPr>
            <a:lvl9pPr marL="4114800" lvl="8" indent="-317500">
              <a:lnSpc>
                <a:spcPct val="100000"/>
              </a:lnSpc>
              <a:spcBef>
                <a:spcPts val="1600"/>
              </a:spcBef>
              <a:spcAft>
                <a:spcPts val="1600"/>
              </a:spcAft>
              <a:buClr>
                <a:schemeClr val="dk2"/>
              </a:buClr>
              <a:buSzPts val="1400"/>
              <a:buFont typeface="DM Sans"/>
              <a:buChar char="■"/>
              <a:defRPr>
                <a:solidFill>
                  <a:schemeClr val="dk2"/>
                </a:solidFill>
                <a:latin typeface="DM Sans"/>
                <a:ea typeface="DM Sans"/>
                <a:cs typeface="DM Sans"/>
                <a:sym typeface="DM Sans"/>
              </a:defRPr>
            </a:lvl9pPr>
          </a:lstStyle>
          <a:p>
            <a:endParaRPr/>
          </a:p>
        </p:txBody>
      </p:sp>
    </p:spTree>
    <p:extLst>
      <p:ext uri="{BB962C8B-B14F-4D97-AF65-F5344CB8AC3E}">
        <p14:creationId xmlns:p14="http://schemas.microsoft.com/office/powerpoint/2010/main" val="1666662887"/>
      </p:ext>
    </p:extLst>
  </p:cSld>
  <p:clrMap bg1="lt1" tx1="dk1" bg2="dk2" tx2="lt2" accent1="accent1" accent2="accent2" accent3="accent3" accent4="accent4" accent5="accent5" accent6="accent6" hlink="hlink" folHlink="folHlink"/>
  <p:sldLayoutIdLst>
    <p:sldLayoutId id="2147484107" r:id="rId1"/>
    <p:sldLayoutId id="2147484108" r:id="rId2"/>
    <p:sldLayoutId id="2147484109" r:id="rId3"/>
    <p:sldLayoutId id="2147484110" r:id="rId4"/>
    <p:sldLayoutId id="2147484111" r:id="rId5"/>
    <p:sldLayoutId id="2147484112" r:id="rId6"/>
    <p:sldLayoutId id="2147484113" r:id="rId7"/>
    <p:sldLayoutId id="2147484114" r:id="rId8"/>
    <p:sldLayoutId id="2147484115" r:id="rId9"/>
    <p:sldLayoutId id="2147484116" r:id="rId10"/>
    <p:sldLayoutId id="2147484117" r:id="rId11"/>
    <p:sldLayoutId id="2147484118" r:id="rId12"/>
    <p:sldLayoutId id="2147484119" r:id="rId13"/>
    <p:sldLayoutId id="2147484120" r:id="rId14"/>
    <p:sldLayoutId id="2147484121" r:id="rId15"/>
    <p:sldLayoutId id="2147484122" r:id="rId16"/>
    <p:sldLayoutId id="2147484123" r:id="rId17"/>
    <p:sldLayoutId id="2147484124" r:id="rId18"/>
    <p:sldLayoutId id="2147484125" r:id="rId19"/>
    <p:sldLayoutId id="2147484126" r:id="rId20"/>
    <p:sldLayoutId id="2147484127" r:id="rId21"/>
    <p:sldLayoutId id="2147484128" r:id="rId22"/>
    <p:sldLayoutId id="2147484129" r:id="rId23"/>
    <p:sldLayoutId id="2147484130" r:id="rId24"/>
    <p:sldLayoutId id="2147484131" r:id="rId25"/>
    <p:sldLayoutId id="2147484132" r:id="rId26"/>
    <p:sldLayoutId id="2147484133" r:id="rId27"/>
    <p:sldLayoutId id="2147484134" r:id="rId28"/>
    <p:sldLayoutId id="2147484135" r:id="rId29"/>
    <p:sldLayoutId id="2147484136" r:id="rId30"/>
    <p:sldLayoutId id="2147484137" r:id="rId31"/>
    <p:sldLayoutId id="2147484138" r:id="rId32"/>
    <p:sldLayoutId id="2147484139" r:id="rId33"/>
    <p:sldLayoutId id="2147484140" r:id="rId34"/>
    <p:sldLayoutId id="2147484141" r:id="rId35"/>
    <p:sldLayoutId id="2147484142" r:id="rId36"/>
    <p:sldLayoutId id="2147484143" r:id="rId37"/>
    <p:sldLayoutId id="2147484144" r:id="rId38"/>
  </p:sldLayoutIdLst>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1">
            <a:lumMod val="65000"/>
            <a:lumOff val="35000"/>
          </a:schemeClr>
        </a:solidFill>
        <a:effectLst/>
      </p:bgPr>
    </p:bg>
    <p:spTree>
      <p:nvGrpSpPr>
        <p:cNvPr id="1" name="Shape 10440"/>
        <p:cNvGrpSpPr/>
        <p:nvPr/>
      </p:nvGrpSpPr>
      <p:grpSpPr>
        <a:xfrm>
          <a:off x="0" y="0"/>
          <a:ext cx="0" cy="0"/>
          <a:chOff x="0" y="0"/>
          <a:chExt cx="0" cy="0"/>
        </a:xfrm>
      </p:grpSpPr>
      <p:sp>
        <p:nvSpPr>
          <p:cNvPr id="10441" name="Google Shape;10441;p39"/>
          <p:cNvSpPr txBox="1">
            <a:spLocks noGrp="1"/>
          </p:cNvSpPr>
          <p:nvPr>
            <p:ph type="title"/>
          </p:nvPr>
        </p:nvSpPr>
        <p:spPr>
          <a:xfrm>
            <a:off x="1424133" y="1244600"/>
            <a:ext cx="93964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0442" name="Google Shape;10442;p39"/>
          <p:cNvSpPr txBox="1">
            <a:spLocks noGrp="1"/>
          </p:cNvSpPr>
          <p:nvPr>
            <p:ph type="body" idx="1"/>
          </p:nvPr>
        </p:nvSpPr>
        <p:spPr>
          <a:xfrm>
            <a:off x="1424133" y="2260600"/>
            <a:ext cx="93964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extLst>
      <p:ext uri="{BB962C8B-B14F-4D97-AF65-F5344CB8AC3E}">
        <p14:creationId xmlns:p14="http://schemas.microsoft.com/office/powerpoint/2010/main" val="840454619"/>
      </p:ext>
    </p:extLst>
  </p:cSld>
  <p:clrMap bg1="lt1" tx1="dk1" bg2="dk2" tx2="lt2" accent1="accent1" accent2="accent2" accent3="accent3" accent4="accent4" accent5="accent5" accent6="accent6" hlink="hlink" folHlink="folHlink"/>
  <p:sldLayoutIdLst>
    <p:sldLayoutId id="2147484146" r:id="rId1"/>
    <p:sldLayoutId id="2147484147" r:id="rId2"/>
    <p:sldLayoutId id="2147484148" r:id="rId3"/>
    <p:sldLayoutId id="2147484149" r:id="rId4"/>
  </p:sldLayoutIdLst>
  <p:hf hdr="0" ftr="0" dt="0"/>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96DE02C7-9340-1B90-C596-1BFBE8D26BF5}"/>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029DB96E-5E35-4975-9BA1-05BDD7CBD0C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A761EF89-0DEE-577B-0F17-C5F67288CC76}"/>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9CEA7AB-48D8-4C0C-804F-47F33345D653}" type="datetimeFigureOut">
              <a:rPr lang="en-IN" smtClean="0"/>
              <a:t>30-09-2025</a:t>
            </a:fld>
            <a:endParaRPr lang="en-IN"/>
          </a:p>
        </p:txBody>
      </p:sp>
      <p:sp>
        <p:nvSpPr>
          <p:cNvPr id="5" name="Footer Placeholder 4">
            <a:extLst>
              <a:ext uri="{FF2B5EF4-FFF2-40B4-BE49-F238E27FC236}">
                <a16:creationId xmlns:a16="http://schemas.microsoft.com/office/drawing/2014/main" id="{DF496200-C1AC-0977-C132-C539EE0FA3B2}"/>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IN"/>
          </a:p>
        </p:txBody>
      </p:sp>
      <p:sp>
        <p:nvSpPr>
          <p:cNvPr id="6" name="Slide Number Placeholder 5">
            <a:extLst>
              <a:ext uri="{FF2B5EF4-FFF2-40B4-BE49-F238E27FC236}">
                <a16:creationId xmlns:a16="http://schemas.microsoft.com/office/drawing/2014/main" id="{82BBF8A8-5932-0974-5B51-2B4449CC857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817DE0F-E67E-4DBA-B6B9-A87D7969BADE}" type="slidenum">
              <a:rPr lang="en-IN" smtClean="0"/>
              <a:t>‹#›</a:t>
            </a:fld>
            <a:endParaRPr lang="en-IN"/>
          </a:p>
        </p:txBody>
      </p:sp>
    </p:spTree>
    <p:extLst>
      <p:ext uri="{BB962C8B-B14F-4D97-AF65-F5344CB8AC3E}">
        <p14:creationId xmlns:p14="http://schemas.microsoft.com/office/powerpoint/2010/main" val="3865984110"/>
      </p:ext>
    </p:extLst>
  </p:cSld>
  <p:clrMap bg1="lt1" tx1="dk1" bg2="lt2" tx2="dk2" accent1="accent1" accent2="accent2" accent3="accent3" accent4="accent4" accent5="accent5" accent6="accent6" hlink="hlink" folHlink="folHlink"/>
  <p:sldLayoutIdLst>
    <p:sldLayoutId id="2147484175" r:id="rId1"/>
    <p:sldLayoutId id="2147484176" r:id="rId2"/>
    <p:sldLayoutId id="2147484177" r:id="rId3"/>
    <p:sldLayoutId id="2147484178" r:id="rId4"/>
    <p:sldLayoutId id="2147484179" r:id="rId5"/>
    <p:sldLayoutId id="2147484180" r:id="rId6"/>
    <p:sldLayoutId id="2147484181" r:id="rId7"/>
    <p:sldLayoutId id="2147484182" r:id="rId8"/>
    <p:sldLayoutId id="2147484183" r:id="rId9"/>
    <p:sldLayoutId id="2147484184" r:id="rId10"/>
    <p:sldLayoutId id="214748418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6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65.xml"/></Relationships>
</file>

<file path=ppt/slides/_rels/slide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6.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65.xml"/></Relationships>
</file>

<file path=ppt/slides/_rels/slide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60.xml"/></Relationships>
</file>

<file path=ppt/slides/_rels/slide8.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60.xml"/></Relationships>
</file>

<file path=ppt/slides/_rels/slide9.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65.xml"/></Relationships>
</file>

<file path=ppt/slides/_rels/slide10.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6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2.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65.xml"/></Relationships>
</file>

<file path=ppt/slides/_rels/slide13.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64.xml"/></Relationships>
</file>

<file path=ppt/slides/_rels/slide14.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1.xml"/><Relationship Id="rId1" Type="http://schemas.openxmlformats.org/officeDocument/2006/relationships/slideLayout" Target="../slideLayouts/slideLayout65.xml"/></Relationships>
</file>

<file path=ppt/slides/_rels/slide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04F303-9111-4DDE-2B58-5F4E6DD91EB0}"/>
              </a:ext>
            </a:extLst>
          </p:cNvPr>
          <p:cNvSpPr>
            <a:spLocks noGrp="1"/>
          </p:cNvSpPr>
          <p:nvPr>
            <p:ph type="ctrTitle" idx="4294967295"/>
          </p:nvPr>
        </p:nvSpPr>
        <p:spPr>
          <a:xfrm>
            <a:off x="1524000" y="1"/>
            <a:ext cx="10668000" cy="934064"/>
          </a:xfrm>
          <a:noFill/>
        </p:spPr>
        <p:txBody>
          <a:bodyPr>
            <a:normAutofit/>
          </a:bodyPr>
          <a:lstStyle/>
          <a:p>
            <a:pPr algn="just"/>
            <a:r>
              <a:rPr lang="en-IN" dirty="0"/>
              <a:t>       Zomato Restaurants Expansion </a:t>
            </a:r>
          </a:p>
        </p:txBody>
      </p:sp>
      <p:sp>
        <p:nvSpPr>
          <p:cNvPr id="3" name="Subtitle 2">
            <a:extLst>
              <a:ext uri="{FF2B5EF4-FFF2-40B4-BE49-F238E27FC236}">
                <a16:creationId xmlns:a16="http://schemas.microsoft.com/office/drawing/2014/main" id="{7601E620-2C32-8E33-B711-2CD9153A460A}"/>
              </a:ext>
            </a:extLst>
          </p:cNvPr>
          <p:cNvSpPr>
            <a:spLocks noGrp="1"/>
          </p:cNvSpPr>
          <p:nvPr>
            <p:ph type="subTitle" idx="4294967295"/>
          </p:nvPr>
        </p:nvSpPr>
        <p:spPr>
          <a:xfrm>
            <a:off x="7620000" y="3602038"/>
            <a:ext cx="4572000" cy="1655762"/>
          </a:xfrm>
        </p:spPr>
        <p:txBody>
          <a:bodyPr>
            <a:normAutofit/>
          </a:bodyPr>
          <a:lstStyle/>
          <a:p>
            <a:r>
              <a:rPr lang="en-IN" sz="3600" dirty="0"/>
              <a:t>Mohit Yadav</a:t>
            </a:r>
            <a:br>
              <a:rPr lang="en-IN" sz="3600" dirty="0"/>
            </a:br>
            <a:r>
              <a:rPr lang="en-IN" sz="3600" dirty="0"/>
              <a:t>25-Sep-2025</a:t>
            </a:r>
          </a:p>
        </p:txBody>
      </p:sp>
      <p:pic>
        <p:nvPicPr>
          <p:cNvPr id="4" name="Picture 3">
            <a:extLst>
              <a:ext uri="{FF2B5EF4-FFF2-40B4-BE49-F238E27FC236}">
                <a16:creationId xmlns:a16="http://schemas.microsoft.com/office/drawing/2014/main" id="{22525B69-FC72-14D5-55A2-98FCB77D91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844841"/>
            <a:ext cx="4916129" cy="5013159"/>
          </a:xfrm>
          <a:prstGeom prst="rect">
            <a:avLst/>
          </a:prstGeom>
        </p:spPr>
      </p:pic>
    </p:spTree>
    <p:extLst>
      <p:ext uri="{BB962C8B-B14F-4D97-AF65-F5344CB8AC3E}">
        <p14:creationId xmlns:p14="http://schemas.microsoft.com/office/powerpoint/2010/main" val="551243470"/>
      </p:ext>
    </p:extLst>
  </p:cSld>
  <p:clrMapOvr>
    <a:masterClrMapping/>
  </p:clrMapOvr>
  <p:transition spd="slow">
    <p:wip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DFDE16-343C-5872-FF37-248765308497}"/>
              </a:ext>
            </a:extLst>
          </p:cNvPr>
          <p:cNvSpPr>
            <a:spLocks noGrp="1"/>
          </p:cNvSpPr>
          <p:nvPr>
            <p:ph type="title" idx="4294967295"/>
          </p:nvPr>
        </p:nvSpPr>
        <p:spPr>
          <a:xfrm>
            <a:off x="0" y="365125"/>
            <a:ext cx="12192000" cy="1325563"/>
          </a:xfrm>
        </p:spPr>
        <p:txBody>
          <a:bodyPr>
            <a:normAutofit/>
          </a:bodyPr>
          <a:lstStyle/>
          <a:p>
            <a:pPr algn="just"/>
            <a:r>
              <a:rPr lang="en-IN" dirty="0"/>
              <a:t>                                About Zomato</a:t>
            </a:r>
          </a:p>
        </p:txBody>
      </p:sp>
      <p:sp>
        <p:nvSpPr>
          <p:cNvPr id="3" name="Content Placeholder 2">
            <a:extLst>
              <a:ext uri="{FF2B5EF4-FFF2-40B4-BE49-F238E27FC236}">
                <a16:creationId xmlns:a16="http://schemas.microsoft.com/office/drawing/2014/main" id="{269431FF-C84B-73E3-E20C-3E5A2AB6F070}"/>
              </a:ext>
            </a:extLst>
          </p:cNvPr>
          <p:cNvSpPr>
            <a:spLocks noGrp="1"/>
          </p:cNvSpPr>
          <p:nvPr>
            <p:ph idx="4294967295"/>
          </p:nvPr>
        </p:nvSpPr>
        <p:spPr>
          <a:xfrm>
            <a:off x="0" y="1690688"/>
            <a:ext cx="10515600" cy="4965700"/>
          </a:xfrm>
        </p:spPr>
        <p:txBody>
          <a:bodyPr>
            <a:normAutofit fontScale="77500" lnSpcReduction="20000"/>
          </a:bodyPr>
          <a:lstStyle/>
          <a:p>
            <a:r>
              <a:rPr lang="en-US" sz="2300" dirty="0"/>
              <a:t>🍽️ Founding &amp; Evolution</a:t>
            </a:r>
          </a:p>
          <a:p>
            <a:r>
              <a:rPr lang="en-US" sz="2300" b="1" dirty="0"/>
              <a:t>Founded in 2008</a:t>
            </a:r>
            <a:r>
              <a:rPr lang="en-US" sz="2300" dirty="0"/>
              <a:t> by </a:t>
            </a:r>
            <a:r>
              <a:rPr lang="en-US" sz="2300" i="1" dirty="0"/>
              <a:t>Deepinder Goyal</a:t>
            </a:r>
            <a:r>
              <a:rPr lang="en-US" sz="2300" dirty="0"/>
              <a:t> and </a:t>
            </a:r>
            <a:r>
              <a:rPr lang="en-US" sz="2300" i="1" dirty="0"/>
              <a:t>Pankaj </a:t>
            </a:r>
            <a:r>
              <a:rPr lang="en-US" sz="2600" i="1" dirty="0" err="1"/>
              <a:t>Chaddah</a:t>
            </a:r>
            <a:r>
              <a:rPr lang="en-US" sz="2300" dirty="0"/>
              <a:t> as </a:t>
            </a:r>
            <a:r>
              <a:rPr lang="en-US" sz="2300" b="1" dirty="0" err="1"/>
              <a:t>FoodieBay</a:t>
            </a:r>
            <a:r>
              <a:rPr lang="en-US" sz="2300" dirty="0"/>
              <a:t>, a restaurant directory in Delhi.</a:t>
            </a:r>
          </a:p>
          <a:p>
            <a:r>
              <a:rPr lang="en-US" sz="2300" dirty="0"/>
              <a:t>Rebranded to </a:t>
            </a:r>
            <a:r>
              <a:rPr lang="en-US" sz="2300" b="1" dirty="0"/>
              <a:t>Zomato</a:t>
            </a:r>
            <a:r>
              <a:rPr lang="en-US" sz="2300" dirty="0"/>
              <a:t> in 2010 to avoid confusion with eBay and to better reflect its food-centric identity.</a:t>
            </a:r>
          </a:p>
          <a:p>
            <a:r>
              <a:rPr lang="en-US" sz="2300" dirty="0"/>
              <a:t>Initially focused on restaurant listings, menus, and reviews before expanding into </a:t>
            </a:r>
            <a:r>
              <a:rPr lang="en-US" sz="2300" b="1" dirty="0"/>
              <a:t>food delivery</a:t>
            </a:r>
            <a:r>
              <a:rPr lang="en-US" sz="2300" dirty="0"/>
              <a:t> in 2015.</a:t>
            </a:r>
          </a:p>
          <a:p>
            <a:endParaRPr lang="en-US" sz="2300" dirty="0"/>
          </a:p>
          <a:p>
            <a:r>
              <a:rPr lang="en-US" sz="2300" dirty="0"/>
              <a:t>🌍 Global Reach</a:t>
            </a:r>
          </a:p>
          <a:p>
            <a:r>
              <a:rPr lang="en-US" sz="2300" dirty="0"/>
              <a:t>Operates in </a:t>
            </a:r>
            <a:r>
              <a:rPr lang="en-US" sz="2300" b="1" dirty="0"/>
              <a:t>over 10,000 cities across 24 countries</a:t>
            </a:r>
            <a:r>
              <a:rPr lang="en-US" sz="2300" dirty="0"/>
              <a:t>, including the UAE, UK, Philippines, and Qatar.</a:t>
            </a:r>
          </a:p>
          <a:p>
            <a:r>
              <a:rPr lang="en-US" sz="2300" dirty="0"/>
              <a:t>Offers services like </a:t>
            </a:r>
            <a:r>
              <a:rPr lang="en-US" sz="2300" b="1" dirty="0"/>
              <a:t>restaurant discovery</a:t>
            </a:r>
            <a:r>
              <a:rPr lang="en-US" sz="2300" dirty="0"/>
              <a:t>, </a:t>
            </a:r>
            <a:r>
              <a:rPr lang="en-US" sz="2300" b="1" dirty="0"/>
              <a:t>table reservations</a:t>
            </a:r>
            <a:r>
              <a:rPr lang="en-US" sz="2300" dirty="0"/>
              <a:t>, and </a:t>
            </a:r>
            <a:r>
              <a:rPr lang="en-US" sz="2300" b="1" dirty="0"/>
              <a:t>food delivery</a:t>
            </a:r>
            <a:r>
              <a:rPr lang="en-US" sz="2300" dirty="0"/>
              <a:t> in more than </a:t>
            </a:r>
            <a:r>
              <a:rPr lang="en-US" sz="2300" b="1" dirty="0"/>
              <a:t>800 Indian cities</a:t>
            </a:r>
            <a:r>
              <a:rPr lang="en-US" sz="2300" dirty="0"/>
              <a:t>.</a:t>
            </a:r>
          </a:p>
          <a:p>
            <a:endParaRPr lang="en-US" sz="2300" dirty="0"/>
          </a:p>
          <a:p>
            <a:r>
              <a:rPr lang="en-US" sz="2300" dirty="0"/>
              <a:t>📈 Business Milestones</a:t>
            </a:r>
          </a:p>
          <a:p>
            <a:r>
              <a:rPr lang="en-US" sz="2300" dirty="0"/>
              <a:t>Went </a:t>
            </a:r>
            <a:r>
              <a:rPr lang="en-US" sz="2300" b="1" dirty="0"/>
              <a:t>public in July 2021</a:t>
            </a:r>
            <a:r>
              <a:rPr lang="en-US" sz="2300" dirty="0"/>
              <a:t>, raising ₹9,372 crore through its IPO—oversubscribed nearly 38 times.</a:t>
            </a:r>
          </a:p>
          <a:p>
            <a:r>
              <a:rPr lang="en-US" sz="2300" dirty="0"/>
              <a:t>Became </a:t>
            </a:r>
            <a:r>
              <a:rPr lang="en-US" sz="2300" b="1" dirty="0"/>
              <a:t>profitable at the EBITDA level</a:t>
            </a:r>
            <a:r>
              <a:rPr lang="en-US" sz="2300" dirty="0"/>
              <a:t> in its food delivery segment post-2020, despite pandemic challenges.</a:t>
            </a:r>
          </a:p>
          <a:p>
            <a:r>
              <a:rPr lang="en-US" altLang="en-US" sz="2300" dirty="0">
                <a:latin typeface="Arial" panose="020B0604020202020204" pitchFamily="34" charset="0"/>
              </a:rPr>
              <a:t>Acquired </a:t>
            </a:r>
            <a:r>
              <a:rPr lang="en-US" altLang="en-US" sz="2300" b="1" dirty="0" err="1">
                <a:latin typeface="Arial" panose="020B0604020202020204" pitchFamily="34" charset="0"/>
              </a:rPr>
              <a:t>Urbanspoon</a:t>
            </a:r>
            <a:r>
              <a:rPr lang="en-US" altLang="en-US" sz="2300" dirty="0">
                <a:latin typeface="Arial" panose="020B0604020202020204" pitchFamily="34" charset="0"/>
              </a:rPr>
              <a:t> in 2015 to enter the U.S. and Australian markets. </a:t>
            </a:r>
          </a:p>
          <a:p>
            <a:endParaRPr lang="en-IN" dirty="0"/>
          </a:p>
        </p:txBody>
      </p:sp>
      <p:sp>
        <p:nvSpPr>
          <p:cNvPr id="22" name="Rectangle 18">
            <a:extLst>
              <a:ext uri="{FF2B5EF4-FFF2-40B4-BE49-F238E27FC236}">
                <a16:creationId xmlns:a16="http://schemas.microsoft.com/office/drawing/2014/main" id="{67911E4A-8C3D-742C-E8AF-CF3A5EC63F22}"/>
              </a:ext>
            </a:extLst>
          </p:cNvPr>
          <p:cNvSpPr>
            <a:spLocks noChangeArrowheads="1"/>
          </p:cNvSpPr>
          <p:nvPr/>
        </p:nvSpPr>
        <p:spPr bwMode="auto">
          <a:xfrm>
            <a:off x="0" y="62087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23" name="Rectangle 19">
            <a:extLst>
              <a:ext uri="{FF2B5EF4-FFF2-40B4-BE49-F238E27FC236}">
                <a16:creationId xmlns:a16="http://schemas.microsoft.com/office/drawing/2014/main" id="{2F7B2C29-5680-A224-33F7-F7756A89EC1F}"/>
              </a:ext>
            </a:extLst>
          </p:cNvPr>
          <p:cNvSpPr>
            <a:spLocks noChangeArrowheads="1"/>
          </p:cNvSpPr>
          <p:nvPr/>
        </p:nvSpPr>
        <p:spPr bwMode="auto">
          <a:xfrm>
            <a:off x="304800" y="-18365"/>
            <a:ext cx="24878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tabLst/>
            </a:pPr>
            <a:r>
              <a:rPr kumimoji="0" lang="en-US" altLang="en-US" sz="1800" b="0" i="0" u="none" strike="noStrike" cap="none" normalizeH="0" baseline="0" dirty="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674195491"/>
      </p:ext>
    </p:extLst>
  </p:cSld>
  <p:clrMapOvr>
    <a:masterClrMapping/>
  </p:clrMapOvr>
  <p:transition spd="slow">
    <p:wip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9EF5D2-8B2B-DC29-56C0-187D67382222}"/>
              </a:ext>
            </a:extLst>
          </p:cNvPr>
          <p:cNvSpPr>
            <a:spLocks noGrp="1"/>
          </p:cNvSpPr>
          <p:nvPr>
            <p:ph type="title" idx="4294967295"/>
          </p:nvPr>
        </p:nvSpPr>
        <p:spPr>
          <a:xfrm>
            <a:off x="0" y="0"/>
            <a:ext cx="10515600" cy="1139825"/>
          </a:xfrm>
        </p:spPr>
        <p:txBody>
          <a:bodyPr/>
          <a:lstStyle/>
          <a:p>
            <a:pPr algn="ctr"/>
            <a:r>
              <a:rPr lang="en-IN" dirty="0"/>
              <a:t>                    How Zomato Works</a:t>
            </a:r>
          </a:p>
        </p:txBody>
      </p:sp>
      <p:pic>
        <p:nvPicPr>
          <p:cNvPr id="4" name="Content Placeholder 11">
            <a:extLst>
              <a:ext uri="{FF2B5EF4-FFF2-40B4-BE49-F238E27FC236}">
                <a16:creationId xmlns:a16="http://schemas.microsoft.com/office/drawing/2014/main" id="{DF977E98-33A1-287C-4A9F-EB85E10EEF97}"/>
              </a:ext>
            </a:extLst>
          </p:cNvPr>
          <p:cNvPicPr>
            <a:picLocks noGrp="1" noChangeAspect="1"/>
          </p:cNvPicPr>
          <p:nvPr>
            <p:ph idx="4294967295"/>
          </p:nvPr>
        </p:nvPicPr>
        <p:blipFill>
          <a:blip r:embed="rId2">
            <a:extLst>
              <a:ext uri="{28A0092B-C50C-407E-A947-70E740481C1C}">
                <a14:useLocalDpi xmlns:a14="http://schemas.microsoft.com/office/drawing/2010/main" val="0"/>
              </a:ext>
            </a:extLst>
          </a:blip>
          <a:stretch>
            <a:fillRect/>
          </a:stretch>
        </p:blipFill>
        <p:spPr>
          <a:xfrm>
            <a:off x="2674271" y="909638"/>
            <a:ext cx="7108825" cy="5948362"/>
          </a:xfrm>
          <a:prstGeom prst="rect">
            <a:avLst/>
          </a:prstGeom>
        </p:spPr>
      </p:pic>
    </p:spTree>
    <p:extLst>
      <p:ext uri="{BB962C8B-B14F-4D97-AF65-F5344CB8AC3E}">
        <p14:creationId xmlns:p14="http://schemas.microsoft.com/office/powerpoint/2010/main" val="340012250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0E58B44A-D17F-D4DE-1847-91C786CEC3D3}"/>
              </a:ext>
            </a:extLst>
          </p:cNvPr>
          <p:cNvSpPr txBox="1"/>
          <p:nvPr/>
        </p:nvSpPr>
        <p:spPr>
          <a:xfrm>
            <a:off x="0" y="1"/>
            <a:ext cx="12192000" cy="1631216"/>
          </a:xfrm>
          <a:prstGeom prst="rect">
            <a:avLst/>
          </a:prstGeom>
          <a:noFill/>
        </p:spPr>
        <p:txBody>
          <a:bodyPr wrap="square">
            <a:spAutoFit/>
          </a:bodyPr>
          <a:lstStyle/>
          <a:p>
            <a:pPr algn="ctr" rtl="0">
              <a:buNone/>
            </a:pPr>
            <a:r>
              <a:rPr lang="en-US" sz="4000" i="0" u="none" strike="noStrike" dirty="0">
                <a:solidFill>
                  <a:srgbClr val="000000"/>
                </a:solidFill>
                <a:effectLst/>
                <a:latin typeface="+mj-lt"/>
              </a:rPr>
              <a:t>Problem Statement</a:t>
            </a:r>
            <a:endParaRPr lang="en-US" sz="4000" dirty="0">
              <a:effectLst/>
              <a:latin typeface="+mj-lt"/>
            </a:endParaRPr>
          </a:p>
          <a:p>
            <a:pPr>
              <a:buNone/>
            </a:pPr>
            <a:br>
              <a:rPr lang="en-US" sz="2000" b="0" dirty="0">
                <a:effectLst/>
              </a:rPr>
            </a:br>
            <a:r>
              <a:rPr lang="en-US" sz="2000" b="0" i="0" u="none" strike="noStrike" dirty="0">
                <a:solidFill>
                  <a:srgbClr val="000000"/>
                </a:solidFill>
                <a:effectLst/>
                <a:latin typeface="Lato" panose="020F0502020204030203" pitchFamily="34" charset="0"/>
              </a:rPr>
              <a:t>You are hired as a consultant data analyst by </a:t>
            </a:r>
            <a:r>
              <a:rPr lang="en-US" sz="2000" b="0" i="0" u="none" strike="noStrike" dirty="0" err="1">
                <a:solidFill>
                  <a:srgbClr val="000000"/>
                </a:solidFill>
                <a:effectLst/>
                <a:latin typeface="Lato" panose="020F0502020204030203" pitchFamily="34" charset="0"/>
              </a:rPr>
              <a:t>zomato</a:t>
            </a:r>
            <a:r>
              <a:rPr lang="en-US" sz="2000" b="0" i="0" u="none" strike="noStrike" dirty="0">
                <a:solidFill>
                  <a:srgbClr val="000000"/>
                </a:solidFill>
                <a:effectLst/>
                <a:latin typeface="Lato" panose="020F0502020204030203" pitchFamily="34" charset="0"/>
              </a:rPr>
              <a:t> where the team is looking for expansion and</a:t>
            </a:r>
            <a:r>
              <a:rPr lang="en-US" sz="2000" b="1" i="0" u="none" strike="noStrike" dirty="0">
                <a:solidFill>
                  <a:srgbClr val="000000"/>
                </a:solidFill>
                <a:effectLst/>
                <a:latin typeface="Lato" panose="020F0502020204030203" pitchFamily="34" charset="0"/>
              </a:rPr>
              <a:t> </a:t>
            </a:r>
            <a:r>
              <a:rPr lang="en-US" sz="2000" b="0" i="0" u="none" strike="noStrike" dirty="0">
                <a:solidFill>
                  <a:srgbClr val="000000"/>
                </a:solidFill>
                <a:effectLst/>
                <a:latin typeface="Lato" panose="020F0502020204030203" pitchFamily="34" charset="0"/>
              </a:rPr>
              <a:t>opening restaurants. Your task is to come up with strategies/suggestions about opening newer restaurants.</a:t>
            </a:r>
            <a:endParaRPr lang="en-IN" sz="2000" dirty="0"/>
          </a:p>
        </p:txBody>
      </p:sp>
      <p:pic>
        <p:nvPicPr>
          <p:cNvPr id="6" name="Content Placeholder 4">
            <a:extLst>
              <a:ext uri="{FF2B5EF4-FFF2-40B4-BE49-F238E27FC236}">
                <a16:creationId xmlns:a16="http://schemas.microsoft.com/office/drawing/2014/main" id="{5D41FAB1-6385-AE06-F17A-B0EF89B771EE}"/>
              </a:ext>
            </a:extLst>
          </p:cNvPr>
          <p:cNvPicPr>
            <a:picLocks noChangeAspect="1"/>
          </p:cNvPicPr>
          <p:nvPr/>
        </p:nvPicPr>
        <p:blipFill>
          <a:blip r:embed="rId2"/>
          <a:stretch>
            <a:fillRect/>
          </a:stretch>
        </p:blipFill>
        <p:spPr>
          <a:xfrm>
            <a:off x="0" y="1946787"/>
            <a:ext cx="12192000" cy="4911213"/>
          </a:xfrm>
          <a:prstGeom prst="rect">
            <a:avLst/>
          </a:prstGeom>
        </p:spPr>
      </p:pic>
    </p:spTree>
    <p:extLst>
      <p:ext uri="{BB962C8B-B14F-4D97-AF65-F5344CB8AC3E}">
        <p14:creationId xmlns:p14="http://schemas.microsoft.com/office/powerpoint/2010/main" val="310904652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750DD5-2C1B-84C2-CDCA-0A492DDD6D02}"/>
              </a:ext>
            </a:extLst>
          </p:cNvPr>
          <p:cNvSpPr>
            <a:spLocks noGrp="1"/>
          </p:cNvSpPr>
          <p:nvPr>
            <p:ph type="title" idx="4294967295"/>
          </p:nvPr>
        </p:nvSpPr>
        <p:spPr>
          <a:xfrm>
            <a:off x="0" y="0"/>
            <a:ext cx="10515600" cy="1228725"/>
          </a:xfrm>
        </p:spPr>
        <p:txBody>
          <a:bodyPr/>
          <a:lstStyle/>
          <a:p>
            <a:r>
              <a:rPr lang="en-IN" dirty="0"/>
              <a:t>                                 Data Overview</a:t>
            </a:r>
          </a:p>
        </p:txBody>
      </p:sp>
      <p:sp>
        <p:nvSpPr>
          <p:cNvPr id="3" name="Content Placeholder 2">
            <a:extLst>
              <a:ext uri="{FF2B5EF4-FFF2-40B4-BE49-F238E27FC236}">
                <a16:creationId xmlns:a16="http://schemas.microsoft.com/office/drawing/2014/main" id="{A9FC8EF7-F4E9-EE5E-B640-177A30E2F41C}"/>
              </a:ext>
            </a:extLst>
          </p:cNvPr>
          <p:cNvSpPr>
            <a:spLocks noGrp="1"/>
          </p:cNvSpPr>
          <p:nvPr>
            <p:ph idx="4294967295"/>
          </p:nvPr>
        </p:nvSpPr>
        <p:spPr>
          <a:xfrm>
            <a:off x="0" y="1228725"/>
            <a:ext cx="10515600" cy="4948238"/>
          </a:xfrm>
        </p:spPr>
        <p:txBody>
          <a:bodyPr>
            <a:normAutofit/>
          </a:bodyPr>
          <a:lstStyle/>
          <a:p>
            <a:r>
              <a:rPr lang="en-US" sz="2400" dirty="0"/>
              <a:t>The dataset serves as a critical foundation for strategic analysis, offering comprehensive insights into restaurant operations, geographic distribution, service offerings, pricing structures, and customer engagement metrics. Leveraging this data enables the identification of emerging market trends, supports data-driven decision-making, and informs the optimization of expansion strategies across target regions.</a:t>
            </a:r>
          </a:p>
          <a:p>
            <a:pPr marL="0" indent="0">
              <a:buNone/>
            </a:pPr>
            <a:br>
              <a:rPr lang="en-US" sz="1800" dirty="0"/>
            </a:br>
            <a:br>
              <a:rPr lang="en-US" sz="1800" dirty="0"/>
            </a:br>
            <a:r>
              <a:rPr lang="en-US" sz="1800" dirty="0"/>
              <a:t>Key Data Elements – </a:t>
            </a:r>
          </a:p>
          <a:p>
            <a:r>
              <a:rPr lang="en-US" sz="1800" dirty="0"/>
              <a:t>Restaurant Details: ID, name, and address</a:t>
            </a:r>
          </a:p>
          <a:p>
            <a:r>
              <a:rPr lang="en-US" sz="1800" dirty="0"/>
              <a:t>Location Info: City, country, and map coordinates</a:t>
            </a:r>
          </a:p>
          <a:p>
            <a:r>
              <a:rPr lang="en-US" sz="1800" dirty="0"/>
              <a:t>Cuisine &amp; Services: Types of cuisine, delivery availability, and table booking options</a:t>
            </a:r>
          </a:p>
          <a:p>
            <a:r>
              <a:rPr lang="en-US" sz="1800" dirty="0"/>
              <a:t>Pricing &amp; Ratings: Price range, average cost for two, customer ratings, and vote counts</a:t>
            </a:r>
          </a:p>
          <a:p>
            <a:r>
              <a:rPr lang="en-US" sz="1800" dirty="0"/>
              <a:t>Opening Dates: Useful for spotting market entry trends over time</a:t>
            </a:r>
          </a:p>
          <a:p>
            <a:endParaRPr lang="en-IN" sz="1800" dirty="0"/>
          </a:p>
        </p:txBody>
      </p:sp>
    </p:spTree>
    <p:extLst>
      <p:ext uri="{BB962C8B-B14F-4D97-AF65-F5344CB8AC3E}">
        <p14:creationId xmlns:p14="http://schemas.microsoft.com/office/powerpoint/2010/main" val="184390740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11F7E177-183E-D4EF-2D71-4214F0BBF195}"/>
              </a:ext>
            </a:extLst>
          </p:cNvPr>
          <p:cNvSpPr txBox="1"/>
          <p:nvPr/>
        </p:nvSpPr>
        <p:spPr>
          <a:xfrm>
            <a:off x="1" y="4847755"/>
            <a:ext cx="11838038" cy="1477328"/>
          </a:xfrm>
          <a:prstGeom prst="rect">
            <a:avLst/>
          </a:prstGeom>
          <a:noFill/>
        </p:spPr>
        <p:txBody>
          <a:bodyPr wrap="square">
            <a:spAutoFit/>
          </a:bodyPr>
          <a:lstStyle/>
          <a:p>
            <a:pPr marL="285750" indent="-285750">
              <a:buFont typeface="Arial" panose="020B0604020202020204" pitchFamily="34" charset="0"/>
              <a:buChar char="•"/>
            </a:pPr>
            <a:r>
              <a:rPr lang="en-US" sz="1600" dirty="0">
                <a:solidFill>
                  <a:schemeClr val="tx1">
                    <a:lumMod val="95000"/>
                    <a:lumOff val="5000"/>
                  </a:schemeClr>
                </a:solidFill>
              </a:rPr>
              <a:t>The dataset comprises a total of 9,527 restaurant entries, with India representing the dominant share—8,643 listings, accounting for over 90% of the total data while Canada has only 4 restaurant.</a:t>
            </a:r>
            <a:br>
              <a:rPr lang="en-US" sz="1600" dirty="0">
                <a:solidFill>
                  <a:schemeClr val="tx1">
                    <a:lumMod val="95000"/>
                    <a:lumOff val="5000"/>
                  </a:schemeClr>
                </a:solidFill>
              </a:rPr>
            </a:br>
            <a:br>
              <a:rPr lang="en-US" sz="1600" dirty="0">
                <a:solidFill>
                  <a:schemeClr val="tx1">
                    <a:lumMod val="95000"/>
                    <a:lumOff val="5000"/>
                  </a:schemeClr>
                </a:solidFill>
              </a:rPr>
            </a:br>
            <a:br>
              <a:rPr lang="en-US" dirty="0"/>
            </a:br>
            <a:br>
              <a:rPr lang="en-US" dirty="0"/>
            </a:br>
            <a:endParaRPr lang="en-US" dirty="0"/>
          </a:p>
        </p:txBody>
      </p:sp>
      <p:graphicFrame>
        <p:nvGraphicFramePr>
          <p:cNvPr id="13" name="Content Placeholder 12">
            <a:extLst>
              <a:ext uri="{FF2B5EF4-FFF2-40B4-BE49-F238E27FC236}">
                <a16:creationId xmlns:a16="http://schemas.microsoft.com/office/drawing/2014/main" id="{EC47386C-331D-3A01-A98A-68707E1C0E10}"/>
              </a:ext>
            </a:extLst>
          </p:cNvPr>
          <p:cNvGraphicFramePr>
            <a:graphicFrameLocks noGrp="1"/>
          </p:cNvGraphicFramePr>
          <p:nvPr>
            <p:ph idx="4294967295"/>
            <p:extLst>
              <p:ext uri="{D42A27DB-BD31-4B8C-83A1-F6EECF244321}">
                <p14:modId xmlns:p14="http://schemas.microsoft.com/office/powerpoint/2010/main" val="999146083"/>
              </p:ext>
            </p:extLst>
          </p:nvPr>
        </p:nvGraphicFramePr>
        <p:xfrm>
          <a:off x="0" y="96838"/>
          <a:ext cx="10515600" cy="4505325"/>
        </p:xfrm>
        <a:graphic>
          <a:graphicData uri="http://schemas.openxmlformats.org/drawingml/2006/chart">
            <c:chart xmlns:c="http://schemas.openxmlformats.org/drawingml/2006/chart" xmlns:r="http://schemas.openxmlformats.org/officeDocument/2006/relationships" r:id="rId2"/>
          </a:graphicData>
        </a:graphic>
      </p:graphicFrame>
      <p:sp>
        <p:nvSpPr>
          <p:cNvPr id="3" name="TextBox 2">
            <a:extLst>
              <a:ext uri="{FF2B5EF4-FFF2-40B4-BE49-F238E27FC236}">
                <a16:creationId xmlns:a16="http://schemas.microsoft.com/office/drawing/2014/main" id="{B9441163-AE6B-88D6-C4E6-DE94FC327CAD}"/>
              </a:ext>
            </a:extLst>
          </p:cNvPr>
          <p:cNvSpPr txBox="1"/>
          <p:nvPr/>
        </p:nvSpPr>
        <p:spPr>
          <a:xfrm>
            <a:off x="-1" y="5501392"/>
            <a:ext cx="11838038" cy="584775"/>
          </a:xfrm>
          <a:prstGeom prst="rect">
            <a:avLst/>
          </a:prstGeom>
          <a:noFill/>
        </p:spPr>
        <p:txBody>
          <a:bodyPr wrap="square">
            <a:spAutoFit/>
          </a:bodyPr>
          <a:lstStyle/>
          <a:p>
            <a:pPr marL="285750" indent="-285750">
              <a:buFont typeface="Arial" panose="020B0604020202020204" pitchFamily="34" charset="0"/>
              <a:buChar char="•"/>
            </a:pPr>
            <a:r>
              <a:rPr lang="en-US" sz="1600" dirty="0"/>
              <a:t>Established markets—including the United States (419 restaurants) and India (8,643 restaurants)—demonstrate consistent growth and operational maturity within the restaurant sector..</a:t>
            </a:r>
            <a:endParaRPr lang="en-IN" sz="1600" dirty="0"/>
          </a:p>
        </p:txBody>
      </p:sp>
    </p:spTree>
    <p:extLst>
      <p:ext uri="{BB962C8B-B14F-4D97-AF65-F5344CB8AC3E}">
        <p14:creationId xmlns:p14="http://schemas.microsoft.com/office/powerpoint/2010/main" val="118000392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9BBD57C0-D370-B2F8-5E4F-60F518D7CE58}"/>
              </a:ext>
            </a:extLst>
          </p:cNvPr>
          <p:cNvSpPr>
            <a:spLocks noGrp="1"/>
          </p:cNvSpPr>
          <p:nvPr>
            <p:ph type="title"/>
          </p:nvPr>
        </p:nvSpPr>
        <p:spPr>
          <a:xfrm>
            <a:off x="838200" y="1"/>
            <a:ext cx="10515600" cy="835741"/>
          </a:xfrm>
        </p:spPr>
        <p:txBody>
          <a:bodyPr>
            <a:normAutofit/>
          </a:bodyPr>
          <a:lstStyle/>
          <a:p>
            <a:pPr algn="ctr"/>
            <a:r>
              <a:rPr lang="en-IN" sz="4000" dirty="0"/>
              <a:t>Average Rating</a:t>
            </a:r>
          </a:p>
        </p:txBody>
      </p:sp>
      <p:graphicFrame>
        <p:nvGraphicFramePr>
          <p:cNvPr id="14" name="Content Placeholder 13">
            <a:extLst>
              <a:ext uri="{FF2B5EF4-FFF2-40B4-BE49-F238E27FC236}">
                <a16:creationId xmlns:a16="http://schemas.microsoft.com/office/drawing/2014/main" id="{29AE8F46-ABFA-0843-2B19-84E980E73CF0}"/>
              </a:ext>
            </a:extLst>
          </p:cNvPr>
          <p:cNvGraphicFramePr>
            <a:graphicFrameLocks noGrp="1"/>
          </p:cNvGraphicFramePr>
          <p:nvPr>
            <p:ph idx="1"/>
            <p:extLst>
              <p:ext uri="{D42A27DB-BD31-4B8C-83A1-F6EECF244321}">
                <p14:modId xmlns:p14="http://schemas.microsoft.com/office/powerpoint/2010/main" val="1998941126"/>
              </p:ext>
            </p:extLst>
          </p:nvPr>
        </p:nvGraphicFramePr>
        <p:xfrm>
          <a:off x="612058" y="835742"/>
          <a:ext cx="10515600" cy="3972232"/>
        </p:xfrm>
        <a:graphic>
          <a:graphicData uri="http://schemas.openxmlformats.org/drawingml/2006/chart">
            <c:chart xmlns:c="http://schemas.openxmlformats.org/drawingml/2006/chart" xmlns:r="http://schemas.openxmlformats.org/officeDocument/2006/relationships" r:id="rId2"/>
          </a:graphicData>
        </a:graphic>
      </p:graphicFrame>
      <p:sp>
        <p:nvSpPr>
          <p:cNvPr id="10" name="TextBox 9">
            <a:extLst>
              <a:ext uri="{FF2B5EF4-FFF2-40B4-BE49-F238E27FC236}">
                <a16:creationId xmlns:a16="http://schemas.microsoft.com/office/drawing/2014/main" id="{B0213DFD-A0A7-277D-4A27-8FA101FE5F72}"/>
              </a:ext>
            </a:extLst>
          </p:cNvPr>
          <p:cNvSpPr txBox="1"/>
          <p:nvPr/>
        </p:nvSpPr>
        <p:spPr>
          <a:xfrm>
            <a:off x="0" y="4807974"/>
            <a:ext cx="12192000" cy="1754326"/>
          </a:xfrm>
          <a:prstGeom prst="rect">
            <a:avLst/>
          </a:prstGeom>
          <a:noFill/>
        </p:spPr>
        <p:txBody>
          <a:bodyPr wrap="square">
            <a:spAutoFit/>
          </a:bodyPr>
          <a:lstStyle/>
          <a:p>
            <a:pPr marL="285750" indent="-285750">
              <a:buFont typeface="Arial" panose="020B0604020202020204" pitchFamily="34" charset="0"/>
              <a:buChar char="•"/>
            </a:pPr>
            <a:r>
              <a:rPr lang="en-US" sz="1600" dirty="0"/>
              <a:t>The Philippines (4.47), Indonesia (4.30), and Turkey (4.30) lead in average restaurant ratings, reflecting strong customer satisfaction and positive brand perception. In contrast, India registers the lowest average rating (2.77), suggesting potential gaps in service quality or alignment with customer expectations.</a:t>
            </a:r>
            <a:br>
              <a:rPr lang="en-US" sz="1600" dirty="0"/>
            </a:br>
            <a:endParaRPr lang="en-US" sz="1600" dirty="0"/>
          </a:p>
          <a:p>
            <a:pPr marL="285750" indent="-285750">
              <a:buFont typeface="Arial" panose="020B0604020202020204" pitchFamily="34" charset="0"/>
              <a:buChar char="•"/>
            </a:pPr>
            <a:r>
              <a:rPr lang="en-US" sz="1600" dirty="0"/>
              <a:t> Most countries fall within the </a:t>
            </a:r>
            <a:r>
              <a:rPr lang="en-US" sz="1600" b="1" dirty="0"/>
              <a:t>3.5 to 4.3 rating range</a:t>
            </a:r>
            <a:r>
              <a:rPr lang="en-US" sz="1600" dirty="0"/>
              <a:t>, indicating generally favorable customer experiences across markets. </a:t>
            </a:r>
          </a:p>
          <a:p>
            <a:pPr>
              <a:buNone/>
            </a:pPr>
            <a:br>
              <a:rPr lang="en-US" dirty="0"/>
            </a:br>
            <a:endParaRPr lang="en-US" dirty="0"/>
          </a:p>
        </p:txBody>
      </p:sp>
    </p:spTree>
    <p:extLst>
      <p:ext uri="{BB962C8B-B14F-4D97-AF65-F5344CB8AC3E}">
        <p14:creationId xmlns:p14="http://schemas.microsoft.com/office/powerpoint/2010/main" val="17634567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CD3FFB7-A659-6451-BAE2-DF015B15DF70}"/>
              </a:ext>
            </a:extLst>
          </p:cNvPr>
          <p:cNvSpPr>
            <a:spLocks noGrp="1"/>
          </p:cNvSpPr>
          <p:nvPr>
            <p:ph type="title"/>
          </p:nvPr>
        </p:nvSpPr>
        <p:spPr>
          <a:xfrm>
            <a:off x="838200" y="1"/>
            <a:ext cx="10515600" cy="1071715"/>
          </a:xfrm>
        </p:spPr>
        <p:txBody>
          <a:bodyPr>
            <a:normAutofit/>
          </a:bodyPr>
          <a:lstStyle/>
          <a:p>
            <a:pPr algn="ctr"/>
            <a:r>
              <a:rPr lang="en-IN" sz="4000" dirty="0"/>
              <a:t>Year Wise Restaurants Opening</a:t>
            </a:r>
          </a:p>
        </p:txBody>
      </p:sp>
      <p:graphicFrame>
        <p:nvGraphicFramePr>
          <p:cNvPr id="19" name="Content Placeholder 18">
            <a:extLst>
              <a:ext uri="{FF2B5EF4-FFF2-40B4-BE49-F238E27FC236}">
                <a16:creationId xmlns:a16="http://schemas.microsoft.com/office/drawing/2014/main" id="{E782F88B-13D9-9763-9420-CD8529410DCC}"/>
              </a:ext>
            </a:extLst>
          </p:cNvPr>
          <p:cNvGraphicFramePr>
            <a:graphicFrameLocks noGrp="1"/>
          </p:cNvGraphicFramePr>
          <p:nvPr>
            <p:ph idx="1"/>
            <p:extLst>
              <p:ext uri="{D42A27DB-BD31-4B8C-83A1-F6EECF244321}">
                <p14:modId xmlns:p14="http://schemas.microsoft.com/office/powerpoint/2010/main" val="2504381521"/>
              </p:ext>
            </p:extLst>
          </p:nvPr>
        </p:nvGraphicFramePr>
        <p:xfrm>
          <a:off x="720213" y="825911"/>
          <a:ext cx="10515600" cy="3608438"/>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14300B1F-0ADE-7F89-413B-DAA880DF8391}"/>
              </a:ext>
            </a:extLst>
          </p:cNvPr>
          <p:cNvSpPr txBox="1"/>
          <p:nvPr/>
        </p:nvSpPr>
        <p:spPr>
          <a:xfrm>
            <a:off x="0" y="4693460"/>
            <a:ext cx="12270658" cy="584775"/>
          </a:xfrm>
          <a:prstGeom prst="rect">
            <a:avLst/>
          </a:prstGeom>
          <a:noFill/>
        </p:spPr>
        <p:txBody>
          <a:bodyPr wrap="square">
            <a:spAutoFit/>
          </a:bodyPr>
          <a:lstStyle/>
          <a:p>
            <a:pPr marL="285750" indent="-285750">
              <a:buFont typeface="Arial" panose="020B0604020202020204" pitchFamily="34" charset="0"/>
              <a:buChar char="•"/>
            </a:pPr>
            <a:r>
              <a:rPr lang="en-US" sz="1600" dirty="0"/>
              <a:t>From 2010 to 2018, the restaurant industry saw steady growth with 1,000+ new openings annually, reflecting strong investor confidence and robust market demand.</a:t>
            </a:r>
          </a:p>
        </p:txBody>
      </p:sp>
      <p:sp>
        <p:nvSpPr>
          <p:cNvPr id="8" name="TextBox 7">
            <a:extLst>
              <a:ext uri="{FF2B5EF4-FFF2-40B4-BE49-F238E27FC236}">
                <a16:creationId xmlns:a16="http://schemas.microsoft.com/office/drawing/2014/main" id="{E0E7856A-17F0-0193-4C5C-C67448B095D0}"/>
              </a:ext>
            </a:extLst>
          </p:cNvPr>
          <p:cNvSpPr txBox="1"/>
          <p:nvPr/>
        </p:nvSpPr>
        <p:spPr>
          <a:xfrm>
            <a:off x="0" y="5671120"/>
            <a:ext cx="12192000" cy="584775"/>
          </a:xfrm>
          <a:prstGeom prst="rect">
            <a:avLst/>
          </a:prstGeom>
          <a:noFill/>
        </p:spPr>
        <p:txBody>
          <a:bodyPr wrap="square">
            <a:spAutoFit/>
          </a:bodyPr>
          <a:lstStyle/>
          <a:p>
            <a:pPr marL="285750" indent="-285750">
              <a:buFont typeface="Arial" panose="020B0604020202020204" pitchFamily="34" charset="0"/>
              <a:buChar char="•"/>
            </a:pPr>
            <a:r>
              <a:rPr lang="en-US" sz="1600" dirty="0"/>
              <a:t>Recognizing this growth trend enables strategic market entry, demand forecasting, and competitive benchmarking across high-potential geographies.</a:t>
            </a:r>
          </a:p>
        </p:txBody>
      </p:sp>
    </p:spTree>
    <p:extLst>
      <p:ext uri="{BB962C8B-B14F-4D97-AF65-F5344CB8AC3E}">
        <p14:creationId xmlns:p14="http://schemas.microsoft.com/office/powerpoint/2010/main" val="187499607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9114117-6CFB-47C8-28B4-C7B2F53AA958}"/>
              </a:ext>
            </a:extLst>
          </p:cNvPr>
          <p:cNvSpPr txBox="1"/>
          <p:nvPr/>
        </p:nvSpPr>
        <p:spPr>
          <a:xfrm>
            <a:off x="3126658" y="101751"/>
            <a:ext cx="8111612" cy="707886"/>
          </a:xfrm>
          <a:prstGeom prst="rect">
            <a:avLst/>
          </a:prstGeom>
          <a:noFill/>
        </p:spPr>
        <p:txBody>
          <a:bodyPr wrap="square">
            <a:spAutoFit/>
          </a:bodyPr>
          <a:lstStyle/>
          <a:p>
            <a:r>
              <a:rPr lang="en-US" sz="4000" dirty="0">
                <a:latin typeface="+mj-lt"/>
              </a:rPr>
              <a:t>Table Booking Distribution</a:t>
            </a:r>
            <a:endParaRPr lang="en-IN" sz="4000" dirty="0">
              <a:latin typeface="+mj-lt"/>
            </a:endParaRPr>
          </a:p>
        </p:txBody>
      </p:sp>
      <p:graphicFrame>
        <p:nvGraphicFramePr>
          <p:cNvPr id="5" name="Chart 4">
            <a:extLst>
              <a:ext uri="{FF2B5EF4-FFF2-40B4-BE49-F238E27FC236}">
                <a16:creationId xmlns:a16="http://schemas.microsoft.com/office/drawing/2014/main" id="{FB59DEAE-4EBA-ABB6-2498-A61DECB1774D}"/>
              </a:ext>
            </a:extLst>
          </p:cNvPr>
          <p:cNvGraphicFramePr/>
          <p:nvPr>
            <p:extLst>
              <p:ext uri="{D42A27DB-BD31-4B8C-83A1-F6EECF244321}">
                <p14:modId xmlns:p14="http://schemas.microsoft.com/office/powerpoint/2010/main" val="326480287"/>
              </p:ext>
            </p:extLst>
          </p:nvPr>
        </p:nvGraphicFramePr>
        <p:xfrm>
          <a:off x="2071329" y="809637"/>
          <a:ext cx="7800258" cy="3519768"/>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FC0E8FBB-FF86-3975-440B-086F6801D908}"/>
              </a:ext>
            </a:extLst>
          </p:cNvPr>
          <p:cNvSpPr txBox="1"/>
          <p:nvPr/>
        </p:nvSpPr>
        <p:spPr>
          <a:xfrm>
            <a:off x="1" y="4778043"/>
            <a:ext cx="12575456" cy="1077218"/>
          </a:xfrm>
          <a:prstGeom prst="rect">
            <a:avLst/>
          </a:prstGeom>
          <a:noFill/>
        </p:spPr>
        <p:txBody>
          <a:bodyPr wrap="square">
            <a:spAutoFit/>
          </a:bodyPr>
          <a:lstStyle/>
          <a:p>
            <a:pPr marL="285750" indent="-285750">
              <a:buFont typeface="Arial" panose="020B0604020202020204" pitchFamily="34" charset="0"/>
              <a:buChar char="•"/>
            </a:pPr>
            <a:r>
              <a:rPr lang="en-US" sz="1600" dirty="0"/>
              <a:t>88% lack reservations—adding one boosts experience and differentiation.</a:t>
            </a:r>
            <a:br>
              <a:rPr lang="en-US" sz="1600" dirty="0"/>
            </a:br>
            <a:br>
              <a:rPr lang="en-US" sz="1600" dirty="0"/>
            </a:br>
            <a:br>
              <a:rPr lang="en-US" sz="1600" dirty="0"/>
            </a:br>
            <a:endParaRPr lang="en-IN" sz="1600" dirty="0"/>
          </a:p>
        </p:txBody>
      </p:sp>
      <p:sp>
        <p:nvSpPr>
          <p:cNvPr id="8" name="TextBox 7">
            <a:extLst>
              <a:ext uri="{FF2B5EF4-FFF2-40B4-BE49-F238E27FC236}">
                <a16:creationId xmlns:a16="http://schemas.microsoft.com/office/drawing/2014/main" id="{BD901C13-AD5C-F163-9B90-147CA451120A}"/>
              </a:ext>
            </a:extLst>
          </p:cNvPr>
          <p:cNvSpPr txBox="1"/>
          <p:nvPr/>
        </p:nvSpPr>
        <p:spPr>
          <a:xfrm>
            <a:off x="1" y="5609040"/>
            <a:ext cx="11238270" cy="338554"/>
          </a:xfrm>
          <a:prstGeom prst="rect">
            <a:avLst/>
          </a:prstGeom>
          <a:noFill/>
        </p:spPr>
        <p:txBody>
          <a:bodyPr wrap="square">
            <a:spAutoFit/>
          </a:bodyPr>
          <a:lstStyle/>
          <a:p>
            <a:pPr marL="285750" indent="-285750">
              <a:buFont typeface="Arial" panose="020B0604020202020204" pitchFamily="34" charset="0"/>
              <a:buChar char="•"/>
            </a:pPr>
            <a:r>
              <a:rPr lang="en-US" sz="1600" dirty="0"/>
              <a:t>Streamlined bookings increase footfall, optimize seating, and grow revenue.</a:t>
            </a:r>
            <a:endParaRPr lang="en-IN" sz="1600" dirty="0"/>
          </a:p>
        </p:txBody>
      </p:sp>
    </p:spTree>
    <p:extLst>
      <p:ext uri="{BB962C8B-B14F-4D97-AF65-F5344CB8AC3E}">
        <p14:creationId xmlns:p14="http://schemas.microsoft.com/office/powerpoint/2010/main" val="235683394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DE24D4-85D3-26CD-02F2-66987162963A}"/>
              </a:ext>
            </a:extLst>
          </p:cNvPr>
          <p:cNvSpPr>
            <a:spLocks noGrp="1"/>
          </p:cNvSpPr>
          <p:nvPr>
            <p:ph type="title"/>
          </p:nvPr>
        </p:nvSpPr>
        <p:spPr>
          <a:xfrm>
            <a:off x="838200" y="-167147"/>
            <a:ext cx="10515600" cy="1356851"/>
          </a:xfrm>
        </p:spPr>
        <p:txBody>
          <a:bodyPr>
            <a:normAutofit/>
          </a:bodyPr>
          <a:lstStyle/>
          <a:p>
            <a:pPr algn="ctr"/>
            <a:r>
              <a:rPr lang="en-IN" sz="4000" dirty="0"/>
              <a:t>Online Delivery Distribution</a:t>
            </a:r>
          </a:p>
        </p:txBody>
      </p:sp>
      <p:sp>
        <p:nvSpPr>
          <p:cNvPr id="3" name="Content Placeholder 2">
            <a:extLst>
              <a:ext uri="{FF2B5EF4-FFF2-40B4-BE49-F238E27FC236}">
                <a16:creationId xmlns:a16="http://schemas.microsoft.com/office/drawing/2014/main" id="{E780D680-537C-B5BA-FF05-DA0939BC7B57}"/>
              </a:ext>
            </a:extLst>
          </p:cNvPr>
          <p:cNvSpPr>
            <a:spLocks noGrp="1"/>
          </p:cNvSpPr>
          <p:nvPr>
            <p:ph idx="1"/>
          </p:nvPr>
        </p:nvSpPr>
        <p:spPr>
          <a:xfrm>
            <a:off x="0" y="4807974"/>
            <a:ext cx="11543071" cy="875071"/>
          </a:xfrm>
        </p:spPr>
        <p:txBody>
          <a:bodyPr>
            <a:noAutofit/>
          </a:bodyPr>
          <a:lstStyle/>
          <a:p>
            <a:r>
              <a:rPr lang="en-US" sz="1600" dirty="0">
                <a:latin typeface="Arial" panose="020B0604020202020204" pitchFamily="34" charset="0"/>
                <a:cs typeface="Arial" panose="020B0604020202020204" pitchFamily="34" charset="0"/>
              </a:rPr>
              <a:t> With 76% of restaurants lacking online delivery, the sector holds vast untapped potential for revenue expansion. </a:t>
            </a:r>
            <a:br>
              <a:rPr lang="en-US" sz="1600" dirty="0">
                <a:latin typeface="Arial" panose="020B0604020202020204" pitchFamily="34" charset="0"/>
                <a:cs typeface="Arial" panose="020B0604020202020204" pitchFamily="34" charset="0"/>
              </a:rPr>
            </a:br>
            <a:br>
              <a:rPr lang="en-US" sz="1600" dirty="0">
                <a:latin typeface="Arial" panose="020B0604020202020204" pitchFamily="34" charset="0"/>
                <a:cs typeface="Arial" panose="020B0604020202020204" pitchFamily="34" charset="0"/>
              </a:rPr>
            </a:br>
            <a:endParaRPr lang="en-IN" sz="1600" dirty="0">
              <a:latin typeface="Arial" panose="020B0604020202020204" pitchFamily="34" charset="0"/>
              <a:cs typeface="Arial" panose="020B0604020202020204" pitchFamily="34" charset="0"/>
            </a:endParaRPr>
          </a:p>
        </p:txBody>
      </p:sp>
      <p:graphicFrame>
        <p:nvGraphicFramePr>
          <p:cNvPr id="6" name="Chart 5">
            <a:extLst>
              <a:ext uri="{FF2B5EF4-FFF2-40B4-BE49-F238E27FC236}">
                <a16:creationId xmlns:a16="http://schemas.microsoft.com/office/drawing/2014/main" id="{85AB1C51-EFE2-E4BF-AE13-4CC2703FFFAD}"/>
              </a:ext>
            </a:extLst>
          </p:cNvPr>
          <p:cNvGraphicFramePr/>
          <p:nvPr>
            <p:extLst>
              <p:ext uri="{D42A27DB-BD31-4B8C-83A1-F6EECF244321}">
                <p14:modId xmlns:p14="http://schemas.microsoft.com/office/powerpoint/2010/main" val="3149308960"/>
              </p:ext>
            </p:extLst>
          </p:nvPr>
        </p:nvGraphicFramePr>
        <p:xfrm>
          <a:off x="3116825" y="845576"/>
          <a:ext cx="5781368" cy="3451122"/>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a:extLst>
              <a:ext uri="{FF2B5EF4-FFF2-40B4-BE49-F238E27FC236}">
                <a16:creationId xmlns:a16="http://schemas.microsoft.com/office/drawing/2014/main" id="{5C13CB6B-C173-CC3A-4CF7-A3159C067E8F}"/>
              </a:ext>
            </a:extLst>
          </p:cNvPr>
          <p:cNvSpPr txBox="1"/>
          <p:nvPr/>
        </p:nvSpPr>
        <p:spPr>
          <a:xfrm>
            <a:off x="1" y="5547990"/>
            <a:ext cx="12192000" cy="338554"/>
          </a:xfrm>
          <a:prstGeom prst="rect">
            <a:avLst/>
          </a:prstGeom>
          <a:noFill/>
        </p:spPr>
        <p:txBody>
          <a:bodyPr wrap="square">
            <a:spAutoFit/>
          </a:bodyPr>
          <a:lstStyle/>
          <a:p>
            <a:pPr marL="285750" indent="-285750">
              <a:buFont typeface="Arial" panose="020B0604020202020204" pitchFamily="34" charset="0"/>
              <a:buChar char="•"/>
            </a:pPr>
            <a:r>
              <a:rPr lang="en-US" sz="1600" dirty="0"/>
              <a:t>Embracing delivery can unlock new customer access and serve as a strategic differentiator for accelerated growth.</a:t>
            </a:r>
            <a:endParaRPr lang="en-US" altLang="en-US" sz="1600" dirty="0">
              <a:latin typeface="Arial" panose="020B0604020202020204" pitchFamily="34" charset="0"/>
            </a:endParaRPr>
          </a:p>
        </p:txBody>
      </p:sp>
    </p:spTree>
    <p:extLst>
      <p:ext uri="{BB962C8B-B14F-4D97-AF65-F5344CB8AC3E}">
        <p14:creationId xmlns:p14="http://schemas.microsoft.com/office/powerpoint/2010/main" val="211697874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03A272-0B05-EC2F-A290-715EFF4A322A}"/>
              </a:ext>
            </a:extLst>
          </p:cNvPr>
          <p:cNvSpPr>
            <a:spLocks noGrp="1"/>
          </p:cNvSpPr>
          <p:nvPr>
            <p:ph type="title" idx="4294967295"/>
          </p:nvPr>
        </p:nvSpPr>
        <p:spPr>
          <a:xfrm>
            <a:off x="0" y="0"/>
            <a:ext cx="10515600" cy="954088"/>
          </a:xfrm>
        </p:spPr>
        <p:txBody>
          <a:bodyPr>
            <a:normAutofit/>
          </a:bodyPr>
          <a:lstStyle/>
          <a:p>
            <a:pPr algn="ctr"/>
            <a:r>
              <a:rPr lang="en-US" sz="4000" dirty="0"/>
              <a:t>             Suggested Countries to Open Restaurants</a:t>
            </a:r>
            <a:endParaRPr lang="en-IN" sz="4000" dirty="0"/>
          </a:p>
        </p:txBody>
      </p:sp>
      <p:sp>
        <p:nvSpPr>
          <p:cNvPr id="3" name="Content Placeholder 2">
            <a:extLst>
              <a:ext uri="{FF2B5EF4-FFF2-40B4-BE49-F238E27FC236}">
                <a16:creationId xmlns:a16="http://schemas.microsoft.com/office/drawing/2014/main" id="{78671304-30E7-02EF-DD3E-B3B5A771B295}"/>
              </a:ext>
            </a:extLst>
          </p:cNvPr>
          <p:cNvSpPr>
            <a:spLocks noGrp="1"/>
          </p:cNvSpPr>
          <p:nvPr>
            <p:ph idx="4294967295"/>
          </p:nvPr>
        </p:nvSpPr>
        <p:spPr>
          <a:xfrm>
            <a:off x="0" y="954088"/>
            <a:ext cx="12192000" cy="1592262"/>
          </a:xfrm>
        </p:spPr>
        <p:txBody>
          <a:bodyPr>
            <a:normAutofit/>
          </a:bodyPr>
          <a:lstStyle/>
          <a:p>
            <a:r>
              <a:rPr lang="en-US" sz="1800" b="1" dirty="0"/>
              <a:t>United Arab Emirates</a:t>
            </a:r>
            <a:br>
              <a:rPr lang="en-US" sz="1800" b="1" dirty="0"/>
            </a:br>
            <a:r>
              <a:rPr lang="en-US" sz="1600" dirty="0">
                <a:latin typeface="Arial" panose="020B0604020202020204" pitchFamily="34" charset="0"/>
                <a:cs typeface="Arial" panose="020B0604020202020204" pitchFamily="34" charset="0"/>
              </a:rPr>
              <a:t>Restaurant Count: 60</a:t>
            </a:r>
            <a:br>
              <a:rPr lang="en-US" sz="1600" dirty="0">
                <a:latin typeface="Arial" panose="020B0604020202020204" pitchFamily="34" charset="0"/>
                <a:cs typeface="Arial" panose="020B0604020202020204" pitchFamily="34" charset="0"/>
              </a:rPr>
            </a:br>
            <a:r>
              <a:rPr lang="en-US" sz="1600" dirty="0">
                <a:latin typeface="Arial" panose="020B0604020202020204" pitchFamily="34" charset="0"/>
                <a:cs typeface="Arial" panose="020B0604020202020204" pitchFamily="34" charset="0"/>
              </a:rPr>
              <a:t>UAE’s sparse listings hint at premium focus, enabling expansion, digital onboarding, and service diversification opportunities</a:t>
            </a:r>
            <a:endParaRPr lang="en-IN" sz="16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5466C6A-1F44-2FC9-2EAF-7FF0BD8DC601}"/>
              </a:ext>
            </a:extLst>
          </p:cNvPr>
          <p:cNvSpPr txBox="1"/>
          <p:nvPr/>
        </p:nvSpPr>
        <p:spPr>
          <a:xfrm>
            <a:off x="0" y="2782946"/>
            <a:ext cx="12192000" cy="861774"/>
          </a:xfrm>
          <a:prstGeom prst="rect">
            <a:avLst/>
          </a:prstGeom>
          <a:noFill/>
        </p:spPr>
        <p:txBody>
          <a:bodyPr wrap="square">
            <a:spAutoFit/>
          </a:bodyPr>
          <a:lstStyle/>
          <a:p>
            <a:pPr marL="285750" indent="-285750">
              <a:buFont typeface="Arial" panose="020B0604020202020204" pitchFamily="34" charset="0"/>
              <a:buChar char="•"/>
            </a:pPr>
            <a:r>
              <a:rPr lang="en-US" sz="1800" b="1" dirty="0"/>
              <a:t>Singapore</a:t>
            </a:r>
            <a:br>
              <a:rPr lang="en-US" sz="1800" dirty="0"/>
            </a:br>
            <a:r>
              <a:rPr lang="en-US" sz="1600" dirty="0"/>
              <a:t>Restaurant Count: 20</a:t>
            </a:r>
            <a:br>
              <a:rPr lang="en-US" sz="1600" dirty="0"/>
            </a:br>
            <a:r>
              <a:rPr lang="en-US" sz="1600" dirty="0"/>
              <a:t>Singapore’s satisfaction signals efficiency, digital maturity, and a scalable model for compact urban market optimization.</a:t>
            </a:r>
          </a:p>
        </p:txBody>
      </p:sp>
      <p:sp>
        <p:nvSpPr>
          <p:cNvPr id="7" name="TextBox 6">
            <a:extLst>
              <a:ext uri="{FF2B5EF4-FFF2-40B4-BE49-F238E27FC236}">
                <a16:creationId xmlns:a16="http://schemas.microsoft.com/office/drawing/2014/main" id="{95915FB3-F27B-1785-4125-752CFC9A99B9}"/>
              </a:ext>
            </a:extLst>
          </p:cNvPr>
          <p:cNvSpPr txBox="1"/>
          <p:nvPr/>
        </p:nvSpPr>
        <p:spPr>
          <a:xfrm>
            <a:off x="0" y="4719486"/>
            <a:ext cx="12192000" cy="923330"/>
          </a:xfrm>
          <a:prstGeom prst="rect">
            <a:avLst/>
          </a:prstGeom>
          <a:noFill/>
        </p:spPr>
        <p:txBody>
          <a:bodyPr wrap="square">
            <a:spAutoFit/>
          </a:bodyPr>
          <a:lstStyle/>
          <a:p>
            <a:pPr marL="285750" indent="-285750">
              <a:buFont typeface="Arial" panose="020B0604020202020204" pitchFamily="34" charset="0"/>
              <a:buChar char="•"/>
            </a:pPr>
            <a:r>
              <a:rPr lang="en-US" sz="1800" b="1" dirty="0"/>
              <a:t>United Kingdom</a:t>
            </a:r>
          </a:p>
          <a:p>
            <a:r>
              <a:rPr lang="en-US" sz="1800" dirty="0"/>
              <a:t>     </a:t>
            </a:r>
            <a:r>
              <a:rPr lang="en-US" sz="1600" dirty="0"/>
              <a:t>Restaurant Count: 80</a:t>
            </a:r>
          </a:p>
          <a:p>
            <a:r>
              <a:rPr lang="en-US" sz="1600" dirty="0"/>
              <a:t>     UK’s balanced delivery and reservations boost satisfaction, enabling premium positioning and experience growth</a:t>
            </a:r>
            <a:r>
              <a:rPr lang="en-US" sz="1800" dirty="0"/>
              <a:t>.</a:t>
            </a:r>
          </a:p>
        </p:txBody>
      </p:sp>
    </p:spTree>
    <p:extLst>
      <p:ext uri="{BB962C8B-B14F-4D97-AF65-F5344CB8AC3E}">
        <p14:creationId xmlns:p14="http://schemas.microsoft.com/office/powerpoint/2010/main" val="402215523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0DA1CFE4-3ACE-9C59-4705-EC4598442440}"/>
              </a:ext>
            </a:extLst>
          </p:cNvPr>
          <p:cNvGraphicFramePr/>
          <p:nvPr>
            <p:extLst>
              <p:ext uri="{D42A27DB-BD31-4B8C-83A1-F6EECF244321}">
                <p14:modId xmlns:p14="http://schemas.microsoft.com/office/powerpoint/2010/main" val="12563146"/>
              </p:ext>
            </p:extLst>
          </p:nvPr>
        </p:nvGraphicFramePr>
        <p:xfrm>
          <a:off x="68825" y="226143"/>
          <a:ext cx="11985523" cy="4729316"/>
        </p:xfrm>
        <a:graphic>
          <a:graphicData uri="http://schemas.openxmlformats.org/drawingml/2006/chart">
            <c:chart xmlns:c="http://schemas.openxmlformats.org/drawingml/2006/chart" xmlns:r="http://schemas.openxmlformats.org/officeDocument/2006/relationships" r:id="rId2"/>
          </a:graphicData>
        </a:graphic>
      </p:graphicFrame>
      <p:sp>
        <p:nvSpPr>
          <p:cNvPr id="2" name="Rectangle 1">
            <a:extLst>
              <a:ext uri="{FF2B5EF4-FFF2-40B4-BE49-F238E27FC236}">
                <a16:creationId xmlns:a16="http://schemas.microsoft.com/office/drawing/2014/main" id="{B379502C-4954-5FC4-58C4-2ACE15678D93}"/>
              </a:ext>
            </a:extLst>
          </p:cNvPr>
          <p:cNvSpPr>
            <a:spLocks noChangeArrowheads="1"/>
          </p:cNvSpPr>
          <p:nvPr/>
        </p:nvSpPr>
        <p:spPr bwMode="auto">
          <a:xfrm>
            <a:off x="0" y="5231647"/>
            <a:ext cx="12192000"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85750" marR="0" lvl="0" indent="-285750"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600" b="0" i="0" u="none" strike="noStrike" cap="none" normalizeH="0" baseline="0" dirty="0">
                <a:ln>
                  <a:noFill/>
                </a:ln>
                <a:solidFill>
                  <a:schemeClr val="tx1"/>
                </a:solidFill>
                <a:effectLst/>
                <a:latin typeface="Arial" panose="020B0604020202020204" pitchFamily="34" charset="0"/>
              </a:rPr>
              <a:t>India, Turkey thrive on affordability; Singapore, UK poised for luxury dining growth.</a:t>
            </a:r>
            <a:br>
              <a:rPr kumimoji="0" lang="en-US" altLang="en-US" sz="1600" b="0" i="0" u="none" strike="noStrike" cap="none" normalizeH="0" baseline="0" dirty="0">
                <a:ln>
                  <a:noFill/>
                </a:ln>
                <a:solidFill>
                  <a:schemeClr val="tx1"/>
                </a:solidFill>
                <a:effectLst/>
                <a:latin typeface="Arial" panose="020B0604020202020204" pitchFamily="34" charset="0"/>
              </a:rPr>
            </a:br>
            <a:r>
              <a:rPr kumimoji="0" lang="en-US" altLang="en-US" sz="1600" b="0" i="0" u="none" strike="noStrike" cap="none" normalizeH="0" baseline="0" dirty="0">
                <a:ln>
                  <a:noFill/>
                </a:ln>
                <a:solidFill>
                  <a:schemeClr val="tx1"/>
                </a:solidFill>
                <a:effectLst/>
                <a:latin typeface="Arial" panose="020B0604020202020204" pitchFamily="34" charset="0"/>
              </a:rPr>
              <a:t> </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600" b="0" i="0" u="none" strike="noStrike" cap="none" normalizeH="0" baseline="0" dirty="0">
                <a:ln>
                  <a:noFill/>
                </a:ln>
                <a:solidFill>
                  <a:schemeClr val="tx1"/>
                </a:solidFill>
                <a:effectLst/>
                <a:latin typeface="Arial" panose="020B0604020202020204" pitchFamily="34" charset="0"/>
              </a:rPr>
              <a:t>Canada, USA, UAE enable tiered pricing and premium service model deployment. </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377788667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41E31DF8-CB2E-9B6F-FDB3-394819491439}"/>
              </a:ext>
            </a:extLst>
          </p:cNvPr>
          <p:cNvSpPr txBox="1"/>
          <p:nvPr/>
        </p:nvSpPr>
        <p:spPr>
          <a:xfrm>
            <a:off x="-1" y="5078643"/>
            <a:ext cx="12270659" cy="1169551"/>
          </a:xfrm>
          <a:prstGeom prst="rect">
            <a:avLst/>
          </a:prstGeom>
          <a:noFill/>
        </p:spPr>
        <p:txBody>
          <a:bodyPr wrap="square">
            <a:spAutoFit/>
          </a:bodyPr>
          <a:lstStyle/>
          <a:p>
            <a:pPr marL="285750" indent="-285750">
              <a:buFont typeface="Arial" panose="020B0604020202020204" pitchFamily="34" charset="0"/>
              <a:buChar char="•"/>
            </a:pPr>
            <a:r>
              <a:rPr lang="en-IN" dirty="0"/>
              <a:t>Singapore (₹10,122): Launch a Michelin-style modern Indian restaurant with immersive tech and curated tasting menus for ultra-premium diners.</a:t>
            </a:r>
            <a:br>
              <a:rPr lang="en-IN" dirty="0"/>
            </a:br>
            <a:endParaRPr lang="en-IN" dirty="0"/>
          </a:p>
          <a:p>
            <a:pPr marL="285750" indent="-285750">
              <a:buFont typeface="Arial" panose="020B0604020202020204" pitchFamily="34" charset="0"/>
              <a:buChar char="•"/>
            </a:pPr>
            <a:r>
              <a:rPr lang="en-IN" dirty="0"/>
              <a:t>UAE (₹3,957): Open a royal Indian–Middle Eastern fusion concept with lavish décor, luxury brunches, and theatrical presentation.</a:t>
            </a:r>
            <a:br>
              <a:rPr lang="en-IN" dirty="0"/>
            </a:br>
            <a:br>
              <a:rPr lang="en-IN" dirty="0"/>
            </a:br>
            <a:endParaRPr lang="en-IN" dirty="0"/>
          </a:p>
        </p:txBody>
      </p:sp>
      <p:sp>
        <p:nvSpPr>
          <p:cNvPr id="2" name="Title 1">
            <a:extLst>
              <a:ext uri="{FF2B5EF4-FFF2-40B4-BE49-F238E27FC236}">
                <a16:creationId xmlns:a16="http://schemas.microsoft.com/office/drawing/2014/main" id="{44E23359-479F-B674-B4B7-EA391A011C87}"/>
              </a:ext>
            </a:extLst>
          </p:cNvPr>
          <p:cNvSpPr>
            <a:spLocks noGrp="1"/>
          </p:cNvSpPr>
          <p:nvPr>
            <p:ph type="title"/>
          </p:nvPr>
        </p:nvSpPr>
        <p:spPr>
          <a:xfrm>
            <a:off x="838200" y="-147483"/>
            <a:ext cx="10515600" cy="1258528"/>
          </a:xfrm>
        </p:spPr>
        <p:txBody>
          <a:bodyPr>
            <a:normAutofit/>
          </a:bodyPr>
          <a:lstStyle/>
          <a:p>
            <a:r>
              <a:rPr lang="en-IN" sz="4000" dirty="0"/>
              <a:t>Average Cost for Two In the Suggested Countries</a:t>
            </a:r>
          </a:p>
        </p:txBody>
      </p:sp>
      <p:graphicFrame>
        <p:nvGraphicFramePr>
          <p:cNvPr id="5" name="Chart 4">
            <a:extLst>
              <a:ext uri="{FF2B5EF4-FFF2-40B4-BE49-F238E27FC236}">
                <a16:creationId xmlns:a16="http://schemas.microsoft.com/office/drawing/2014/main" id="{B9E0C212-153C-F334-E0D1-FAE4D6D58F48}"/>
              </a:ext>
            </a:extLst>
          </p:cNvPr>
          <p:cNvGraphicFramePr/>
          <p:nvPr>
            <p:extLst>
              <p:ext uri="{D42A27DB-BD31-4B8C-83A1-F6EECF244321}">
                <p14:modId xmlns:p14="http://schemas.microsoft.com/office/powerpoint/2010/main" val="2516092078"/>
              </p:ext>
            </p:extLst>
          </p:nvPr>
        </p:nvGraphicFramePr>
        <p:xfrm>
          <a:off x="2032000" y="985138"/>
          <a:ext cx="8128000" cy="3803172"/>
        </p:xfrm>
        <a:graphic>
          <a:graphicData uri="http://schemas.openxmlformats.org/drawingml/2006/chart">
            <c:chart xmlns:c="http://schemas.openxmlformats.org/drawingml/2006/chart" xmlns:r="http://schemas.openxmlformats.org/officeDocument/2006/relationships" r:id="rId2"/>
          </a:graphicData>
        </a:graphic>
      </p:graphicFrame>
      <p:sp>
        <p:nvSpPr>
          <p:cNvPr id="4" name="TextBox 3">
            <a:extLst>
              <a:ext uri="{FF2B5EF4-FFF2-40B4-BE49-F238E27FC236}">
                <a16:creationId xmlns:a16="http://schemas.microsoft.com/office/drawing/2014/main" id="{D9ED64CB-144C-923E-76CF-5EFE3C3911DC}"/>
              </a:ext>
            </a:extLst>
          </p:cNvPr>
          <p:cNvSpPr txBox="1"/>
          <p:nvPr/>
        </p:nvSpPr>
        <p:spPr>
          <a:xfrm>
            <a:off x="-1" y="6015307"/>
            <a:ext cx="12192001" cy="307777"/>
          </a:xfrm>
          <a:prstGeom prst="rect">
            <a:avLst/>
          </a:prstGeom>
          <a:noFill/>
        </p:spPr>
        <p:txBody>
          <a:bodyPr wrap="square">
            <a:spAutoFit/>
          </a:bodyPr>
          <a:lstStyle/>
          <a:p>
            <a:pPr marL="285750" indent="-285750">
              <a:buFont typeface="Arial" panose="020B0604020202020204" pitchFamily="34" charset="0"/>
              <a:buChar char="•"/>
            </a:pPr>
            <a:r>
              <a:rPr lang="en-IN" dirty="0"/>
              <a:t>UK (₹5,312): Introduce a chic Indian bistro offering artisanal comfort food, seasonal chef-led experiences, and elevated casual dining.</a:t>
            </a:r>
          </a:p>
        </p:txBody>
      </p:sp>
    </p:spTree>
    <p:extLst>
      <p:ext uri="{BB962C8B-B14F-4D97-AF65-F5344CB8AC3E}">
        <p14:creationId xmlns:p14="http://schemas.microsoft.com/office/powerpoint/2010/main" val="103369812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821B2323-1A2D-3FF6-BF4C-B916BC0B4C0D}"/>
              </a:ext>
            </a:extLst>
          </p:cNvPr>
          <p:cNvSpPr txBox="1"/>
          <p:nvPr/>
        </p:nvSpPr>
        <p:spPr>
          <a:xfrm>
            <a:off x="0" y="5411863"/>
            <a:ext cx="12192000" cy="830997"/>
          </a:xfrm>
          <a:prstGeom prst="rect">
            <a:avLst/>
          </a:prstGeom>
          <a:noFill/>
        </p:spPr>
        <p:txBody>
          <a:bodyPr wrap="square">
            <a:spAutoFit/>
          </a:bodyPr>
          <a:lstStyle/>
          <a:p>
            <a:pPr marL="285750" indent="-285750">
              <a:buFont typeface="Arial" panose="020B0604020202020204" pitchFamily="34" charset="0"/>
              <a:buChar char="•"/>
            </a:pPr>
            <a:r>
              <a:rPr lang="en-US" sz="1600" dirty="0"/>
              <a:t>North Indian cuisine dominates popularity across countries, often paired with Chinese or Mughlai flavors to enhance appeal. </a:t>
            </a:r>
            <a:br>
              <a:rPr lang="en-US" sz="1600" dirty="0"/>
            </a:br>
            <a:br>
              <a:rPr lang="en-US" sz="1600" dirty="0"/>
            </a:br>
            <a:endParaRPr lang="en-US" sz="1600" dirty="0"/>
          </a:p>
        </p:txBody>
      </p:sp>
      <p:graphicFrame>
        <p:nvGraphicFramePr>
          <p:cNvPr id="4" name="Chart 3">
            <a:extLst>
              <a:ext uri="{FF2B5EF4-FFF2-40B4-BE49-F238E27FC236}">
                <a16:creationId xmlns:a16="http://schemas.microsoft.com/office/drawing/2014/main" id="{64C1F481-BC65-BC29-6ECF-1936601979CB}"/>
              </a:ext>
            </a:extLst>
          </p:cNvPr>
          <p:cNvGraphicFramePr/>
          <p:nvPr>
            <p:extLst>
              <p:ext uri="{D42A27DB-BD31-4B8C-83A1-F6EECF244321}">
                <p14:modId xmlns:p14="http://schemas.microsoft.com/office/powerpoint/2010/main" val="2371924313"/>
              </p:ext>
            </p:extLst>
          </p:nvPr>
        </p:nvGraphicFramePr>
        <p:xfrm>
          <a:off x="68825" y="98324"/>
          <a:ext cx="12024852" cy="4650658"/>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Box 6">
            <a:extLst>
              <a:ext uri="{FF2B5EF4-FFF2-40B4-BE49-F238E27FC236}">
                <a16:creationId xmlns:a16="http://schemas.microsoft.com/office/drawing/2014/main" id="{86B94CC0-3BAA-C850-9F12-4DEF67C42497}"/>
              </a:ext>
            </a:extLst>
          </p:cNvPr>
          <p:cNvSpPr txBox="1"/>
          <p:nvPr/>
        </p:nvSpPr>
        <p:spPr>
          <a:xfrm>
            <a:off x="0" y="6073583"/>
            <a:ext cx="11956025" cy="338554"/>
          </a:xfrm>
          <a:prstGeom prst="rect">
            <a:avLst/>
          </a:prstGeom>
          <a:noFill/>
        </p:spPr>
        <p:txBody>
          <a:bodyPr wrap="square">
            <a:spAutoFit/>
          </a:bodyPr>
          <a:lstStyle/>
          <a:p>
            <a:pPr marL="285750" indent="-285750">
              <a:buFont typeface="Arial" panose="020B0604020202020204" pitchFamily="34" charset="0"/>
              <a:buChar char="•"/>
            </a:pPr>
            <a:r>
              <a:rPr lang="en-US" sz="1600" dirty="0"/>
              <a:t>Street food, fast food, and bakery items also show strong traction, reflecting diverse consumer preferences.</a:t>
            </a:r>
            <a:endParaRPr lang="en-IN" sz="1600" dirty="0"/>
          </a:p>
        </p:txBody>
      </p:sp>
    </p:spTree>
    <p:extLst>
      <p:ext uri="{BB962C8B-B14F-4D97-AF65-F5344CB8AC3E}">
        <p14:creationId xmlns:p14="http://schemas.microsoft.com/office/powerpoint/2010/main" val="389842129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1B1AE0-815F-FC72-BCF4-689BCACA8CD3}"/>
              </a:ext>
            </a:extLst>
          </p:cNvPr>
          <p:cNvSpPr>
            <a:spLocks noGrp="1"/>
          </p:cNvSpPr>
          <p:nvPr>
            <p:ph type="title"/>
          </p:nvPr>
        </p:nvSpPr>
        <p:spPr>
          <a:xfrm>
            <a:off x="838200" y="0"/>
            <a:ext cx="10515600" cy="599768"/>
          </a:xfrm>
        </p:spPr>
        <p:txBody>
          <a:bodyPr>
            <a:normAutofit fontScale="90000"/>
          </a:bodyPr>
          <a:lstStyle/>
          <a:p>
            <a:pPr algn="ctr"/>
            <a:r>
              <a:rPr lang="en-IN" dirty="0">
                <a:solidFill>
                  <a:schemeClr val="bg1"/>
                </a:solidFill>
              </a:rPr>
              <a:t>Dashboard</a:t>
            </a:r>
          </a:p>
        </p:txBody>
      </p:sp>
      <p:pic>
        <p:nvPicPr>
          <p:cNvPr id="4" name="Picture 3">
            <a:extLst>
              <a:ext uri="{FF2B5EF4-FFF2-40B4-BE49-F238E27FC236}">
                <a16:creationId xmlns:a16="http://schemas.microsoft.com/office/drawing/2014/main" id="{F5A7BF97-190D-BB82-A697-DD6D79B0353B}"/>
              </a:ext>
            </a:extLst>
          </p:cNvPr>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297118684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44D994-3705-5419-D446-41ED7691B58F}"/>
              </a:ext>
            </a:extLst>
          </p:cNvPr>
          <p:cNvSpPr>
            <a:spLocks noGrp="1"/>
          </p:cNvSpPr>
          <p:nvPr>
            <p:ph type="title"/>
          </p:nvPr>
        </p:nvSpPr>
        <p:spPr>
          <a:xfrm>
            <a:off x="833284" y="-58995"/>
            <a:ext cx="10515600" cy="963562"/>
          </a:xfrm>
        </p:spPr>
        <p:txBody>
          <a:bodyPr>
            <a:normAutofit/>
          </a:bodyPr>
          <a:lstStyle/>
          <a:p>
            <a:pPr algn="ctr"/>
            <a:r>
              <a:rPr lang="en-IN" dirty="0"/>
              <a:t>Conclusion</a:t>
            </a:r>
          </a:p>
        </p:txBody>
      </p:sp>
      <p:sp>
        <p:nvSpPr>
          <p:cNvPr id="3" name="Content Placeholder 2">
            <a:extLst>
              <a:ext uri="{FF2B5EF4-FFF2-40B4-BE49-F238E27FC236}">
                <a16:creationId xmlns:a16="http://schemas.microsoft.com/office/drawing/2014/main" id="{EFEEB5A9-5F88-8D22-1744-EC0B6C9057D5}"/>
              </a:ext>
            </a:extLst>
          </p:cNvPr>
          <p:cNvSpPr>
            <a:spLocks noGrp="1"/>
          </p:cNvSpPr>
          <p:nvPr>
            <p:ph idx="1"/>
          </p:nvPr>
        </p:nvSpPr>
        <p:spPr>
          <a:xfrm>
            <a:off x="0" y="904567"/>
            <a:ext cx="12044516" cy="5830529"/>
          </a:xfrm>
        </p:spPr>
        <p:txBody>
          <a:bodyPr>
            <a:normAutofit/>
          </a:bodyPr>
          <a:lstStyle/>
          <a:p>
            <a:r>
              <a:rPr lang="en-US" sz="2000" dirty="0"/>
              <a:t>Our analysis of Zomato’s restaurant data reveals compelling opportunities for global expansion. By identifying regions with high consumer demand—such as the UAE, Singapore, and the UK—and aligning offerings with local demographic and cultural preferences, Zomato can strategically position itself for market entry.</a:t>
            </a:r>
          </a:p>
          <a:p>
            <a:endParaRPr lang="en-US" sz="2000" dirty="0"/>
          </a:p>
          <a:p>
            <a:endParaRPr lang="en-US" sz="2000" dirty="0"/>
          </a:p>
          <a:p>
            <a:r>
              <a:rPr lang="en-US" sz="2000" dirty="0"/>
              <a:t>Leveraging its strengths in digital engagement, data-driven personalization, and operational scalability, the company is well-equipped to deliver differentiated dining experiences that resonate across diverse markets. This approach not only enhances brand visibility and customer loyalty but also drives sustainable growth through targeted investments and efficient resource allocation.</a:t>
            </a:r>
          </a:p>
          <a:p>
            <a:endParaRPr lang="en-US" sz="2000" dirty="0"/>
          </a:p>
          <a:p>
            <a:endParaRPr lang="en-US" sz="2000" dirty="0"/>
          </a:p>
          <a:p>
            <a:r>
              <a:rPr lang="en-US" sz="2000" dirty="0"/>
              <a:t>By integrating competitive benchmarking, pricing intelligence, and customer behavior insights, Zomato can refine its go-to-market strategy and establish itself as a leader in the global food-tech ecosystem.</a:t>
            </a:r>
          </a:p>
          <a:p>
            <a:endParaRPr lang="en-IN" dirty="0"/>
          </a:p>
        </p:txBody>
      </p:sp>
    </p:spTree>
    <p:extLst>
      <p:ext uri="{BB962C8B-B14F-4D97-AF65-F5344CB8AC3E}">
        <p14:creationId xmlns:p14="http://schemas.microsoft.com/office/powerpoint/2010/main" val="336867028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0E059DF-07B4-40CF-AC33-4BD55A26D719}"/>
              </a:ext>
            </a:extLst>
          </p:cNvPr>
          <p:cNvSpPr>
            <a:spLocks noGrp="1"/>
          </p:cNvSpPr>
          <p:nvPr>
            <p:ph type="title"/>
          </p:nvPr>
        </p:nvSpPr>
        <p:spPr>
          <a:xfrm>
            <a:off x="838200" y="365125"/>
            <a:ext cx="10515600" cy="5150772"/>
          </a:xfrm>
        </p:spPr>
        <p:txBody>
          <a:bodyPr>
            <a:normAutofit/>
          </a:bodyPr>
          <a:lstStyle/>
          <a:p>
            <a:r>
              <a:rPr lang="en-IN" sz="6600" b="1" dirty="0"/>
              <a:t>                 Thank you</a:t>
            </a:r>
          </a:p>
        </p:txBody>
      </p:sp>
    </p:spTree>
    <p:extLst>
      <p:ext uri="{BB962C8B-B14F-4D97-AF65-F5344CB8AC3E}">
        <p14:creationId xmlns:p14="http://schemas.microsoft.com/office/powerpoint/2010/main" val="4130003418"/>
      </p:ext>
    </p:extLst>
  </p:cSld>
  <p:clrMapOvr>
    <a:masterClrMapping/>
  </p:clrMapOvr>
</p:sld>
</file>

<file path=ppt/theme/theme1.xml><?xml version="1.0" encoding="utf-8"?>
<a:theme xmlns:a="http://schemas.openxmlformats.org/drawingml/2006/main" name="Facet">
  <a:themeElements>
    <a:clrScheme name="Custom 2">
      <a:dk1>
        <a:srgbClr val="FFFFFF"/>
      </a:dk1>
      <a:lt1>
        <a:srgbClr val="D8D8D8"/>
      </a:lt1>
      <a:dk2>
        <a:srgbClr val="EA7666"/>
      </a:dk2>
      <a:lt2>
        <a:srgbClr val="AD4C11"/>
      </a:lt2>
      <a:accent1>
        <a:srgbClr val="F5C1A2"/>
      </a:accent1>
      <a:accent2>
        <a:srgbClr val="F0A374"/>
      </a:accent2>
      <a:accent3>
        <a:srgbClr val="EA7666"/>
      </a:accent3>
      <a:accent4>
        <a:srgbClr val="E76618"/>
      </a:accent4>
      <a:accent5>
        <a:srgbClr val="C42F1A"/>
      </a:accent5>
      <a:accent6>
        <a:srgbClr val="918655"/>
      </a:accent6>
      <a:hlink>
        <a:srgbClr val="99CA3C"/>
      </a:hlink>
      <a:folHlink>
        <a:srgbClr val="B9D181"/>
      </a:folHlink>
    </a:clrScheme>
    <a:fontScheme name="Facet">
      <a:majorFont>
        <a:latin typeface="Trebuchet MS" panose="020B0603020202020204"/>
        <a:ea typeface=""/>
        <a:cs typeface=""/>
        <a:font script="Jpan" typeface="メイリオ"/>
        <a:font script="Hang" typeface="맑은 고딕"/>
        <a:font script="Hans" typeface="方正姚体"/>
        <a:font script="Hant" typeface="微軟正黑體"/>
        <a:font script="Arab" typeface="Tahoma"/>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Trebuchet MS" panose="020B0603020202020204"/>
        <a:ea typeface=""/>
        <a:cs typeface=""/>
        <a:font script="Jpan" typeface="メイリオ"/>
        <a:font script="Hang" typeface="HY그래픽M"/>
        <a:font script="Hans" typeface="华文新魏"/>
        <a:font script="Hant" typeface="微軟正黑體"/>
        <a:font script="Arab" typeface="Tahoma"/>
        <a:font script="Hebr" typeface="Gisha"/>
        <a:font script="Thai" typeface="Iris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Facet">
      <a:fillStyleLst>
        <a:solidFill>
          <a:schemeClr val="phClr"/>
        </a:solidFill>
        <a:gradFill rotWithShape="1">
          <a:gsLst>
            <a:gs pos="0">
              <a:schemeClr val="phClr">
                <a:tint val="65000"/>
                <a:lumMod val="110000"/>
              </a:schemeClr>
            </a:gs>
            <a:gs pos="88000">
              <a:schemeClr val="phClr">
                <a:tint val="90000"/>
              </a:schemeClr>
            </a:gs>
          </a:gsLst>
          <a:lin ang="5400000" scaled="0"/>
        </a:gradFill>
        <a:gradFill rotWithShape="1">
          <a:gsLst>
            <a:gs pos="0">
              <a:schemeClr val="phClr">
                <a:tint val="96000"/>
                <a:lumMod val="100000"/>
              </a:schemeClr>
            </a:gs>
            <a:gs pos="78000">
              <a:schemeClr val="phClr">
                <a:shade val="94000"/>
                <a:lumMod val="94000"/>
              </a:schemeClr>
            </a:gs>
          </a:gsLst>
          <a:lin ang="5400000" scaled="0"/>
        </a:gradFill>
      </a:fillStyleLst>
      <a:lnStyleLst>
        <a:ln w="12700" cap="rnd" cmpd="sng" algn="ctr">
          <a:solidFill>
            <a:schemeClr val="phClr"/>
          </a:solidFill>
          <a:prstDash val="solid"/>
        </a:ln>
        <a:ln w="19050" cap="rnd" cmpd="sng" algn="ctr">
          <a:solidFill>
            <a:schemeClr val="phClr"/>
          </a:solidFill>
          <a:prstDash val="solid"/>
        </a:ln>
        <a:ln w="25400" cap="rnd" cmpd="sng" algn="ctr">
          <a:solidFill>
            <a:schemeClr val="phClr"/>
          </a:solidFill>
          <a:prstDash val="solid"/>
        </a:ln>
      </a:lnStyleLst>
      <a:effectStyleLst>
        <a:effectStyle>
          <a:effectLst/>
        </a:effectStyle>
        <a:effectStyle>
          <a:effectLst>
            <a:outerShdw blurRad="38100" dist="25400" dir="5400000" rotWithShape="0">
              <a:srgbClr val="000000">
                <a:alpha val="35000"/>
              </a:srgbClr>
            </a:outerShdw>
          </a:effectLst>
        </a:effectStyle>
        <a:effectStyle>
          <a:effectLst>
            <a:outerShdw blurRad="50800" dist="38100" dir="5400000" rotWithShape="0">
              <a:srgbClr val="000000">
                <a:alpha val="35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0000"/>
                <a:lumMod val="104000"/>
              </a:schemeClr>
            </a:gs>
            <a:gs pos="94000">
              <a:schemeClr val="phClr">
                <a:shade val="96000"/>
                <a:lumMod val="82000"/>
              </a:schemeClr>
            </a:gs>
          </a:gsLst>
          <a:lin ang="5400000" scaled="0"/>
        </a:gradFill>
        <a:gradFill rotWithShape="1">
          <a:gsLst>
            <a:gs pos="0">
              <a:schemeClr val="phClr">
                <a:tint val="90000"/>
                <a:lumMod val="110000"/>
              </a:schemeClr>
            </a:gs>
            <a:gs pos="100000">
              <a:schemeClr val="phClr">
                <a:shade val="94000"/>
                <a:lumMod val="96000"/>
              </a:schemeClr>
            </a:gs>
          </a:gsLst>
          <a:path path="circle">
            <a:fillToRect l="50000" t="50000" r="100000" b="100000"/>
          </a:path>
        </a:gradFill>
      </a:bgFillStyleLst>
    </a:fmtScheme>
  </a:themeElements>
  <a:objectDefaults/>
  <a:extraClrSchemeLst/>
  <a:extLst>
    <a:ext uri="{05A4C25C-085E-4340-85A3-A5531E510DB2}">
      <thm15:themeFamily xmlns:thm15="http://schemas.microsoft.com/office/thememl/2012/main" name="Facet" id="{C0C680CD-088A-49FC-A102-D699147F32B2}" vid="{CFBC31BA-B70F-4F30-BCAA-4F3011E16C4D}"/>
    </a:ext>
  </a:extLst>
</a:theme>
</file>

<file path=ppt/theme/theme2.xml><?xml version="1.0" encoding="utf-8"?>
<a:theme xmlns:a="http://schemas.openxmlformats.org/drawingml/2006/main" name="Indian Restaurant Business Plan by Slidesgo">
  <a:themeElements>
    <a:clrScheme name="Simple Light">
      <a:dk1>
        <a:srgbClr val="596247"/>
      </a:dk1>
      <a:lt1>
        <a:srgbClr val="EEDEB8"/>
      </a:lt1>
      <a:dk2>
        <a:srgbClr val="596247"/>
      </a:dk2>
      <a:lt2>
        <a:srgbClr val="BC5108"/>
      </a:lt2>
      <a:accent1>
        <a:srgbClr val="788461"/>
      </a:accent1>
      <a:accent2>
        <a:srgbClr val="FFF7E0"/>
      </a:accent2>
      <a:accent3>
        <a:srgbClr val="DD8143"/>
      </a:accent3>
      <a:accent4>
        <a:srgbClr val="FFFFFF"/>
      </a:accent4>
      <a:accent5>
        <a:srgbClr val="FFFFFF"/>
      </a:accent5>
      <a:accent6>
        <a:srgbClr val="FFFFFF"/>
      </a:accent6>
      <a:hlink>
        <a:srgbClr val="67725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Excel Project Zomato (ppt file)-Ayush Nautiyal</Template>
  <TotalTime>480</TotalTime>
  <Words>997</Words>
  <Application>Microsoft Office PowerPoint</Application>
  <PresentationFormat>Widescreen</PresentationFormat>
  <Paragraphs>71</Paragraphs>
  <Slides>17</Slides>
  <Notes>1</Notes>
  <HiddenSlides>0</HiddenSlides>
  <MMClips>0</MMClips>
  <ScaleCrop>false</ScaleCrop>
  <HeadingPairs>
    <vt:vector size="6" baseType="variant">
      <vt:variant>
        <vt:lpstr>Fonts Used</vt:lpstr>
      </vt:variant>
      <vt:variant>
        <vt:i4>12</vt:i4>
      </vt:variant>
      <vt:variant>
        <vt:lpstr>Theme</vt:lpstr>
      </vt:variant>
      <vt:variant>
        <vt:i4>4</vt:i4>
      </vt:variant>
      <vt:variant>
        <vt:lpstr>Slide Titles</vt:lpstr>
      </vt:variant>
      <vt:variant>
        <vt:i4>17</vt:i4>
      </vt:variant>
    </vt:vector>
  </HeadingPairs>
  <TitlesOfParts>
    <vt:vector size="33" baseType="lpstr">
      <vt:lpstr>Aclonica</vt:lpstr>
      <vt:lpstr>Anaheim</vt:lpstr>
      <vt:lpstr>Arial</vt:lpstr>
      <vt:lpstr>Bebas Neue</vt:lpstr>
      <vt:lpstr>Calibri</vt:lpstr>
      <vt:lpstr>Calibri Light</vt:lpstr>
      <vt:lpstr>DM Sans</vt:lpstr>
      <vt:lpstr>Lato</vt:lpstr>
      <vt:lpstr>Overpass</vt:lpstr>
      <vt:lpstr>Proxima Nova</vt:lpstr>
      <vt:lpstr>Trebuchet MS</vt:lpstr>
      <vt:lpstr>Wingdings 3</vt:lpstr>
      <vt:lpstr>Facet</vt:lpstr>
      <vt:lpstr>Indian Restaurant Business Plan by Slidesgo</vt:lpstr>
      <vt:lpstr>Slidesgo Final Pages</vt:lpstr>
      <vt:lpstr>Office Theme</vt:lpstr>
      <vt:lpstr>       Zomato Restaurants Expansion </vt:lpstr>
      <vt:lpstr>                                About Zomato</vt:lpstr>
      <vt:lpstr>                    How Zomato Works</vt:lpstr>
      <vt:lpstr>PowerPoint Presentation</vt:lpstr>
      <vt:lpstr>                                 Data Overview</vt:lpstr>
      <vt:lpstr>PowerPoint Presentation</vt:lpstr>
      <vt:lpstr>Average Rating</vt:lpstr>
      <vt:lpstr>Year Wise Restaurants Opening</vt:lpstr>
      <vt:lpstr>PowerPoint Presentation</vt:lpstr>
      <vt:lpstr>Online Delivery Distribution</vt:lpstr>
      <vt:lpstr>             Suggested Countries to Open Restaurants</vt:lpstr>
      <vt:lpstr>PowerPoint Presentation</vt:lpstr>
      <vt:lpstr>Average Cost for Two In the Suggested Countries</vt:lpstr>
      <vt:lpstr>PowerPoint Presentation</vt:lpstr>
      <vt:lpstr>Dashboard</vt:lpstr>
      <vt:lpstr>Conclusion</vt:lpstr>
      <vt:lpstr>                 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mohit yadav</dc:creator>
  <cp:lastModifiedBy>mohit yadav</cp:lastModifiedBy>
  <cp:revision>13</cp:revision>
  <dcterms:created xsi:type="dcterms:W3CDTF">2025-08-17T13:02:56Z</dcterms:created>
  <dcterms:modified xsi:type="dcterms:W3CDTF">2025-09-29T23:28:05Z</dcterms:modified>
</cp:coreProperties>
</file>